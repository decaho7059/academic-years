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6.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20" r:id="rId1"/>
  </p:sldMasterIdLst>
  <p:notesMasterIdLst>
    <p:notesMasterId r:id="rId43"/>
  </p:notesMasterIdLst>
  <p:sldIdLst>
    <p:sldId id="398" r:id="rId2"/>
    <p:sldId id="409" r:id="rId3"/>
    <p:sldId id="381" r:id="rId4"/>
    <p:sldId id="382" r:id="rId5"/>
    <p:sldId id="383" r:id="rId6"/>
    <p:sldId id="389" r:id="rId7"/>
    <p:sldId id="417" r:id="rId8"/>
    <p:sldId id="384" r:id="rId9"/>
    <p:sldId id="385" r:id="rId10"/>
    <p:sldId id="388" r:id="rId11"/>
    <p:sldId id="410" r:id="rId12"/>
    <p:sldId id="411" r:id="rId13"/>
    <p:sldId id="416" r:id="rId14"/>
    <p:sldId id="412" r:id="rId15"/>
    <p:sldId id="413" r:id="rId16"/>
    <p:sldId id="414" r:id="rId17"/>
    <p:sldId id="415" r:id="rId18"/>
    <p:sldId id="418" r:id="rId19"/>
    <p:sldId id="419" r:id="rId20"/>
    <p:sldId id="399" r:id="rId21"/>
    <p:sldId id="386" r:id="rId22"/>
    <p:sldId id="387" r:id="rId23"/>
    <p:sldId id="390" r:id="rId24"/>
    <p:sldId id="393" r:id="rId25"/>
    <p:sldId id="391" r:id="rId26"/>
    <p:sldId id="392" r:id="rId27"/>
    <p:sldId id="272" r:id="rId28"/>
    <p:sldId id="394" r:id="rId29"/>
    <p:sldId id="395" r:id="rId30"/>
    <p:sldId id="396" r:id="rId31"/>
    <p:sldId id="273" r:id="rId32"/>
    <p:sldId id="397" r:id="rId33"/>
    <p:sldId id="400" r:id="rId34"/>
    <p:sldId id="401" r:id="rId35"/>
    <p:sldId id="402" r:id="rId36"/>
    <p:sldId id="403" r:id="rId37"/>
    <p:sldId id="404" r:id="rId38"/>
    <p:sldId id="405" r:id="rId39"/>
    <p:sldId id="406" r:id="rId40"/>
    <p:sldId id="407" r:id="rId41"/>
    <p:sldId id="408"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E43B8B5-4B88-4EE0-9AD0-5F5B703D0559}">
          <p14:sldIdLst>
            <p14:sldId id="398"/>
            <p14:sldId id="409"/>
            <p14:sldId id="381"/>
            <p14:sldId id="382"/>
            <p14:sldId id="383"/>
            <p14:sldId id="389"/>
            <p14:sldId id="417"/>
            <p14:sldId id="384"/>
            <p14:sldId id="385"/>
            <p14:sldId id="388"/>
            <p14:sldId id="410"/>
            <p14:sldId id="411"/>
            <p14:sldId id="416"/>
            <p14:sldId id="412"/>
            <p14:sldId id="413"/>
            <p14:sldId id="414"/>
            <p14:sldId id="415"/>
            <p14:sldId id="418"/>
            <p14:sldId id="419"/>
            <p14:sldId id="399"/>
            <p14:sldId id="386"/>
            <p14:sldId id="387"/>
            <p14:sldId id="390"/>
            <p14:sldId id="393"/>
            <p14:sldId id="391"/>
            <p14:sldId id="392"/>
            <p14:sldId id="272"/>
            <p14:sldId id="394"/>
            <p14:sldId id="395"/>
            <p14:sldId id="396"/>
            <p14:sldId id="273"/>
            <p14:sldId id="397"/>
            <p14:sldId id="400"/>
            <p14:sldId id="401"/>
            <p14:sldId id="402"/>
            <p14:sldId id="403"/>
            <p14:sldId id="404"/>
            <p14:sldId id="405"/>
            <p14:sldId id="406"/>
            <p14:sldId id="407"/>
            <p14:sldId id="40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E4F087-0473-4F2D-A675-77C0EBA80A87}" v="170" dt="2024-09-09T21:11:59.8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91" autoAdjust="0"/>
  </p:normalViewPr>
  <p:slideViewPr>
    <p:cSldViewPr snapToGrid="0">
      <p:cViewPr varScale="1">
        <p:scale>
          <a:sx n="87" d="100"/>
          <a:sy n="87" d="100"/>
        </p:scale>
        <p:origin x="2232" y="4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r hosein razavi" userId="6a49bc28851858f8" providerId="LiveId" clId="{C8E4F087-0473-4F2D-A675-77C0EBA80A87}"/>
    <pc:docChg chg="undo redo custSel addSld modSld sldOrd modSection">
      <pc:chgData name="amir hosein razavi" userId="6a49bc28851858f8" providerId="LiveId" clId="{C8E4F087-0473-4F2D-A675-77C0EBA80A87}" dt="2024-09-09T23:07:22.697" v="603" actId="6549"/>
      <pc:docMkLst>
        <pc:docMk/>
      </pc:docMkLst>
      <pc:sldChg chg="modNotesTx">
        <pc:chgData name="amir hosein razavi" userId="6a49bc28851858f8" providerId="LiveId" clId="{C8E4F087-0473-4F2D-A675-77C0EBA80A87}" dt="2024-09-09T17:12:15.324" v="116"/>
        <pc:sldMkLst>
          <pc:docMk/>
          <pc:sldMk cId="4034701208" sldId="273"/>
        </pc:sldMkLst>
      </pc:sldChg>
      <pc:sldChg chg="modNotesTx">
        <pc:chgData name="amir hosein razavi" userId="6a49bc28851858f8" providerId="LiveId" clId="{C8E4F087-0473-4F2D-A675-77C0EBA80A87}" dt="2024-09-09T20:12:16.588" v="333" actId="20577"/>
        <pc:sldMkLst>
          <pc:docMk/>
          <pc:sldMk cId="3711692433" sldId="381"/>
        </pc:sldMkLst>
      </pc:sldChg>
      <pc:sldChg chg="modSp modNotes modNotesTx">
        <pc:chgData name="amir hosein razavi" userId="6a49bc28851858f8" providerId="LiveId" clId="{C8E4F087-0473-4F2D-A675-77C0EBA80A87}" dt="2024-09-09T20:20:15.709" v="362" actId="27636"/>
        <pc:sldMkLst>
          <pc:docMk/>
          <pc:sldMk cId="3420000197" sldId="383"/>
        </pc:sldMkLst>
        <pc:graphicFrameChg chg="mod">
          <ac:chgData name="amir hosein razavi" userId="6a49bc28851858f8" providerId="LiveId" clId="{C8E4F087-0473-4F2D-A675-77C0EBA80A87}" dt="2024-09-09T16:39:24.479" v="101" actId="20577"/>
          <ac:graphicFrameMkLst>
            <pc:docMk/>
            <pc:sldMk cId="3420000197" sldId="383"/>
            <ac:graphicFrameMk id="4" creationId="{17678F7E-2A23-71EF-164A-1FB6EF818D35}"/>
          </ac:graphicFrameMkLst>
        </pc:graphicFrameChg>
      </pc:sldChg>
      <pc:sldChg chg="modNotesTx">
        <pc:chgData name="amir hosein razavi" userId="6a49bc28851858f8" providerId="LiveId" clId="{C8E4F087-0473-4F2D-A675-77C0EBA80A87}" dt="2024-09-09T17:04:23.895" v="108"/>
        <pc:sldMkLst>
          <pc:docMk/>
          <pc:sldMk cId="3176418720" sldId="386"/>
        </pc:sldMkLst>
      </pc:sldChg>
      <pc:sldChg chg="modNotesTx">
        <pc:chgData name="amir hosein razavi" userId="6a49bc28851858f8" providerId="LiveId" clId="{C8E4F087-0473-4F2D-A675-77C0EBA80A87}" dt="2024-09-09T17:07:51.235" v="114"/>
        <pc:sldMkLst>
          <pc:docMk/>
          <pc:sldMk cId="2210723533" sldId="390"/>
        </pc:sldMkLst>
      </pc:sldChg>
      <pc:sldChg chg="modSp mod">
        <pc:chgData name="amir hosein razavi" userId="6a49bc28851858f8" providerId="LiveId" clId="{C8E4F087-0473-4F2D-A675-77C0EBA80A87}" dt="2024-09-09T16:46:55.528" v="107" actId="113"/>
        <pc:sldMkLst>
          <pc:docMk/>
          <pc:sldMk cId="809358065" sldId="391"/>
        </pc:sldMkLst>
        <pc:spChg chg="mod">
          <ac:chgData name="amir hosein razavi" userId="6a49bc28851858f8" providerId="LiveId" clId="{C8E4F087-0473-4F2D-A675-77C0EBA80A87}" dt="2024-09-09T16:46:55.528" v="107" actId="113"/>
          <ac:spMkLst>
            <pc:docMk/>
            <pc:sldMk cId="809358065" sldId="391"/>
            <ac:spMk id="3" creationId="{06CE88DE-8365-ECFA-341D-37785FBE98D0}"/>
          </ac:spMkLst>
        </pc:spChg>
      </pc:sldChg>
      <pc:sldChg chg="modSp mod">
        <pc:chgData name="amir hosein razavi" userId="6a49bc28851858f8" providerId="LiveId" clId="{C8E4F087-0473-4F2D-A675-77C0EBA80A87}" dt="2024-09-09T17:07:00.793" v="113" actId="113"/>
        <pc:sldMkLst>
          <pc:docMk/>
          <pc:sldMk cId="3831234269" sldId="392"/>
        </pc:sldMkLst>
        <pc:spChg chg="mod">
          <ac:chgData name="amir hosein razavi" userId="6a49bc28851858f8" providerId="LiveId" clId="{C8E4F087-0473-4F2D-A675-77C0EBA80A87}" dt="2024-09-09T17:07:00.793" v="113" actId="113"/>
          <ac:spMkLst>
            <pc:docMk/>
            <pc:sldMk cId="3831234269" sldId="392"/>
            <ac:spMk id="3" creationId="{06CE88DE-8365-ECFA-341D-37785FBE98D0}"/>
          </ac:spMkLst>
        </pc:spChg>
      </pc:sldChg>
      <pc:sldChg chg="modNotesTx">
        <pc:chgData name="amir hosein razavi" userId="6a49bc28851858f8" providerId="LiveId" clId="{C8E4F087-0473-4F2D-A675-77C0EBA80A87}" dt="2024-09-09T23:07:22.697" v="603" actId="6549"/>
        <pc:sldMkLst>
          <pc:docMk/>
          <pc:sldMk cId="3929627239" sldId="393"/>
        </pc:sldMkLst>
      </pc:sldChg>
      <pc:sldChg chg="modNotesTx">
        <pc:chgData name="amir hosein razavi" userId="6a49bc28851858f8" providerId="LiveId" clId="{C8E4F087-0473-4F2D-A675-77C0EBA80A87}" dt="2024-09-09T17:11:18.244" v="115"/>
        <pc:sldMkLst>
          <pc:docMk/>
          <pc:sldMk cId="1341857990" sldId="394"/>
        </pc:sldMkLst>
      </pc:sldChg>
      <pc:sldChg chg="addSp delSp modSp mod">
        <pc:chgData name="amir hosein razavi" userId="6a49bc28851858f8" providerId="LiveId" clId="{C8E4F087-0473-4F2D-A675-77C0EBA80A87}" dt="2024-09-09T21:15:23.462" v="564" actId="20577"/>
        <pc:sldMkLst>
          <pc:docMk/>
          <pc:sldMk cId="1135899714" sldId="398"/>
        </pc:sldMkLst>
        <pc:spChg chg="mod">
          <ac:chgData name="amir hosein razavi" userId="6a49bc28851858f8" providerId="LiveId" clId="{C8E4F087-0473-4F2D-A675-77C0EBA80A87}" dt="2024-09-09T21:15:23.462" v="564" actId="20577"/>
          <ac:spMkLst>
            <pc:docMk/>
            <pc:sldMk cId="1135899714" sldId="398"/>
            <ac:spMk id="3" creationId="{00000000-0000-0000-0000-000000000000}"/>
          </ac:spMkLst>
        </pc:spChg>
        <pc:spChg chg="add del">
          <ac:chgData name="amir hosein razavi" userId="6a49bc28851858f8" providerId="LiveId" clId="{C8E4F087-0473-4F2D-A675-77C0EBA80A87}" dt="2024-09-09T19:53:23.880" v="289" actId="22"/>
          <ac:spMkLst>
            <pc:docMk/>
            <pc:sldMk cId="1135899714" sldId="398"/>
            <ac:spMk id="6" creationId="{802054CD-73F8-B08C-0F8E-512B4E97FF5E}"/>
          </ac:spMkLst>
        </pc:spChg>
      </pc:sldChg>
      <pc:sldChg chg="modSp mod">
        <pc:chgData name="amir hosein razavi" userId="6a49bc28851858f8" providerId="LiveId" clId="{C8E4F087-0473-4F2D-A675-77C0EBA80A87}" dt="2024-09-09T21:16:05.532" v="599" actId="255"/>
        <pc:sldMkLst>
          <pc:docMk/>
          <pc:sldMk cId="2978296495" sldId="399"/>
        </pc:sldMkLst>
        <pc:spChg chg="mod">
          <ac:chgData name="amir hosein razavi" userId="6a49bc28851858f8" providerId="LiveId" clId="{C8E4F087-0473-4F2D-A675-77C0EBA80A87}" dt="2024-09-09T21:16:05.532" v="599" actId="255"/>
          <ac:spMkLst>
            <pc:docMk/>
            <pc:sldMk cId="2978296495" sldId="399"/>
            <ac:spMk id="3" creationId="{00000000-0000-0000-0000-000000000000}"/>
          </ac:spMkLst>
        </pc:spChg>
      </pc:sldChg>
      <pc:sldChg chg="addSp delSp modSp new mod setBg">
        <pc:chgData name="amir hosein razavi" userId="6a49bc28851858f8" providerId="LiveId" clId="{C8E4F087-0473-4F2D-A675-77C0EBA80A87}" dt="2024-09-09T17:24:00.890" v="123" actId="26606"/>
        <pc:sldMkLst>
          <pc:docMk/>
          <pc:sldMk cId="861009597" sldId="400"/>
        </pc:sldMkLst>
        <pc:spChg chg="mod">
          <ac:chgData name="amir hosein razavi" userId="6a49bc28851858f8" providerId="LiveId" clId="{C8E4F087-0473-4F2D-A675-77C0EBA80A87}" dt="2024-09-09T17:24:00.890" v="123" actId="26606"/>
          <ac:spMkLst>
            <pc:docMk/>
            <pc:sldMk cId="861009597" sldId="400"/>
            <ac:spMk id="2" creationId="{34AE3A42-AFFF-32F1-127A-73E8ABBCFEC3}"/>
          </ac:spMkLst>
        </pc:spChg>
        <pc:spChg chg="del mod">
          <ac:chgData name="amir hosein razavi" userId="6a49bc28851858f8" providerId="LiveId" clId="{C8E4F087-0473-4F2D-A675-77C0EBA80A87}" dt="2024-09-09T17:24:00.890" v="123" actId="26606"/>
          <ac:spMkLst>
            <pc:docMk/>
            <pc:sldMk cId="861009597" sldId="400"/>
            <ac:spMk id="3" creationId="{CB1A79E5-D8F0-CACF-4945-FC00C790641F}"/>
          </ac:spMkLst>
        </pc:spChg>
        <pc:spChg chg="mod">
          <ac:chgData name="amir hosein razavi" userId="6a49bc28851858f8" providerId="LiveId" clId="{C8E4F087-0473-4F2D-A675-77C0EBA80A87}" dt="2024-09-09T17:24:00.890" v="123" actId="26606"/>
          <ac:spMkLst>
            <pc:docMk/>
            <pc:sldMk cId="861009597" sldId="400"/>
            <ac:spMk id="4" creationId="{A779F0A8-CB8A-5E3B-ED5D-5A0B3912FB8A}"/>
          </ac:spMkLst>
        </pc:spChg>
        <pc:spChg chg="add">
          <ac:chgData name="amir hosein razavi" userId="6a49bc28851858f8" providerId="LiveId" clId="{C8E4F087-0473-4F2D-A675-77C0EBA80A87}" dt="2024-09-09T17:24:00.890" v="123" actId="26606"/>
          <ac:spMkLst>
            <pc:docMk/>
            <pc:sldMk cId="861009597" sldId="400"/>
            <ac:spMk id="10" creationId="{53B021B3-DE93-4AB7-8A18-CF5F1CED88B8}"/>
          </ac:spMkLst>
        </pc:spChg>
        <pc:spChg chg="add">
          <ac:chgData name="amir hosein razavi" userId="6a49bc28851858f8" providerId="LiveId" clId="{C8E4F087-0473-4F2D-A675-77C0EBA80A87}" dt="2024-09-09T17:24:00.890" v="123" actId="26606"/>
          <ac:spMkLst>
            <pc:docMk/>
            <pc:sldMk cId="861009597" sldId="400"/>
            <ac:spMk id="12" creationId="{52D502E5-F6B4-4D58-B4AE-FC466FF15EE8}"/>
          </ac:spMkLst>
        </pc:spChg>
        <pc:spChg chg="add">
          <ac:chgData name="amir hosein razavi" userId="6a49bc28851858f8" providerId="LiveId" clId="{C8E4F087-0473-4F2D-A675-77C0EBA80A87}" dt="2024-09-09T17:24:00.890" v="123" actId="26606"/>
          <ac:spMkLst>
            <pc:docMk/>
            <pc:sldMk cId="861009597" sldId="400"/>
            <ac:spMk id="14" creationId="{9DECDBF4-02B6-4BB4-B65B-B8107AD6A9E8}"/>
          </ac:spMkLst>
        </pc:spChg>
        <pc:graphicFrameChg chg="add">
          <ac:chgData name="amir hosein razavi" userId="6a49bc28851858f8" providerId="LiveId" clId="{C8E4F087-0473-4F2D-A675-77C0EBA80A87}" dt="2024-09-09T17:24:00.890" v="123" actId="26606"/>
          <ac:graphicFrameMkLst>
            <pc:docMk/>
            <pc:sldMk cId="861009597" sldId="400"/>
            <ac:graphicFrameMk id="6" creationId="{4C8602A1-7D73-8753-4EB6-FF5F56E9F98E}"/>
          </ac:graphicFrameMkLst>
        </pc:graphicFrameChg>
      </pc:sldChg>
      <pc:sldChg chg="addSp delSp modSp new mod setBg modNotesTx">
        <pc:chgData name="amir hosein razavi" userId="6a49bc28851858f8" providerId="LiveId" clId="{C8E4F087-0473-4F2D-A675-77C0EBA80A87}" dt="2024-09-09T17:38:43.996" v="168" actId="26606"/>
        <pc:sldMkLst>
          <pc:docMk/>
          <pc:sldMk cId="2501379629" sldId="401"/>
        </pc:sldMkLst>
        <pc:spChg chg="mod">
          <ac:chgData name="amir hosein razavi" userId="6a49bc28851858f8" providerId="LiveId" clId="{C8E4F087-0473-4F2D-A675-77C0EBA80A87}" dt="2024-09-09T17:38:43.996" v="168" actId="26606"/>
          <ac:spMkLst>
            <pc:docMk/>
            <pc:sldMk cId="2501379629" sldId="401"/>
            <ac:spMk id="2" creationId="{911E57C6-A109-EC44-E988-31A19C4A9273}"/>
          </ac:spMkLst>
        </pc:spChg>
        <pc:spChg chg="add del mod">
          <ac:chgData name="amir hosein razavi" userId="6a49bc28851858f8" providerId="LiveId" clId="{C8E4F087-0473-4F2D-A675-77C0EBA80A87}" dt="2024-09-09T17:38:43.996" v="168" actId="26606"/>
          <ac:spMkLst>
            <pc:docMk/>
            <pc:sldMk cId="2501379629" sldId="401"/>
            <ac:spMk id="3" creationId="{2712F67C-F1C8-DC63-AD0A-B7F60FA2B96F}"/>
          </ac:spMkLst>
        </pc:spChg>
        <pc:spChg chg="mod">
          <ac:chgData name="amir hosein razavi" userId="6a49bc28851858f8" providerId="LiveId" clId="{C8E4F087-0473-4F2D-A675-77C0EBA80A87}" dt="2024-09-09T17:38:43.996" v="168" actId="26606"/>
          <ac:spMkLst>
            <pc:docMk/>
            <pc:sldMk cId="2501379629" sldId="401"/>
            <ac:spMk id="4" creationId="{DCB7BA58-F7CD-5AF2-949A-DCBA18AA1C45}"/>
          </ac:spMkLst>
        </pc:spChg>
        <pc:spChg chg="add mod">
          <ac:chgData name="amir hosein razavi" userId="6a49bc28851858f8" providerId="LiveId" clId="{C8E4F087-0473-4F2D-A675-77C0EBA80A87}" dt="2024-09-09T17:25:49.421" v="129"/>
          <ac:spMkLst>
            <pc:docMk/>
            <pc:sldMk cId="2501379629" sldId="401"/>
            <ac:spMk id="5" creationId="{4C4EF28A-5BC3-02E1-E09B-5AC983203437}"/>
          </ac:spMkLst>
        </pc:spChg>
        <pc:spChg chg="add">
          <ac:chgData name="amir hosein razavi" userId="6a49bc28851858f8" providerId="LiveId" clId="{C8E4F087-0473-4F2D-A675-77C0EBA80A87}" dt="2024-09-09T17:38:43.996" v="168" actId="26606"/>
          <ac:spMkLst>
            <pc:docMk/>
            <pc:sldMk cId="2501379629" sldId="401"/>
            <ac:spMk id="9" creationId="{100EDD19-6802-4EC3-95CE-CFFAB042CFD6}"/>
          </ac:spMkLst>
        </pc:spChg>
        <pc:spChg chg="add">
          <ac:chgData name="amir hosein razavi" userId="6a49bc28851858f8" providerId="LiveId" clId="{C8E4F087-0473-4F2D-A675-77C0EBA80A87}" dt="2024-09-09T17:38:43.996" v="168" actId="26606"/>
          <ac:spMkLst>
            <pc:docMk/>
            <pc:sldMk cId="2501379629" sldId="401"/>
            <ac:spMk id="11" creationId="{DB17E863-922E-4C26-BD64-E8FD41D28661}"/>
          </ac:spMkLst>
        </pc:spChg>
      </pc:sldChg>
      <pc:sldChg chg="addSp delSp modSp new mod setBg">
        <pc:chgData name="amir hosein razavi" userId="6a49bc28851858f8" providerId="LiveId" clId="{C8E4F087-0473-4F2D-A675-77C0EBA80A87}" dt="2024-09-09T17:39:53.784" v="171" actId="26606"/>
        <pc:sldMkLst>
          <pc:docMk/>
          <pc:sldMk cId="2049833725" sldId="402"/>
        </pc:sldMkLst>
        <pc:spChg chg="mod">
          <ac:chgData name="amir hosein razavi" userId="6a49bc28851858f8" providerId="LiveId" clId="{C8E4F087-0473-4F2D-A675-77C0EBA80A87}" dt="2024-09-09T17:39:53.784" v="171" actId="26606"/>
          <ac:spMkLst>
            <pc:docMk/>
            <pc:sldMk cId="2049833725" sldId="402"/>
            <ac:spMk id="2" creationId="{7ED1ECE2-B176-3684-2196-80C4AC0442B1}"/>
          </ac:spMkLst>
        </pc:spChg>
        <pc:spChg chg="add del mod">
          <ac:chgData name="amir hosein razavi" userId="6a49bc28851858f8" providerId="LiveId" clId="{C8E4F087-0473-4F2D-A675-77C0EBA80A87}" dt="2024-09-09T17:39:53.784" v="171" actId="26606"/>
          <ac:spMkLst>
            <pc:docMk/>
            <pc:sldMk cId="2049833725" sldId="402"/>
            <ac:spMk id="3" creationId="{15B6D625-DFFF-599F-DC87-EC3713372BA2}"/>
          </ac:spMkLst>
        </pc:spChg>
        <pc:spChg chg="mod">
          <ac:chgData name="amir hosein razavi" userId="6a49bc28851858f8" providerId="LiveId" clId="{C8E4F087-0473-4F2D-A675-77C0EBA80A87}" dt="2024-09-09T17:39:53.784" v="171" actId="26606"/>
          <ac:spMkLst>
            <pc:docMk/>
            <pc:sldMk cId="2049833725" sldId="402"/>
            <ac:spMk id="4" creationId="{C4B0FF7D-94E2-5816-51D3-C1AC13085708}"/>
          </ac:spMkLst>
        </pc:spChg>
        <pc:spChg chg="add">
          <ac:chgData name="amir hosein razavi" userId="6a49bc28851858f8" providerId="LiveId" clId="{C8E4F087-0473-4F2D-A675-77C0EBA80A87}" dt="2024-09-09T17:39:53.784" v="171" actId="26606"/>
          <ac:spMkLst>
            <pc:docMk/>
            <pc:sldMk cId="2049833725" sldId="402"/>
            <ac:spMk id="8" creationId="{15B6D625-DFFF-599F-DC87-EC3713372BA2}"/>
          </ac:spMkLst>
        </pc:spChg>
        <pc:spChg chg="add">
          <ac:chgData name="amir hosein razavi" userId="6a49bc28851858f8" providerId="LiveId" clId="{C8E4F087-0473-4F2D-A675-77C0EBA80A87}" dt="2024-09-09T17:39:53.784" v="171" actId="26606"/>
          <ac:spMkLst>
            <pc:docMk/>
            <pc:sldMk cId="2049833725" sldId="402"/>
            <ac:spMk id="9" creationId="{09588DA8-065E-4F6F-8EFD-43104AB2E0CF}"/>
          </ac:spMkLst>
        </pc:spChg>
        <pc:spChg chg="add">
          <ac:chgData name="amir hosein razavi" userId="6a49bc28851858f8" providerId="LiveId" clId="{C8E4F087-0473-4F2D-A675-77C0EBA80A87}" dt="2024-09-09T17:39:53.784" v="171" actId="26606"/>
          <ac:spMkLst>
            <pc:docMk/>
            <pc:sldMk cId="2049833725" sldId="402"/>
            <ac:spMk id="11" creationId="{C4285719-470E-454C-AF62-8323075F1F5B}"/>
          </ac:spMkLst>
        </pc:spChg>
        <pc:spChg chg="add">
          <ac:chgData name="amir hosein razavi" userId="6a49bc28851858f8" providerId="LiveId" clId="{C8E4F087-0473-4F2D-A675-77C0EBA80A87}" dt="2024-09-09T17:39:53.784" v="171" actId="26606"/>
          <ac:spMkLst>
            <pc:docMk/>
            <pc:sldMk cId="2049833725" sldId="402"/>
            <ac:spMk id="13" creationId="{CD9FE4EF-C4D8-49A0-B2FF-81D8DB7D8A24}"/>
          </ac:spMkLst>
        </pc:spChg>
        <pc:spChg chg="add">
          <ac:chgData name="amir hosein razavi" userId="6a49bc28851858f8" providerId="LiveId" clId="{C8E4F087-0473-4F2D-A675-77C0EBA80A87}" dt="2024-09-09T17:39:53.784" v="171" actId="26606"/>
          <ac:spMkLst>
            <pc:docMk/>
            <pc:sldMk cId="2049833725" sldId="402"/>
            <ac:spMk id="15" creationId="{4300840D-0A0B-4512-BACA-B439D5B9C57C}"/>
          </ac:spMkLst>
        </pc:spChg>
        <pc:spChg chg="add">
          <ac:chgData name="amir hosein razavi" userId="6a49bc28851858f8" providerId="LiveId" clId="{C8E4F087-0473-4F2D-A675-77C0EBA80A87}" dt="2024-09-09T17:39:53.784" v="171" actId="26606"/>
          <ac:spMkLst>
            <pc:docMk/>
            <pc:sldMk cId="2049833725" sldId="402"/>
            <ac:spMk id="17" creationId="{D2B78728-A580-49A7-84F9-6EF6F583ADE0}"/>
          </ac:spMkLst>
        </pc:spChg>
        <pc:spChg chg="add">
          <ac:chgData name="amir hosein razavi" userId="6a49bc28851858f8" providerId="LiveId" clId="{C8E4F087-0473-4F2D-A675-77C0EBA80A87}" dt="2024-09-09T17:39:53.784" v="171" actId="26606"/>
          <ac:spMkLst>
            <pc:docMk/>
            <pc:sldMk cId="2049833725" sldId="402"/>
            <ac:spMk id="19" creationId="{38FAA1A1-D861-433F-88FA-1E9D6FD31D11}"/>
          </ac:spMkLst>
        </pc:spChg>
        <pc:spChg chg="add">
          <ac:chgData name="amir hosein razavi" userId="6a49bc28851858f8" providerId="LiveId" clId="{C8E4F087-0473-4F2D-A675-77C0EBA80A87}" dt="2024-09-09T17:39:53.784" v="171" actId="26606"/>
          <ac:spMkLst>
            <pc:docMk/>
            <pc:sldMk cId="2049833725" sldId="402"/>
            <ac:spMk id="21" creationId="{8D71EDA1-87BF-4D5D-AB79-F346FD19278A}"/>
          </ac:spMkLst>
        </pc:spChg>
        <pc:graphicFrameChg chg="add del">
          <ac:chgData name="amir hosein razavi" userId="6a49bc28851858f8" providerId="LiveId" clId="{C8E4F087-0473-4F2D-A675-77C0EBA80A87}" dt="2024-09-09T17:39:53.771" v="170" actId="26606"/>
          <ac:graphicFrameMkLst>
            <pc:docMk/>
            <pc:sldMk cId="2049833725" sldId="402"/>
            <ac:graphicFrameMk id="6" creationId="{41FEED98-1CA4-5322-5EA9-481643B2C2EA}"/>
          </ac:graphicFrameMkLst>
        </pc:graphicFrameChg>
      </pc:sldChg>
      <pc:sldChg chg="addSp delSp modSp new mod setBg modNotesTx">
        <pc:chgData name="amir hosein razavi" userId="6a49bc28851858f8" providerId="LiveId" clId="{C8E4F087-0473-4F2D-A675-77C0EBA80A87}" dt="2024-09-09T18:52:30.625" v="194" actId="26606"/>
        <pc:sldMkLst>
          <pc:docMk/>
          <pc:sldMk cId="2618487846" sldId="403"/>
        </pc:sldMkLst>
        <pc:spChg chg="mod">
          <ac:chgData name="amir hosein razavi" userId="6a49bc28851858f8" providerId="LiveId" clId="{C8E4F087-0473-4F2D-A675-77C0EBA80A87}" dt="2024-09-09T18:52:30.625" v="194" actId="26606"/>
          <ac:spMkLst>
            <pc:docMk/>
            <pc:sldMk cId="2618487846" sldId="403"/>
            <ac:spMk id="2" creationId="{39488A36-DBBF-C124-0114-AFD758F9BB64}"/>
          </ac:spMkLst>
        </pc:spChg>
        <pc:spChg chg="add del mod">
          <ac:chgData name="amir hosein razavi" userId="6a49bc28851858f8" providerId="LiveId" clId="{C8E4F087-0473-4F2D-A675-77C0EBA80A87}" dt="2024-09-09T18:52:30.625" v="194" actId="26606"/>
          <ac:spMkLst>
            <pc:docMk/>
            <pc:sldMk cId="2618487846" sldId="403"/>
            <ac:spMk id="3" creationId="{4E641F5B-F97A-F0D9-9F7B-3611AFD98293}"/>
          </ac:spMkLst>
        </pc:spChg>
        <pc:spChg chg="mod">
          <ac:chgData name="amir hosein razavi" userId="6a49bc28851858f8" providerId="LiveId" clId="{C8E4F087-0473-4F2D-A675-77C0EBA80A87}" dt="2024-09-09T18:52:30.625" v="194" actId="26606"/>
          <ac:spMkLst>
            <pc:docMk/>
            <pc:sldMk cId="2618487846" sldId="403"/>
            <ac:spMk id="4" creationId="{618F6CF5-A945-702B-096D-97C123611482}"/>
          </ac:spMkLst>
        </pc:spChg>
        <pc:spChg chg="add">
          <ac:chgData name="amir hosein razavi" userId="6a49bc28851858f8" providerId="LiveId" clId="{C8E4F087-0473-4F2D-A675-77C0EBA80A87}" dt="2024-09-09T18:52:30.625" v="194" actId="26606"/>
          <ac:spMkLst>
            <pc:docMk/>
            <pc:sldMk cId="2618487846" sldId="403"/>
            <ac:spMk id="9" creationId="{907EF6B7-1338-4443-8C46-6A318D952DFD}"/>
          </ac:spMkLst>
        </pc:spChg>
        <pc:spChg chg="add del">
          <ac:chgData name="amir hosein razavi" userId="6a49bc28851858f8" providerId="LiveId" clId="{C8E4F087-0473-4F2D-A675-77C0EBA80A87}" dt="2024-09-09T18:52:30.617" v="193" actId="26606"/>
          <ac:spMkLst>
            <pc:docMk/>
            <pc:sldMk cId="2618487846" sldId="403"/>
            <ac:spMk id="10" creationId="{53B021B3-DE93-4AB7-8A18-CF5F1CED88B8}"/>
          </ac:spMkLst>
        </pc:spChg>
        <pc:spChg chg="add">
          <ac:chgData name="amir hosein razavi" userId="6a49bc28851858f8" providerId="LiveId" clId="{C8E4F087-0473-4F2D-A675-77C0EBA80A87}" dt="2024-09-09T18:52:30.625" v="194" actId="26606"/>
          <ac:spMkLst>
            <pc:docMk/>
            <pc:sldMk cId="2618487846" sldId="403"/>
            <ac:spMk id="11" creationId="{DAAE4CDD-124C-4DCF-9584-B6033B545DD5}"/>
          </ac:spMkLst>
        </pc:spChg>
        <pc:spChg chg="add del">
          <ac:chgData name="amir hosein razavi" userId="6a49bc28851858f8" providerId="LiveId" clId="{C8E4F087-0473-4F2D-A675-77C0EBA80A87}" dt="2024-09-09T18:52:30.617" v="193" actId="26606"/>
          <ac:spMkLst>
            <pc:docMk/>
            <pc:sldMk cId="2618487846" sldId="403"/>
            <ac:spMk id="12" creationId="{52D502E5-F6B4-4D58-B4AE-FC466FF15EE8}"/>
          </ac:spMkLst>
        </pc:spChg>
        <pc:spChg chg="add">
          <ac:chgData name="amir hosein razavi" userId="6a49bc28851858f8" providerId="LiveId" clId="{C8E4F087-0473-4F2D-A675-77C0EBA80A87}" dt="2024-09-09T18:52:30.625" v="194" actId="26606"/>
          <ac:spMkLst>
            <pc:docMk/>
            <pc:sldMk cId="2618487846" sldId="403"/>
            <ac:spMk id="13" creationId="{081E4A58-353D-44AE-B2FC-2A74E2E400F7}"/>
          </ac:spMkLst>
        </pc:spChg>
        <pc:spChg chg="add del">
          <ac:chgData name="amir hosein razavi" userId="6a49bc28851858f8" providerId="LiveId" clId="{C8E4F087-0473-4F2D-A675-77C0EBA80A87}" dt="2024-09-09T18:52:30.617" v="193" actId="26606"/>
          <ac:spMkLst>
            <pc:docMk/>
            <pc:sldMk cId="2618487846" sldId="403"/>
            <ac:spMk id="14" creationId="{9DECDBF4-02B6-4BB4-B65B-B8107AD6A9E8}"/>
          </ac:spMkLst>
        </pc:spChg>
        <pc:spChg chg="add">
          <ac:chgData name="amir hosein razavi" userId="6a49bc28851858f8" providerId="LiveId" clId="{C8E4F087-0473-4F2D-A675-77C0EBA80A87}" dt="2024-09-09T18:52:30.625" v="194" actId="26606"/>
          <ac:spMkLst>
            <pc:docMk/>
            <pc:sldMk cId="2618487846" sldId="403"/>
            <ac:spMk id="16" creationId="{4E641F5B-F97A-F0D9-9F7B-3611AFD98293}"/>
          </ac:spMkLst>
        </pc:spChg>
        <pc:graphicFrameChg chg="add del">
          <ac:chgData name="amir hosein razavi" userId="6a49bc28851858f8" providerId="LiveId" clId="{C8E4F087-0473-4F2D-A675-77C0EBA80A87}" dt="2024-09-09T18:52:30.617" v="193" actId="26606"/>
          <ac:graphicFrameMkLst>
            <pc:docMk/>
            <pc:sldMk cId="2618487846" sldId="403"/>
            <ac:graphicFrameMk id="6" creationId="{46F71ED2-6619-331A-3C83-1C5E06A86239}"/>
          </ac:graphicFrameMkLst>
        </pc:graphicFrameChg>
      </pc:sldChg>
      <pc:sldChg chg="addSp modSp new mod setBg">
        <pc:chgData name="amir hosein razavi" userId="6a49bc28851858f8" providerId="LiveId" clId="{C8E4F087-0473-4F2D-A675-77C0EBA80A87}" dt="2024-09-09T18:52:46.405" v="195" actId="26606"/>
        <pc:sldMkLst>
          <pc:docMk/>
          <pc:sldMk cId="3590671694" sldId="404"/>
        </pc:sldMkLst>
        <pc:spChg chg="mod">
          <ac:chgData name="amir hosein razavi" userId="6a49bc28851858f8" providerId="LiveId" clId="{C8E4F087-0473-4F2D-A675-77C0EBA80A87}" dt="2024-09-09T18:52:46.405" v="195" actId="26606"/>
          <ac:spMkLst>
            <pc:docMk/>
            <pc:sldMk cId="3590671694" sldId="404"/>
            <ac:spMk id="2" creationId="{3696D968-FC8E-376C-3BEB-FB491BAEFDEA}"/>
          </ac:spMkLst>
        </pc:spChg>
        <pc:spChg chg="mod">
          <ac:chgData name="amir hosein razavi" userId="6a49bc28851858f8" providerId="LiveId" clId="{C8E4F087-0473-4F2D-A675-77C0EBA80A87}" dt="2024-09-09T18:52:46.405" v="195" actId="26606"/>
          <ac:spMkLst>
            <pc:docMk/>
            <pc:sldMk cId="3590671694" sldId="404"/>
            <ac:spMk id="3" creationId="{D522BE62-F36C-2358-FB9F-E2015DA8620D}"/>
          </ac:spMkLst>
        </pc:spChg>
        <pc:spChg chg="mod">
          <ac:chgData name="amir hosein razavi" userId="6a49bc28851858f8" providerId="LiveId" clId="{C8E4F087-0473-4F2D-A675-77C0EBA80A87}" dt="2024-09-09T18:52:46.405" v="195" actId="26606"/>
          <ac:spMkLst>
            <pc:docMk/>
            <pc:sldMk cId="3590671694" sldId="404"/>
            <ac:spMk id="4" creationId="{8E1B0DA6-26CF-0D20-9690-AA4E0C8EF1CC}"/>
          </ac:spMkLst>
        </pc:spChg>
        <pc:spChg chg="add">
          <ac:chgData name="amir hosein razavi" userId="6a49bc28851858f8" providerId="LiveId" clId="{C8E4F087-0473-4F2D-A675-77C0EBA80A87}" dt="2024-09-09T18:52:46.405" v="195" actId="26606"/>
          <ac:spMkLst>
            <pc:docMk/>
            <pc:sldMk cId="3590671694" sldId="404"/>
            <ac:spMk id="9" creationId="{C2554CA6-288E-4202-BC52-2E5A8F0C0AED}"/>
          </ac:spMkLst>
        </pc:spChg>
        <pc:spChg chg="add">
          <ac:chgData name="amir hosein razavi" userId="6a49bc28851858f8" providerId="LiveId" clId="{C8E4F087-0473-4F2D-A675-77C0EBA80A87}" dt="2024-09-09T18:52:46.405" v="195" actId="26606"/>
          <ac:spMkLst>
            <pc:docMk/>
            <pc:sldMk cId="3590671694" sldId="404"/>
            <ac:spMk id="11" creationId="{B10BB131-AC8E-4A8E-A5D1-36260F720C3B}"/>
          </ac:spMkLst>
        </pc:spChg>
        <pc:spChg chg="add">
          <ac:chgData name="amir hosein razavi" userId="6a49bc28851858f8" providerId="LiveId" clId="{C8E4F087-0473-4F2D-A675-77C0EBA80A87}" dt="2024-09-09T18:52:46.405" v="195" actId="26606"/>
          <ac:spMkLst>
            <pc:docMk/>
            <pc:sldMk cId="3590671694" sldId="404"/>
            <ac:spMk id="13" creationId="{5B7778FC-632E-4DCA-A7CB-0D7731CCF970}"/>
          </ac:spMkLst>
        </pc:spChg>
        <pc:spChg chg="add">
          <ac:chgData name="amir hosein razavi" userId="6a49bc28851858f8" providerId="LiveId" clId="{C8E4F087-0473-4F2D-A675-77C0EBA80A87}" dt="2024-09-09T18:52:46.405" v="195" actId="26606"/>
          <ac:spMkLst>
            <pc:docMk/>
            <pc:sldMk cId="3590671694" sldId="404"/>
            <ac:spMk id="15" creationId="{FA23A907-97FB-4A8F-880A-DD77401C4296}"/>
          </ac:spMkLst>
        </pc:spChg>
      </pc:sldChg>
      <pc:sldChg chg="addSp delSp modSp new mod setBg modNotesTx">
        <pc:chgData name="amir hosein razavi" userId="6a49bc28851858f8" providerId="LiveId" clId="{C8E4F087-0473-4F2D-A675-77C0EBA80A87}" dt="2024-09-09T19:23:06.702" v="270" actId="27636"/>
        <pc:sldMkLst>
          <pc:docMk/>
          <pc:sldMk cId="2472618228" sldId="405"/>
        </pc:sldMkLst>
        <pc:spChg chg="mod">
          <ac:chgData name="amir hosein razavi" userId="6a49bc28851858f8" providerId="LiveId" clId="{C8E4F087-0473-4F2D-A675-77C0EBA80A87}" dt="2024-09-09T19:10:54.193" v="216" actId="26606"/>
          <ac:spMkLst>
            <pc:docMk/>
            <pc:sldMk cId="2472618228" sldId="405"/>
            <ac:spMk id="2" creationId="{8C26B935-FB05-246D-E70C-61298CE89399}"/>
          </ac:spMkLst>
        </pc:spChg>
        <pc:spChg chg="add del mod">
          <ac:chgData name="amir hosein razavi" userId="6a49bc28851858f8" providerId="LiveId" clId="{C8E4F087-0473-4F2D-A675-77C0EBA80A87}" dt="2024-09-09T19:23:06.702" v="270" actId="27636"/>
          <ac:spMkLst>
            <pc:docMk/>
            <pc:sldMk cId="2472618228" sldId="405"/>
            <ac:spMk id="3" creationId="{A6049659-8E06-E8C5-2E13-7094D443A428}"/>
          </ac:spMkLst>
        </pc:spChg>
        <pc:spChg chg="mod">
          <ac:chgData name="amir hosein razavi" userId="6a49bc28851858f8" providerId="LiveId" clId="{C8E4F087-0473-4F2D-A675-77C0EBA80A87}" dt="2024-09-09T19:10:54.193" v="216" actId="26606"/>
          <ac:spMkLst>
            <pc:docMk/>
            <pc:sldMk cId="2472618228" sldId="405"/>
            <ac:spMk id="4" creationId="{FBA6460C-A74B-B6AB-20F7-25EC64CC187C}"/>
          </ac:spMkLst>
        </pc:spChg>
        <pc:spChg chg="add mod">
          <ac:chgData name="amir hosein razavi" userId="6a49bc28851858f8" providerId="LiveId" clId="{C8E4F087-0473-4F2D-A675-77C0EBA80A87}" dt="2024-09-09T19:02:36.743" v="200"/>
          <ac:spMkLst>
            <pc:docMk/>
            <pc:sldMk cId="2472618228" sldId="405"/>
            <ac:spMk id="5" creationId="{5BB09FEC-6B20-75E2-24FF-EA8D36BFD6C5}"/>
          </ac:spMkLst>
        </pc:spChg>
        <pc:spChg chg="add">
          <ac:chgData name="amir hosein razavi" userId="6a49bc28851858f8" providerId="LiveId" clId="{C8E4F087-0473-4F2D-A675-77C0EBA80A87}" dt="2024-09-09T19:10:54.193" v="216" actId="26606"/>
          <ac:spMkLst>
            <pc:docMk/>
            <pc:sldMk cId="2472618228" sldId="405"/>
            <ac:spMk id="9" creationId="{907EF6B7-1338-4443-8C46-6A318D952DFD}"/>
          </ac:spMkLst>
        </pc:spChg>
        <pc:spChg chg="add">
          <ac:chgData name="amir hosein razavi" userId="6a49bc28851858f8" providerId="LiveId" clId="{C8E4F087-0473-4F2D-A675-77C0EBA80A87}" dt="2024-09-09T19:10:54.193" v="216" actId="26606"/>
          <ac:spMkLst>
            <pc:docMk/>
            <pc:sldMk cId="2472618228" sldId="405"/>
            <ac:spMk id="11" creationId="{DAAE4CDD-124C-4DCF-9584-B6033B545DD5}"/>
          </ac:spMkLst>
        </pc:spChg>
        <pc:spChg chg="add">
          <ac:chgData name="amir hosein razavi" userId="6a49bc28851858f8" providerId="LiveId" clId="{C8E4F087-0473-4F2D-A675-77C0EBA80A87}" dt="2024-09-09T19:10:54.193" v="216" actId="26606"/>
          <ac:spMkLst>
            <pc:docMk/>
            <pc:sldMk cId="2472618228" sldId="405"/>
            <ac:spMk id="13" creationId="{081E4A58-353D-44AE-B2FC-2A74E2E400F7}"/>
          </ac:spMkLst>
        </pc:spChg>
      </pc:sldChg>
      <pc:sldChg chg="addSp modSp new mod setBg">
        <pc:chgData name="amir hosein razavi" userId="6a49bc28851858f8" providerId="LiveId" clId="{C8E4F087-0473-4F2D-A675-77C0EBA80A87}" dt="2024-09-09T19:10:58.559" v="217" actId="26606"/>
        <pc:sldMkLst>
          <pc:docMk/>
          <pc:sldMk cId="2398942193" sldId="406"/>
        </pc:sldMkLst>
        <pc:spChg chg="mod">
          <ac:chgData name="amir hosein razavi" userId="6a49bc28851858f8" providerId="LiveId" clId="{C8E4F087-0473-4F2D-A675-77C0EBA80A87}" dt="2024-09-09T19:10:58.559" v="217" actId="26606"/>
          <ac:spMkLst>
            <pc:docMk/>
            <pc:sldMk cId="2398942193" sldId="406"/>
            <ac:spMk id="2" creationId="{43FF0245-FC00-FC4D-2E05-201CF0AEF5E2}"/>
          </ac:spMkLst>
        </pc:spChg>
        <pc:spChg chg="mod">
          <ac:chgData name="amir hosein razavi" userId="6a49bc28851858f8" providerId="LiveId" clId="{C8E4F087-0473-4F2D-A675-77C0EBA80A87}" dt="2024-09-09T19:10:58.559" v="217" actId="26606"/>
          <ac:spMkLst>
            <pc:docMk/>
            <pc:sldMk cId="2398942193" sldId="406"/>
            <ac:spMk id="3" creationId="{2588C132-4CE2-736F-8258-F4DA2C3EC4F3}"/>
          </ac:spMkLst>
        </pc:spChg>
        <pc:spChg chg="mod">
          <ac:chgData name="amir hosein razavi" userId="6a49bc28851858f8" providerId="LiveId" clId="{C8E4F087-0473-4F2D-A675-77C0EBA80A87}" dt="2024-09-09T19:10:58.559" v="217" actId="26606"/>
          <ac:spMkLst>
            <pc:docMk/>
            <pc:sldMk cId="2398942193" sldId="406"/>
            <ac:spMk id="4" creationId="{494BBC0B-4619-2705-BF4A-13C98C21D44D}"/>
          </ac:spMkLst>
        </pc:spChg>
        <pc:spChg chg="add">
          <ac:chgData name="amir hosein razavi" userId="6a49bc28851858f8" providerId="LiveId" clId="{C8E4F087-0473-4F2D-A675-77C0EBA80A87}" dt="2024-09-09T19:10:58.559" v="217" actId="26606"/>
          <ac:spMkLst>
            <pc:docMk/>
            <pc:sldMk cId="2398942193" sldId="406"/>
            <ac:spMk id="9" creationId="{C2554CA6-288E-4202-BC52-2E5A8F0C0AED}"/>
          </ac:spMkLst>
        </pc:spChg>
        <pc:spChg chg="add">
          <ac:chgData name="amir hosein razavi" userId="6a49bc28851858f8" providerId="LiveId" clId="{C8E4F087-0473-4F2D-A675-77C0EBA80A87}" dt="2024-09-09T19:10:58.559" v="217" actId="26606"/>
          <ac:spMkLst>
            <pc:docMk/>
            <pc:sldMk cId="2398942193" sldId="406"/>
            <ac:spMk id="11" creationId="{B10BB131-AC8E-4A8E-A5D1-36260F720C3B}"/>
          </ac:spMkLst>
        </pc:spChg>
        <pc:spChg chg="add">
          <ac:chgData name="amir hosein razavi" userId="6a49bc28851858f8" providerId="LiveId" clId="{C8E4F087-0473-4F2D-A675-77C0EBA80A87}" dt="2024-09-09T19:10:58.559" v="217" actId="26606"/>
          <ac:spMkLst>
            <pc:docMk/>
            <pc:sldMk cId="2398942193" sldId="406"/>
            <ac:spMk id="13" creationId="{5B7778FC-632E-4DCA-A7CB-0D7731CCF970}"/>
          </ac:spMkLst>
        </pc:spChg>
        <pc:spChg chg="add">
          <ac:chgData name="amir hosein razavi" userId="6a49bc28851858f8" providerId="LiveId" clId="{C8E4F087-0473-4F2D-A675-77C0EBA80A87}" dt="2024-09-09T19:10:58.559" v="217" actId="26606"/>
          <ac:spMkLst>
            <pc:docMk/>
            <pc:sldMk cId="2398942193" sldId="406"/>
            <ac:spMk id="15" creationId="{FA23A907-97FB-4A8F-880A-DD77401C4296}"/>
          </ac:spMkLst>
        </pc:spChg>
      </pc:sldChg>
      <pc:sldChg chg="addSp modSp new mod setBg modNotesTx">
        <pc:chgData name="amir hosein razavi" userId="6a49bc28851858f8" providerId="LiveId" clId="{C8E4F087-0473-4F2D-A675-77C0EBA80A87}" dt="2024-09-09T19:25:30.587" v="276" actId="20577"/>
        <pc:sldMkLst>
          <pc:docMk/>
          <pc:sldMk cId="973494558" sldId="407"/>
        </pc:sldMkLst>
        <pc:spChg chg="mod">
          <ac:chgData name="amir hosein razavi" userId="6a49bc28851858f8" providerId="LiveId" clId="{C8E4F087-0473-4F2D-A675-77C0EBA80A87}" dt="2024-09-09T19:20:56.566" v="262" actId="26606"/>
          <ac:spMkLst>
            <pc:docMk/>
            <pc:sldMk cId="973494558" sldId="407"/>
            <ac:spMk id="2" creationId="{C9EB6828-0E67-8F74-862F-6250EB18AA69}"/>
          </ac:spMkLst>
        </pc:spChg>
        <pc:spChg chg="mod">
          <ac:chgData name="amir hosein razavi" userId="6a49bc28851858f8" providerId="LiveId" clId="{C8E4F087-0473-4F2D-A675-77C0EBA80A87}" dt="2024-09-09T19:25:30.587" v="276" actId="20577"/>
          <ac:spMkLst>
            <pc:docMk/>
            <pc:sldMk cId="973494558" sldId="407"/>
            <ac:spMk id="3" creationId="{902C27EC-893B-3950-4861-1594E4479AB3}"/>
          </ac:spMkLst>
        </pc:spChg>
        <pc:spChg chg="mod">
          <ac:chgData name="amir hosein razavi" userId="6a49bc28851858f8" providerId="LiveId" clId="{C8E4F087-0473-4F2D-A675-77C0EBA80A87}" dt="2024-09-09T19:20:56.566" v="262" actId="26606"/>
          <ac:spMkLst>
            <pc:docMk/>
            <pc:sldMk cId="973494558" sldId="407"/>
            <ac:spMk id="4" creationId="{65491392-5353-C87C-AEFB-DFCD87571FC1}"/>
          </ac:spMkLst>
        </pc:spChg>
        <pc:spChg chg="add">
          <ac:chgData name="amir hosein razavi" userId="6a49bc28851858f8" providerId="LiveId" clId="{C8E4F087-0473-4F2D-A675-77C0EBA80A87}" dt="2024-09-09T19:20:56.566" v="262" actId="26606"/>
          <ac:spMkLst>
            <pc:docMk/>
            <pc:sldMk cId="973494558" sldId="407"/>
            <ac:spMk id="9" creationId="{907EF6B7-1338-4443-8C46-6A318D952DFD}"/>
          </ac:spMkLst>
        </pc:spChg>
        <pc:spChg chg="add">
          <ac:chgData name="amir hosein razavi" userId="6a49bc28851858f8" providerId="LiveId" clId="{C8E4F087-0473-4F2D-A675-77C0EBA80A87}" dt="2024-09-09T19:20:56.566" v="262" actId="26606"/>
          <ac:spMkLst>
            <pc:docMk/>
            <pc:sldMk cId="973494558" sldId="407"/>
            <ac:spMk id="11" creationId="{DAAE4CDD-124C-4DCF-9584-B6033B545DD5}"/>
          </ac:spMkLst>
        </pc:spChg>
        <pc:spChg chg="add">
          <ac:chgData name="amir hosein razavi" userId="6a49bc28851858f8" providerId="LiveId" clId="{C8E4F087-0473-4F2D-A675-77C0EBA80A87}" dt="2024-09-09T19:20:56.566" v="262" actId="26606"/>
          <ac:spMkLst>
            <pc:docMk/>
            <pc:sldMk cId="973494558" sldId="407"/>
            <ac:spMk id="13" creationId="{081E4A58-353D-44AE-B2FC-2A74E2E400F7}"/>
          </ac:spMkLst>
        </pc:spChg>
      </pc:sldChg>
      <pc:sldChg chg="addSp modSp new mod setBg">
        <pc:chgData name="amir hosein razavi" userId="6a49bc28851858f8" providerId="LiveId" clId="{C8E4F087-0473-4F2D-A675-77C0EBA80A87}" dt="2024-09-09T19:27:09.716" v="283" actId="113"/>
        <pc:sldMkLst>
          <pc:docMk/>
          <pc:sldMk cId="794710943" sldId="408"/>
        </pc:sldMkLst>
        <pc:spChg chg="mod">
          <ac:chgData name="amir hosein razavi" userId="6a49bc28851858f8" providerId="LiveId" clId="{C8E4F087-0473-4F2D-A675-77C0EBA80A87}" dt="2024-09-09T19:21:00.518" v="263" actId="26606"/>
          <ac:spMkLst>
            <pc:docMk/>
            <pc:sldMk cId="794710943" sldId="408"/>
            <ac:spMk id="2" creationId="{94820F97-20E1-E454-9A58-C870128533BB}"/>
          </ac:spMkLst>
        </pc:spChg>
        <pc:spChg chg="mod">
          <ac:chgData name="amir hosein razavi" userId="6a49bc28851858f8" providerId="LiveId" clId="{C8E4F087-0473-4F2D-A675-77C0EBA80A87}" dt="2024-09-09T19:27:09.716" v="283" actId="113"/>
          <ac:spMkLst>
            <pc:docMk/>
            <pc:sldMk cId="794710943" sldId="408"/>
            <ac:spMk id="3" creationId="{32905CE1-CCD5-2F63-3D5E-5AAB74B19FFC}"/>
          </ac:spMkLst>
        </pc:spChg>
        <pc:spChg chg="mod">
          <ac:chgData name="amir hosein razavi" userId="6a49bc28851858f8" providerId="LiveId" clId="{C8E4F087-0473-4F2D-A675-77C0EBA80A87}" dt="2024-09-09T19:21:00.518" v="263" actId="26606"/>
          <ac:spMkLst>
            <pc:docMk/>
            <pc:sldMk cId="794710943" sldId="408"/>
            <ac:spMk id="4" creationId="{7A6226ED-00DB-3727-1C6A-ABF30108BE76}"/>
          </ac:spMkLst>
        </pc:spChg>
        <pc:spChg chg="add">
          <ac:chgData name="amir hosein razavi" userId="6a49bc28851858f8" providerId="LiveId" clId="{C8E4F087-0473-4F2D-A675-77C0EBA80A87}" dt="2024-09-09T19:21:00.518" v="263" actId="26606"/>
          <ac:spMkLst>
            <pc:docMk/>
            <pc:sldMk cId="794710943" sldId="408"/>
            <ac:spMk id="9" creationId="{C2554CA6-288E-4202-BC52-2E5A8F0C0AED}"/>
          </ac:spMkLst>
        </pc:spChg>
        <pc:spChg chg="add">
          <ac:chgData name="amir hosein razavi" userId="6a49bc28851858f8" providerId="LiveId" clId="{C8E4F087-0473-4F2D-A675-77C0EBA80A87}" dt="2024-09-09T19:21:00.518" v="263" actId="26606"/>
          <ac:spMkLst>
            <pc:docMk/>
            <pc:sldMk cId="794710943" sldId="408"/>
            <ac:spMk id="11" creationId="{B10BB131-AC8E-4A8E-A5D1-36260F720C3B}"/>
          </ac:spMkLst>
        </pc:spChg>
        <pc:spChg chg="add">
          <ac:chgData name="amir hosein razavi" userId="6a49bc28851858f8" providerId="LiveId" clId="{C8E4F087-0473-4F2D-A675-77C0EBA80A87}" dt="2024-09-09T19:21:00.518" v="263" actId="26606"/>
          <ac:spMkLst>
            <pc:docMk/>
            <pc:sldMk cId="794710943" sldId="408"/>
            <ac:spMk id="13" creationId="{5B7778FC-632E-4DCA-A7CB-0D7731CCF970}"/>
          </ac:spMkLst>
        </pc:spChg>
        <pc:spChg chg="add">
          <ac:chgData name="amir hosein razavi" userId="6a49bc28851858f8" providerId="LiveId" clId="{C8E4F087-0473-4F2D-A675-77C0EBA80A87}" dt="2024-09-09T19:21:00.518" v="263" actId="26606"/>
          <ac:spMkLst>
            <pc:docMk/>
            <pc:sldMk cId="794710943" sldId="408"/>
            <ac:spMk id="15" creationId="{FA23A907-97FB-4A8F-880A-DD77401C4296}"/>
          </ac:spMkLst>
        </pc:spChg>
      </pc:sldChg>
      <pc:sldChg chg="addSp modSp new mod setBg">
        <pc:chgData name="amir hosein razavi" userId="6a49bc28851858f8" providerId="LiveId" clId="{C8E4F087-0473-4F2D-A675-77C0EBA80A87}" dt="2024-09-09T19:59:59.045" v="309" actId="14100"/>
        <pc:sldMkLst>
          <pc:docMk/>
          <pc:sldMk cId="226826636" sldId="409"/>
        </pc:sldMkLst>
        <pc:spChg chg="mod">
          <ac:chgData name="amir hosein razavi" userId="6a49bc28851858f8" providerId="LiveId" clId="{C8E4F087-0473-4F2D-A675-77C0EBA80A87}" dt="2024-09-09T19:55:13.711" v="299" actId="26606"/>
          <ac:spMkLst>
            <pc:docMk/>
            <pc:sldMk cId="226826636" sldId="409"/>
            <ac:spMk id="2" creationId="{D84A7494-F93F-87BC-BF09-E1E29087FC51}"/>
          </ac:spMkLst>
        </pc:spChg>
        <pc:spChg chg="mod">
          <ac:chgData name="amir hosein razavi" userId="6a49bc28851858f8" providerId="LiveId" clId="{C8E4F087-0473-4F2D-A675-77C0EBA80A87}" dt="2024-09-09T19:59:59.045" v="309" actId="14100"/>
          <ac:spMkLst>
            <pc:docMk/>
            <pc:sldMk cId="226826636" sldId="409"/>
            <ac:spMk id="3" creationId="{AD5DD95B-F5CB-E184-9AD5-869B2968347D}"/>
          </ac:spMkLst>
        </pc:spChg>
        <pc:spChg chg="mod">
          <ac:chgData name="amir hosein razavi" userId="6a49bc28851858f8" providerId="LiveId" clId="{C8E4F087-0473-4F2D-A675-77C0EBA80A87}" dt="2024-09-09T19:55:13.711" v="299" actId="26606"/>
          <ac:spMkLst>
            <pc:docMk/>
            <pc:sldMk cId="226826636" sldId="409"/>
            <ac:spMk id="4" creationId="{B99929D6-1416-8586-1321-446EAF3A20D4}"/>
          </ac:spMkLst>
        </pc:spChg>
        <pc:spChg chg="add">
          <ac:chgData name="amir hosein razavi" userId="6a49bc28851858f8" providerId="LiveId" clId="{C8E4F087-0473-4F2D-A675-77C0EBA80A87}" dt="2024-09-09T19:55:13.711" v="299" actId="26606"/>
          <ac:spMkLst>
            <pc:docMk/>
            <pc:sldMk cId="226826636" sldId="409"/>
            <ac:spMk id="10" creationId="{3ECBE1F1-D69B-4AFA-ABD5-8E41720EF6DE}"/>
          </ac:spMkLst>
        </pc:spChg>
        <pc:spChg chg="add">
          <ac:chgData name="amir hosein razavi" userId="6a49bc28851858f8" providerId="LiveId" clId="{C8E4F087-0473-4F2D-A675-77C0EBA80A87}" dt="2024-09-09T19:55:13.711" v="299" actId="26606"/>
          <ac:spMkLst>
            <pc:docMk/>
            <pc:sldMk cId="226826636" sldId="409"/>
            <ac:spMk id="12" creationId="{603A6265-E10C-4B85-9C20-E75FCAF9CC63}"/>
          </ac:spMkLst>
        </pc:spChg>
        <pc:picChg chg="add">
          <ac:chgData name="amir hosein razavi" userId="6a49bc28851858f8" providerId="LiveId" clId="{C8E4F087-0473-4F2D-A675-77C0EBA80A87}" dt="2024-09-09T19:55:13.711" v="299" actId="26606"/>
          <ac:picMkLst>
            <pc:docMk/>
            <pc:sldMk cId="226826636" sldId="409"/>
            <ac:picMk id="6" creationId="{8A833B66-4568-C84E-094C-0B41A14FB31D}"/>
          </ac:picMkLst>
        </pc:picChg>
      </pc:sldChg>
      <pc:sldChg chg="addSp delSp modSp new mod setBg">
        <pc:chgData name="amir hosein razavi" userId="6a49bc28851858f8" providerId="LiveId" clId="{C8E4F087-0473-4F2D-A675-77C0EBA80A87}" dt="2024-09-09T20:19:01.489" v="355" actId="26606"/>
        <pc:sldMkLst>
          <pc:docMk/>
          <pc:sldMk cId="2412626852" sldId="410"/>
        </pc:sldMkLst>
        <pc:spChg chg="mod">
          <ac:chgData name="amir hosein razavi" userId="6a49bc28851858f8" providerId="LiveId" clId="{C8E4F087-0473-4F2D-A675-77C0EBA80A87}" dt="2024-09-09T20:19:01.489" v="355" actId="26606"/>
          <ac:spMkLst>
            <pc:docMk/>
            <pc:sldMk cId="2412626852" sldId="410"/>
            <ac:spMk id="2" creationId="{F52FFA4F-0700-7009-1B38-E88F04947D8F}"/>
          </ac:spMkLst>
        </pc:spChg>
        <pc:spChg chg="add del mod">
          <ac:chgData name="amir hosein razavi" userId="6a49bc28851858f8" providerId="LiveId" clId="{C8E4F087-0473-4F2D-A675-77C0EBA80A87}" dt="2024-09-09T20:19:01.489" v="355" actId="26606"/>
          <ac:spMkLst>
            <pc:docMk/>
            <pc:sldMk cId="2412626852" sldId="410"/>
            <ac:spMk id="3" creationId="{F79FDBC9-7A1B-7C5B-4EAF-B9EC1A553763}"/>
          </ac:spMkLst>
        </pc:spChg>
        <pc:spChg chg="mod">
          <ac:chgData name="amir hosein razavi" userId="6a49bc28851858f8" providerId="LiveId" clId="{C8E4F087-0473-4F2D-A675-77C0EBA80A87}" dt="2024-09-09T20:19:01.489" v="355" actId="26606"/>
          <ac:spMkLst>
            <pc:docMk/>
            <pc:sldMk cId="2412626852" sldId="410"/>
            <ac:spMk id="4" creationId="{3DC0BFD6-8EA7-12C6-256C-DCB68ADA5073}"/>
          </ac:spMkLst>
        </pc:spChg>
        <pc:spChg chg="add">
          <ac:chgData name="amir hosein razavi" userId="6a49bc28851858f8" providerId="LiveId" clId="{C8E4F087-0473-4F2D-A675-77C0EBA80A87}" dt="2024-09-09T20:19:01.489" v="355" actId="26606"/>
          <ac:spMkLst>
            <pc:docMk/>
            <pc:sldMk cId="2412626852" sldId="410"/>
            <ac:spMk id="10" creationId="{16AC3602-3348-4F31-9E43-076B03514ECB}"/>
          </ac:spMkLst>
        </pc:spChg>
        <pc:spChg chg="add">
          <ac:chgData name="amir hosein razavi" userId="6a49bc28851858f8" providerId="LiveId" clId="{C8E4F087-0473-4F2D-A675-77C0EBA80A87}" dt="2024-09-09T20:19:01.489" v="355" actId="26606"/>
          <ac:spMkLst>
            <pc:docMk/>
            <pc:sldMk cId="2412626852" sldId="410"/>
            <ac:spMk id="12" creationId="{394094B0-A6C9-44BE-9042-66EF0612F625}"/>
          </ac:spMkLst>
        </pc:spChg>
        <pc:spChg chg="add">
          <ac:chgData name="amir hosein razavi" userId="6a49bc28851858f8" providerId="LiveId" clId="{C8E4F087-0473-4F2D-A675-77C0EBA80A87}" dt="2024-09-09T20:19:01.489" v="355" actId="26606"/>
          <ac:spMkLst>
            <pc:docMk/>
            <pc:sldMk cId="2412626852" sldId="410"/>
            <ac:spMk id="14" creationId="{64C2CA96-0B16-4AA7-B340-33044D238597}"/>
          </ac:spMkLst>
        </pc:spChg>
        <pc:spChg chg="add">
          <ac:chgData name="amir hosein razavi" userId="6a49bc28851858f8" providerId="LiveId" clId="{C8E4F087-0473-4F2D-A675-77C0EBA80A87}" dt="2024-09-09T20:19:01.489" v="355" actId="26606"/>
          <ac:spMkLst>
            <pc:docMk/>
            <pc:sldMk cId="2412626852" sldId="410"/>
            <ac:spMk id="16" creationId="{1D50D7A8-F1D5-4306-8A9B-DD7A73EB8BCE}"/>
          </ac:spMkLst>
        </pc:spChg>
        <pc:graphicFrameChg chg="add del">
          <ac:chgData name="amir hosein razavi" userId="6a49bc28851858f8" providerId="LiveId" clId="{C8E4F087-0473-4F2D-A675-77C0EBA80A87}" dt="2024-09-09T20:19:01.465" v="354" actId="26606"/>
          <ac:graphicFrameMkLst>
            <pc:docMk/>
            <pc:sldMk cId="2412626852" sldId="410"/>
            <ac:graphicFrameMk id="6" creationId="{4B9F96BC-A2F9-9EDD-44DE-78FBEA402AA4}"/>
          </ac:graphicFrameMkLst>
        </pc:graphicFrameChg>
        <pc:graphicFrameChg chg="add">
          <ac:chgData name="amir hosein razavi" userId="6a49bc28851858f8" providerId="LiveId" clId="{C8E4F087-0473-4F2D-A675-77C0EBA80A87}" dt="2024-09-09T20:19:01.489" v="355" actId="26606"/>
          <ac:graphicFrameMkLst>
            <pc:docMk/>
            <pc:sldMk cId="2412626852" sldId="410"/>
            <ac:graphicFrameMk id="8" creationId="{99595E34-B8B8-8978-D27A-61D80F1E678D}"/>
          </ac:graphicFrameMkLst>
        </pc:graphicFrameChg>
      </pc:sldChg>
      <pc:sldChg chg="addSp delSp modSp new mod setBg">
        <pc:chgData name="amir hosein razavi" userId="6a49bc28851858f8" providerId="LiveId" clId="{C8E4F087-0473-4F2D-A675-77C0EBA80A87}" dt="2024-09-09T20:19:08.159" v="356" actId="26606"/>
        <pc:sldMkLst>
          <pc:docMk/>
          <pc:sldMk cId="4130887907" sldId="411"/>
        </pc:sldMkLst>
        <pc:spChg chg="mod">
          <ac:chgData name="amir hosein razavi" userId="6a49bc28851858f8" providerId="LiveId" clId="{C8E4F087-0473-4F2D-A675-77C0EBA80A87}" dt="2024-09-09T20:19:08.159" v="356" actId="26606"/>
          <ac:spMkLst>
            <pc:docMk/>
            <pc:sldMk cId="4130887907" sldId="411"/>
            <ac:spMk id="2" creationId="{361973BC-53DD-35F1-BEE2-BCAEBBA30F39}"/>
          </ac:spMkLst>
        </pc:spChg>
        <pc:spChg chg="del mod">
          <ac:chgData name="amir hosein razavi" userId="6a49bc28851858f8" providerId="LiveId" clId="{C8E4F087-0473-4F2D-A675-77C0EBA80A87}" dt="2024-09-09T20:19:08.159" v="356" actId="26606"/>
          <ac:spMkLst>
            <pc:docMk/>
            <pc:sldMk cId="4130887907" sldId="411"/>
            <ac:spMk id="3" creationId="{519B81C2-2DB9-1EA1-0B5F-B14F4D359258}"/>
          </ac:spMkLst>
        </pc:spChg>
        <pc:spChg chg="mod">
          <ac:chgData name="amir hosein razavi" userId="6a49bc28851858f8" providerId="LiveId" clId="{C8E4F087-0473-4F2D-A675-77C0EBA80A87}" dt="2024-09-09T20:19:08.159" v="356" actId="26606"/>
          <ac:spMkLst>
            <pc:docMk/>
            <pc:sldMk cId="4130887907" sldId="411"/>
            <ac:spMk id="4" creationId="{4FFB7E75-D5EF-18B6-222B-03E6F9D3804F}"/>
          </ac:spMkLst>
        </pc:spChg>
        <pc:spChg chg="add">
          <ac:chgData name="amir hosein razavi" userId="6a49bc28851858f8" providerId="LiveId" clId="{C8E4F087-0473-4F2D-A675-77C0EBA80A87}" dt="2024-09-09T20:19:08.159" v="356" actId="26606"/>
          <ac:spMkLst>
            <pc:docMk/>
            <pc:sldMk cId="4130887907" sldId="411"/>
            <ac:spMk id="10" creationId="{16AC3602-3348-4F31-9E43-076B03514ECB}"/>
          </ac:spMkLst>
        </pc:spChg>
        <pc:spChg chg="add">
          <ac:chgData name="amir hosein razavi" userId="6a49bc28851858f8" providerId="LiveId" clId="{C8E4F087-0473-4F2D-A675-77C0EBA80A87}" dt="2024-09-09T20:19:08.159" v="356" actId="26606"/>
          <ac:spMkLst>
            <pc:docMk/>
            <pc:sldMk cId="4130887907" sldId="411"/>
            <ac:spMk id="12" creationId="{394094B0-A6C9-44BE-9042-66EF0612F625}"/>
          </ac:spMkLst>
        </pc:spChg>
        <pc:spChg chg="add">
          <ac:chgData name="amir hosein razavi" userId="6a49bc28851858f8" providerId="LiveId" clId="{C8E4F087-0473-4F2D-A675-77C0EBA80A87}" dt="2024-09-09T20:19:08.159" v="356" actId="26606"/>
          <ac:spMkLst>
            <pc:docMk/>
            <pc:sldMk cId="4130887907" sldId="411"/>
            <ac:spMk id="14" creationId="{64C2CA96-0B16-4AA7-B340-33044D238597}"/>
          </ac:spMkLst>
        </pc:spChg>
        <pc:spChg chg="add">
          <ac:chgData name="amir hosein razavi" userId="6a49bc28851858f8" providerId="LiveId" clId="{C8E4F087-0473-4F2D-A675-77C0EBA80A87}" dt="2024-09-09T20:19:08.159" v="356" actId="26606"/>
          <ac:spMkLst>
            <pc:docMk/>
            <pc:sldMk cId="4130887907" sldId="411"/>
            <ac:spMk id="16" creationId="{1D50D7A8-F1D5-4306-8A9B-DD7A73EB8BCE}"/>
          </ac:spMkLst>
        </pc:spChg>
        <pc:graphicFrameChg chg="add">
          <ac:chgData name="amir hosein razavi" userId="6a49bc28851858f8" providerId="LiveId" clId="{C8E4F087-0473-4F2D-A675-77C0EBA80A87}" dt="2024-09-09T20:19:08.159" v="356" actId="26606"/>
          <ac:graphicFrameMkLst>
            <pc:docMk/>
            <pc:sldMk cId="4130887907" sldId="411"/>
            <ac:graphicFrameMk id="6" creationId="{1076F7E6-A837-5662-8B97-B59FEF3F78FE}"/>
          </ac:graphicFrameMkLst>
        </pc:graphicFrameChg>
      </pc:sldChg>
      <pc:sldChg chg="addSp delSp modSp new mod setBg">
        <pc:chgData name="amir hosein razavi" userId="6a49bc28851858f8" providerId="LiveId" clId="{C8E4F087-0473-4F2D-A675-77C0EBA80A87}" dt="2024-09-09T20:21:07.591" v="368" actId="26606"/>
        <pc:sldMkLst>
          <pc:docMk/>
          <pc:sldMk cId="2980113095" sldId="412"/>
        </pc:sldMkLst>
        <pc:spChg chg="mod">
          <ac:chgData name="amir hosein razavi" userId="6a49bc28851858f8" providerId="LiveId" clId="{C8E4F087-0473-4F2D-A675-77C0EBA80A87}" dt="2024-09-09T20:21:07.591" v="368" actId="26606"/>
          <ac:spMkLst>
            <pc:docMk/>
            <pc:sldMk cId="2980113095" sldId="412"/>
            <ac:spMk id="2" creationId="{26235940-EC9B-C865-E3D4-279AA1F9FA0B}"/>
          </ac:spMkLst>
        </pc:spChg>
        <pc:spChg chg="add del mod">
          <ac:chgData name="amir hosein razavi" userId="6a49bc28851858f8" providerId="LiveId" clId="{C8E4F087-0473-4F2D-A675-77C0EBA80A87}" dt="2024-09-09T20:21:07.591" v="368" actId="26606"/>
          <ac:spMkLst>
            <pc:docMk/>
            <pc:sldMk cId="2980113095" sldId="412"/>
            <ac:spMk id="3" creationId="{F771A5BA-4F03-A319-7ED8-C183ACE77BC9}"/>
          </ac:spMkLst>
        </pc:spChg>
        <pc:spChg chg="mod">
          <ac:chgData name="amir hosein razavi" userId="6a49bc28851858f8" providerId="LiveId" clId="{C8E4F087-0473-4F2D-A675-77C0EBA80A87}" dt="2024-09-09T20:21:07.591" v="368" actId="26606"/>
          <ac:spMkLst>
            <pc:docMk/>
            <pc:sldMk cId="2980113095" sldId="412"/>
            <ac:spMk id="4" creationId="{4CF3FC74-235F-F606-25A7-C894C83468BB}"/>
          </ac:spMkLst>
        </pc:spChg>
        <pc:spChg chg="add mod">
          <ac:chgData name="amir hosein razavi" userId="6a49bc28851858f8" providerId="LiveId" clId="{C8E4F087-0473-4F2D-A675-77C0EBA80A87}" dt="2024-09-09T20:20:15.639" v="361"/>
          <ac:spMkLst>
            <pc:docMk/>
            <pc:sldMk cId="2980113095" sldId="412"/>
            <ac:spMk id="5" creationId="{95E06B64-7AB2-77A8-7027-CFE37343D690}"/>
          </ac:spMkLst>
        </pc:spChg>
        <pc:spChg chg="add del">
          <ac:chgData name="amir hosein razavi" userId="6a49bc28851858f8" providerId="LiveId" clId="{C8E4F087-0473-4F2D-A675-77C0EBA80A87}" dt="2024-09-09T20:21:07.568" v="367" actId="26606"/>
          <ac:spMkLst>
            <pc:docMk/>
            <pc:sldMk cId="2980113095" sldId="412"/>
            <ac:spMk id="10" creationId="{16AC3602-3348-4F31-9E43-076B03514ECB}"/>
          </ac:spMkLst>
        </pc:spChg>
        <pc:spChg chg="add del">
          <ac:chgData name="amir hosein razavi" userId="6a49bc28851858f8" providerId="LiveId" clId="{C8E4F087-0473-4F2D-A675-77C0EBA80A87}" dt="2024-09-09T20:21:07.568" v="367" actId="26606"/>
          <ac:spMkLst>
            <pc:docMk/>
            <pc:sldMk cId="2980113095" sldId="412"/>
            <ac:spMk id="12" creationId="{394094B0-A6C9-44BE-9042-66EF0612F625}"/>
          </ac:spMkLst>
        </pc:spChg>
        <pc:spChg chg="add del">
          <ac:chgData name="amir hosein razavi" userId="6a49bc28851858f8" providerId="LiveId" clId="{C8E4F087-0473-4F2D-A675-77C0EBA80A87}" dt="2024-09-09T20:21:07.568" v="367" actId="26606"/>
          <ac:spMkLst>
            <pc:docMk/>
            <pc:sldMk cId="2980113095" sldId="412"/>
            <ac:spMk id="14" creationId="{64C2CA96-0B16-4AA7-B340-33044D238597}"/>
          </ac:spMkLst>
        </pc:spChg>
        <pc:spChg chg="add del">
          <ac:chgData name="amir hosein razavi" userId="6a49bc28851858f8" providerId="LiveId" clId="{C8E4F087-0473-4F2D-A675-77C0EBA80A87}" dt="2024-09-09T20:21:07.568" v="367" actId="26606"/>
          <ac:spMkLst>
            <pc:docMk/>
            <pc:sldMk cId="2980113095" sldId="412"/>
            <ac:spMk id="16" creationId="{1D50D7A8-F1D5-4306-8A9B-DD7A73EB8BCE}"/>
          </ac:spMkLst>
        </pc:spChg>
        <pc:spChg chg="add">
          <ac:chgData name="amir hosein razavi" userId="6a49bc28851858f8" providerId="LiveId" clId="{C8E4F087-0473-4F2D-A675-77C0EBA80A87}" dt="2024-09-09T20:21:07.591" v="368" actId="26606"/>
          <ac:spMkLst>
            <pc:docMk/>
            <pc:sldMk cId="2980113095" sldId="412"/>
            <ac:spMk id="17" creationId="{D5B0017B-2ECA-49AF-B397-DC140825DF8D}"/>
          </ac:spMkLst>
        </pc:spChg>
        <pc:spChg chg="add">
          <ac:chgData name="amir hosein razavi" userId="6a49bc28851858f8" providerId="LiveId" clId="{C8E4F087-0473-4F2D-A675-77C0EBA80A87}" dt="2024-09-09T20:21:07.591" v="368" actId="26606"/>
          <ac:spMkLst>
            <pc:docMk/>
            <pc:sldMk cId="2980113095" sldId="412"/>
            <ac:spMk id="18" creationId="{56E9B3E6-E277-4D68-BA48-9CB43FFBD6E2}"/>
          </ac:spMkLst>
        </pc:spChg>
        <pc:grpChg chg="add">
          <ac:chgData name="amir hosein razavi" userId="6a49bc28851858f8" providerId="LiveId" clId="{C8E4F087-0473-4F2D-A675-77C0EBA80A87}" dt="2024-09-09T20:21:07.591" v="368" actId="26606"/>
          <ac:grpSpMkLst>
            <pc:docMk/>
            <pc:sldMk cId="2980113095" sldId="412"/>
            <ac:grpSpMk id="20" creationId="{AE1C45F0-260A-458C-96ED-C1F6D2151219}"/>
          </ac:grpSpMkLst>
        </pc:grpChg>
        <pc:graphicFrameChg chg="add del">
          <ac:chgData name="amir hosein razavi" userId="6a49bc28851858f8" providerId="LiveId" clId="{C8E4F087-0473-4F2D-A675-77C0EBA80A87}" dt="2024-09-09T20:21:07.568" v="367" actId="26606"/>
          <ac:graphicFrameMkLst>
            <pc:docMk/>
            <pc:sldMk cId="2980113095" sldId="412"/>
            <ac:graphicFrameMk id="6" creationId="{82531935-CEDA-4231-8785-570A5EEDF51D}"/>
          </ac:graphicFrameMkLst>
        </pc:graphicFrameChg>
        <pc:graphicFrameChg chg="add">
          <ac:chgData name="amir hosein razavi" userId="6a49bc28851858f8" providerId="LiveId" clId="{C8E4F087-0473-4F2D-A675-77C0EBA80A87}" dt="2024-09-09T20:21:07.591" v="368" actId="26606"/>
          <ac:graphicFrameMkLst>
            <pc:docMk/>
            <pc:sldMk cId="2980113095" sldId="412"/>
            <ac:graphicFrameMk id="22" creationId="{8CC58227-C3E2-5CEB-447F-02A6BDB4D24E}"/>
          </ac:graphicFrameMkLst>
        </pc:graphicFrameChg>
        <pc:cxnChg chg="add">
          <ac:chgData name="amir hosein razavi" userId="6a49bc28851858f8" providerId="LiveId" clId="{C8E4F087-0473-4F2D-A675-77C0EBA80A87}" dt="2024-09-09T20:21:07.591" v="368" actId="26606"/>
          <ac:cxnSpMkLst>
            <pc:docMk/>
            <pc:sldMk cId="2980113095" sldId="412"/>
            <ac:cxnSpMk id="19" creationId="{6CF1BAF6-AD41-4082-B212-8A1F9A2E8779}"/>
          </ac:cxnSpMkLst>
        </pc:cxnChg>
      </pc:sldChg>
      <pc:sldChg chg="addSp delSp modSp new mod setBg modNotesTx">
        <pc:chgData name="amir hosein razavi" userId="6a49bc28851858f8" providerId="LiveId" clId="{C8E4F087-0473-4F2D-A675-77C0EBA80A87}" dt="2024-09-09T20:25:47.116" v="386" actId="26606"/>
        <pc:sldMkLst>
          <pc:docMk/>
          <pc:sldMk cId="1583212901" sldId="413"/>
        </pc:sldMkLst>
        <pc:spChg chg="mod">
          <ac:chgData name="amir hosein razavi" userId="6a49bc28851858f8" providerId="LiveId" clId="{C8E4F087-0473-4F2D-A675-77C0EBA80A87}" dt="2024-09-09T20:25:47.116" v="386" actId="26606"/>
          <ac:spMkLst>
            <pc:docMk/>
            <pc:sldMk cId="1583212901" sldId="413"/>
            <ac:spMk id="2" creationId="{DF927FFF-7C2E-8D0F-F038-7D778D73747A}"/>
          </ac:spMkLst>
        </pc:spChg>
        <pc:spChg chg="del mod">
          <ac:chgData name="amir hosein razavi" userId="6a49bc28851858f8" providerId="LiveId" clId="{C8E4F087-0473-4F2D-A675-77C0EBA80A87}" dt="2024-09-09T20:25:47.116" v="386" actId="26606"/>
          <ac:spMkLst>
            <pc:docMk/>
            <pc:sldMk cId="1583212901" sldId="413"/>
            <ac:spMk id="3" creationId="{D0CBC1E0-48DD-1120-AF50-ED779BB39B79}"/>
          </ac:spMkLst>
        </pc:spChg>
        <pc:spChg chg="mod">
          <ac:chgData name="amir hosein razavi" userId="6a49bc28851858f8" providerId="LiveId" clId="{C8E4F087-0473-4F2D-A675-77C0EBA80A87}" dt="2024-09-09T20:25:47.116" v="386" actId="26606"/>
          <ac:spMkLst>
            <pc:docMk/>
            <pc:sldMk cId="1583212901" sldId="413"/>
            <ac:spMk id="4" creationId="{D7825100-9193-3D1F-758B-599BBEA796A2}"/>
          </ac:spMkLst>
        </pc:spChg>
        <pc:spChg chg="add">
          <ac:chgData name="amir hosein razavi" userId="6a49bc28851858f8" providerId="LiveId" clId="{C8E4F087-0473-4F2D-A675-77C0EBA80A87}" dt="2024-09-09T20:24:36.221" v="375"/>
          <ac:spMkLst>
            <pc:docMk/>
            <pc:sldMk cId="1583212901" sldId="413"/>
            <ac:spMk id="5" creationId="{B31F3750-B840-5681-57AB-B7970E00F9E7}"/>
          </ac:spMkLst>
        </pc:spChg>
        <pc:spChg chg="add">
          <ac:chgData name="amir hosein razavi" userId="6a49bc28851858f8" providerId="LiveId" clId="{C8E4F087-0473-4F2D-A675-77C0EBA80A87}" dt="2024-09-09T20:25:47.116" v="386" actId="26606"/>
          <ac:spMkLst>
            <pc:docMk/>
            <pc:sldMk cId="1583212901" sldId="413"/>
            <ac:spMk id="10" creationId="{56E9B3E6-E277-4D68-BA48-9CB43FFBD6E2}"/>
          </ac:spMkLst>
        </pc:spChg>
        <pc:spChg chg="add">
          <ac:chgData name="amir hosein razavi" userId="6a49bc28851858f8" providerId="LiveId" clId="{C8E4F087-0473-4F2D-A675-77C0EBA80A87}" dt="2024-09-09T20:25:47.116" v="386" actId="26606"/>
          <ac:spMkLst>
            <pc:docMk/>
            <pc:sldMk cId="1583212901" sldId="413"/>
            <ac:spMk id="17" creationId="{D5B0017B-2ECA-49AF-B397-DC140825DF8D}"/>
          </ac:spMkLst>
        </pc:spChg>
        <pc:grpChg chg="add">
          <ac:chgData name="amir hosein razavi" userId="6a49bc28851858f8" providerId="LiveId" clId="{C8E4F087-0473-4F2D-A675-77C0EBA80A87}" dt="2024-09-09T20:25:47.116" v="386" actId="26606"/>
          <ac:grpSpMkLst>
            <pc:docMk/>
            <pc:sldMk cId="1583212901" sldId="413"/>
            <ac:grpSpMk id="12" creationId="{AE1C45F0-260A-458C-96ED-C1F6D2151219}"/>
          </ac:grpSpMkLst>
        </pc:grpChg>
        <pc:graphicFrameChg chg="add">
          <ac:chgData name="amir hosein razavi" userId="6a49bc28851858f8" providerId="LiveId" clId="{C8E4F087-0473-4F2D-A675-77C0EBA80A87}" dt="2024-09-09T20:25:47.116" v="386" actId="26606"/>
          <ac:graphicFrameMkLst>
            <pc:docMk/>
            <pc:sldMk cId="1583212901" sldId="413"/>
            <ac:graphicFrameMk id="6" creationId="{48305465-F974-339B-6922-BEAFC1D404D9}"/>
          </ac:graphicFrameMkLst>
        </pc:graphicFrameChg>
        <pc:cxnChg chg="add">
          <ac:chgData name="amir hosein razavi" userId="6a49bc28851858f8" providerId="LiveId" clId="{C8E4F087-0473-4F2D-A675-77C0EBA80A87}" dt="2024-09-09T20:25:47.116" v="386" actId="26606"/>
          <ac:cxnSpMkLst>
            <pc:docMk/>
            <pc:sldMk cId="1583212901" sldId="413"/>
            <ac:cxnSpMk id="19" creationId="{6CF1BAF6-AD41-4082-B212-8A1F9A2E8779}"/>
          </ac:cxnSpMkLst>
        </pc:cxnChg>
      </pc:sldChg>
      <pc:sldChg chg="addSp modSp new mod setBg">
        <pc:chgData name="amir hosein razavi" userId="6a49bc28851858f8" providerId="LiveId" clId="{C8E4F087-0473-4F2D-A675-77C0EBA80A87}" dt="2024-09-09T20:30:00.900" v="399" actId="14100"/>
        <pc:sldMkLst>
          <pc:docMk/>
          <pc:sldMk cId="449430422" sldId="414"/>
        </pc:sldMkLst>
        <pc:spChg chg="mod">
          <ac:chgData name="amir hosein razavi" userId="6a49bc28851858f8" providerId="LiveId" clId="{C8E4F087-0473-4F2D-A675-77C0EBA80A87}" dt="2024-09-09T20:29:42.425" v="396" actId="26606"/>
          <ac:spMkLst>
            <pc:docMk/>
            <pc:sldMk cId="449430422" sldId="414"/>
            <ac:spMk id="2" creationId="{D24F87DA-40C2-10A5-280E-C10F4B1C7EBF}"/>
          </ac:spMkLst>
        </pc:spChg>
        <pc:spChg chg="mod">
          <ac:chgData name="amir hosein razavi" userId="6a49bc28851858f8" providerId="LiveId" clId="{C8E4F087-0473-4F2D-A675-77C0EBA80A87}" dt="2024-09-09T20:30:00.900" v="399" actId="14100"/>
          <ac:spMkLst>
            <pc:docMk/>
            <pc:sldMk cId="449430422" sldId="414"/>
            <ac:spMk id="3" creationId="{367EC3A9-35A9-933E-ABBF-69829B760224}"/>
          </ac:spMkLst>
        </pc:spChg>
        <pc:spChg chg="mod ord">
          <ac:chgData name="amir hosein razavi" userId="6a49bc28851858f8" providerId="LiveId" clId="{C8E4F087-0473-4F2D-A675-77C0EBA80A87}" dt="2024-09-09T20:29:42.425" v="396" actId="26606"/>
          <ac:spMkLst>
            <pc:docMk/>
            <pc:sldMk cId="449430422" sldId="414"/>
            <ac:spMk id="4" creationId="{A7A6B2B7-F791-6BE0-927E-FBBE7B2F7DBF}"/>
          </ac:spMkLst>
        </pc:spChg>
        <pc:spChg chg="add">
          <ac:chgData name="amir hosein razavi" userId="6a49bc28851858f8" providerId="LiveId" clId="{C8E4F087-0473-4F2D-A675-77C0EBA80A87}" dt="2024-09-09T20:29:42.425" v="396" actId="26606"/>
          <ac:spMkLst>
            <pc:docMk/>
            <pc:sldMk cId="449430422" sldId="414"/>
            <ac:spMk id="11" creationId="{058A14AF-9FB5-4CC7-BA35-E8E85D3EDF0E}"/>
          </ac:spMkLst>
        </pc:spChg>
        <pc:spChg chg="add">
          <ac:chgData name="amir hosein razavi" userId="6a49bc28851858f8" providerId="LiveId" clId="{C8E4F087-0473-4F2D-A675-77C0EBA80A87}" dt="2024-09-09T20:29:42.425" v="396" actId="26606"/>
          <ac:spMkLst>
            <pc:docMk/>
            <pc:sldMk cId="449430422" sldId="414"/>
            <ac:spMk id="13" creationId="{3A9A4357-BD1D-4622-A4FE-766E6AB8DE84}"/>
          </ac:spMkLst>
        </pc:spChg>
        <pc:spChg chg="add">
          <ac:chgData name="amir hosein razavi" userId="6a49bc28851858f8" providerId="LiveId" clId="{C8E4F087-0473-4F2D-A675-77C0EBA80A87}" dt="2024-09-09T20:29:42.425" v="396" actId="26606"/>
          <ac:spMkLst>
            <pc:docMk/>
            <pc:sldMk cId="449430422" sldId="414"/>
            <ac:spMk id="15" creationId="{E659831F-0D9A-4C63-9EBB-8435B85A440F}"/>
          </ac:spMkLst>
        </pc:spChg>
        <pc:spChg chg="add">
          <ac:chgData name="amir hosein razavi" userId="6a49bc28851858f8" providerId="LiveId" clId="{C8E4F087-0473-4F2D-A675-77C0EBA80A87}" dt="2024-09-09T20:29:42.425" v="396" actId="26606"/>
          <ac:spMkLst>
            <pc:docMk/>
            <pc:sldMk cId="449430422" sldId="414"/>
            <ac:spMk id="17" creationId="{E6995CE5-F890-4ABA-82A2-26507CE8D2A3}"/>
          </ac:spMkLst>
        </pc:spChg>
        <pc:picChg chg="add mod">
          <ac:chgData name="amir hosein razavi" userId="6a49bc28851858f8" providerId="LiveId" clId="{C8E4F087-0473-4F2D-A675-77C0EBA80A87}" dt="2024-09-09T20:29:42.425" v="396" actId="26606"/>
          <ac:picMkLst>
            <pc:docMk/>
            <pc:sldMk cId="449430422" sldId="414"/>
            <ac:picMk id="6" creationId="{3D6DD77A-048B-9A4F-62B0-52073132D8DC}"/>
          </ac:picMkLst>
        </pc:picChg>
      </pc:sldChg>
      <pc:sldChg chg="addSp delSp modSp new mod ord setBg modNotesTx">
        <pc:chgData name="amir hosein razavi" userId="6a49bc28851858f8" providerId="LiveId" clId="{C8E4F087-0473-4F2D-A675-77C0EBA80A87}" dt="2024-09-09T20:41:35.202" v="408"/>
        <pc:sldMkLst>
          <pc:docMk/>
          <pc:sldMk cId="1877571234" sldId="415"/>
        </pc:sldMkLst>
        <pc:spChg chg="mod">
          <ac:chgData name="amir hosein razavi" userId="6a49bc28851858f8" providerId="LiveId" clId="{C8E4F087-0473-4F2D-A675-77C0EBA80A87}" dt="2024-09-09T20:39:21.780" v="406" actId="26606"/>
          <ac:spMkLst>
            <pc:docMk/>
            <pc:sldMk cId="1877571234" sldId="415"/>
            <ac:spMk id="2" creationId="{B7309193-7040-7D73-841E-14F346DE4EA7}"/>
          </ac:spMkLst>
        </pc:spChg>
        <pc:spChg chg="del mod">
          <ac:chgData name="amir hosein razavi" userId="6a49bc28851858f8" providerId="LiveId" clId="{C8E4F087-0473-4F2D-A675-77C0EBA80A87}" dt="2024-09-09T20:39:21.780" v="406" actId="26606"/>
          <ac:spMkLst>
            <pc:docMk/>
            <pc:sldMk cId="1877571234" sldId="415"/>
            <ac:spMk id="3" creationId="{C6667D06-58A7-8623-BC74-05011DBA2185}"/>
          </ac:spMkLst>
        </pc:spChg>
        <pc:spChg chg="mod">
          <ac:chgData name="amir hosein razavi" userId="6a49bc28851858f8" providerId="LiveId" clId="{C8E4F087-0473-4F2D-A675-77C0EBA80A87}" dt="2024-09-09T20:39:21.780" v="406" actId="26606"/>
          <ac:spMkLst>
            <pc:docMk/>
            <pc:sldMk cId="1877571234" sldId="415"/>
            <ac:spMk id="4" creationId="{FE7D8577-810D-34AA-AA3D-28DC82092B2E}"/>
          </ac:spMkLst>
        </pc:spChg>
        <pc:spChg chg="add">
          <ac:chgData name="amir hosein razavi" userId="6a49bc28851858f8" providerId="LiveId" clId="{C8E4F087-0473-4F2D-A675-77C0EBA80A87}" dt="2024-09-09T20:39:21.780" v="406" actId="26606"/>
          <ac:spMkLst>
            <pc:docMk/>
            <pc:sldMk cId="1877571234" sldId="415"/>
            <ac:spMk id="10" creationId="{35DB3719-6FDC-4E5D-891D-FF40B7300F64}"/>
          </ac:spMkLst>
        </pc:spChg>
        <pc:spChg chg="add">
          <ac:chgData name="amir hosein razavi" userId="6a49bc28851858f8" providerId="LiveId" clId="{C8E4F087-0473-4F2D-A675-77C0EBA80A87}" dt="2024-09-09T20:39:21.780" v="406" actId="26606"/>
          <ac:spMkLst>
            <pc:docMk/>
            <pc:sldMk cId="1877571234" sldId="415"/>
            <ac:spMk id="12" creationId="{E0CBAC23-2E3F-4A90-BA59-F8299F6A5439}"/>
          </ac:spMkLst>
        </pc:spChg>
        <pc:graphicFrameChg chg="add">
          <ac:chgData name="amir hosein razavi" userId="6a49bc28851858f8" providerId="LiveId" clId="{C8E4F087-0473-4F2D-A675-77C0EBA80A87}" dt="2024-09-09T20:39:21.780" v="406" actId="26606"/>
          <ac:graphicFrameMkLst>
            <pc:docMk/>
            <pc:sldMk cId="1877571234" sldId="415"/>
            <ac:graphicFrameMk id="6" creationId="{FAB17296-D3DE-D418-41D7-1157A6BA2E0D}"/>
          </ac:graphicFrameMkLst>
        </pc:graphicFrameChg>
      </pc:sldChg>
      <pc:sldChg chg="addSp delSp modSp new mod ord">
        <pc:chgData name="amir hosein razavi" userId="6a49bc28851858f8" providerId="LiveId" clId="{C8E4F087-0473-4F2D-A675-77C0EBA80A87}" dt="2024-09-09T20:48:02.800" v="416"/>
        <pc:sldMkLst>
          <pc:docMk/>
          <pc:sldMk cId="531541488" sldId="416"/>
        </pc:sldMkLst>
        <pc:spChg chg="del">
          <ac:chgData name="amir hosein razavi" userId="6a49bc28851858f8" providerId="LiveId" clId="{C8E4F087-0473-4F2D-A675-77C0EBA80A87}" dt="2024-09-09T20:47:14.026" v="410" actId="22"/>
          <ac:spMkLst>
            <pc:docMk/>
            <pc:sldMk cId="531541488" sldId="416"/>
            <ac:spMk id="3" creationId="{9E16C3B8-938A-4D4C-560A-2820EBD2FF22}"/>
          </ac:spMkLst>
        </pc:spChg>
        <pc:picChg chg="add mod ord">
          <ac:chgData name="amir hosein razavi" userId="6a49bc28851858f8" providerId="LiveId" clId="{C8E4F087-0473-4F2D-A675-77C0EBA80A87}" dt="2024-09-09T20:47:26.044" v="414" actId="1076"/>
          <ac:picMkLst>
            <pc:docMk/>
            <pc:sldMk cId="531541488" sldId="416"/>
            <ac:picMk id="6" creationId="{1EA31855-44FF-D123-36C6-BED93FF03671}"/>
          </ac:picMkLst>
        </pc:picChg>
      </pc:sldChg>
      <pc:sldChg chg="addSp delSp modSp new mod ord setBg">
        <pc:chgData name="amir hosein razavi" userId="6a49bc28851858f8" providerId="LiveId" clId="{C8E4F087-0473-4F2D-A675-77C0EBA80A87}" dt="2024-09-09T21:13:22.610" v="541"/>
        <pc:sldMkLst>
          <pc:docMk/>
          <pc:sldMk cId="1919590351" sldId="417"/>
        </pc:sldMkLst>
        <pc:spChg chg="mod">
          <ac:chgData name="amir hosein razavi" userId="6a49bc28851858f8" providerId="LiveId" clId="{C8E4F087-0473-4F2D-A675-77C0EBA80A87}" dt="2024-09-09T20:54:31.588" v="426" actId="26606"/>
          <ac:spMkLst>
            <pc:docMk/>
            <pc:sldMk cId="1919590351" sldId="417"/>
            <ac:spMk id="2" creationId="{9CEEF287-33CC-8049-19CA-7ED734FD659A}"/>
          </ac:spMkLst>
        </pc:spChg>
        <pc:spChg chg="del">
          <ac:chgData name="amir hosein razavi" userId="6a49bc28851858f8" providerId="LiveId" clId="{C8E4F087-0473-4F2D-A675-77C0EBA80A87}" dt="2024-09-09T20:49:47.969" v="418" actId="22"/>
          <ac:spMkLst>
            <pc:docMk/>
            <pc:sldMk cId="1919590351" sldId="417"/>
            <ac:spMk id="3" creationId="{00E3F951-6703-9C15-7E4A-4CB3EA298833}"/>
          </ac:spMkLst>
        </pc:spChg>
        <pc:spChg chg="mod">
          <ac:chgData name="amir hosein razavi" userId="6a49bc28851858f8" providerId="LiveId" clId="{C8E4F087-0473-4F2D-A675-77C0EBA80A87}" dt="2024-09-09T20:54:31.588" v="426" actId="26606"/>
          <ac:spMkLst>
            <pc:docMk/>
            <pc:sldMk cId="1919590351" sldId="417"/>
            <ac:spMk id="4" creationId="{2EFE3067-052D-B5CA-825A-E2BB6184DDBB}"/>
          </ac:spMkLst>
        </pc:spChg>
        <pc:spChg chg="add del">
          <ac:chgData name="amir hosein razavi" userId="6a49bc28851858f8" providerId="LiveId" clId="{C8E4F087-0473-4F2D-A675-77C0EBA80A87}" dt="2024-09-09T20:54:31.588" v="426" actId="26606"/>
          <ac:spMkLst>
            <pc:docMk/>
            <pc:sldMk cId="1919590351" sldId="417"/>
            <ac:spMk id="12" creationId="{7BB279C2-898E-75FD-0989-B3FFFF5F6F0B}"/>
          </ac:spMkLst>
        </pc:spChg>
        <pc:spChg chg="add del">
          <ac:chgData name="amir hosein razavi" userId="6a49bc28851858f8" providerId="LiveId" clId="{C8E4F087-0473-4F2D-A675-77C0EBA80A87}" dt="2024-09-09T20:54:31.588" v="426" actId="26606"/>
          <ac:spMkLst>
            <pc:docMk/>
            <pc:sldMk cId="1919590351" sldId="417"/>
            <ac:spMk id="15" creationId="{A0FD1A8D-9883-4F29-9F47-188D4563C833}"/>
          </ac:spMkLst>
        </pc:spChg>
        <pc:spChg chg="add del">
          <ac:chgData name="amir hosein razavi" userId="6a49bc28851858f8" providerId="LiveId" clId="{C8E4F087-0473-4F2D-A675-77C0EBA80A87}" dt="2024-09-09T20:54:31.588" v="426" actId="26606"/>
          <ac:spMkLst>
            <pc:docMk/>
            <pc:sldMk cId="1919590351" sldId="417"/>
            <ac:spMk id="17" creationId="{BF28A56E-4878-4600-B943-6EE54E2E6AF8}"/>
          </ac:spMkLst>
        </pc:spChg>
        <pc:picChg chg="add mod ord">
          <ac:chgData name="amir hosein razavi" userId="6a49bc28851858f8" providerId="LiveId" clId="{C8E4F087-0473-4F2D-A675-77C0EBA80A87}" dt="2024-09-09T20:54:31.588" v="426" actId="26606"/>
          <ac:picMkLst>
            <pc:docMk/>
            <pc:sldMk cId="1919590351" sldId="417"/>
            <ac:picMk id="6" creationId="{18EE1013-8A47-451F-8298-B303043BA8CD}"/>
          </ac:picMkLst>
        </pc:picChg>
        <pc:picChg chg="add mod ord">
          <ac:chgData name="amir hosein razavi" userId="6a49bc28851858f8" providerId="LiveId" clId="{C8E4F087-0473-4F2D-A675-77C0EBA80A87}" dt="2024-09-09T20:54:31.588" v="426" actId="26606"/>
          <ac:picMkLst>
            <pc:docMk/>
            <pc:sldMk cId="1919590351" sldId="417"/>
            <ac:picMk id="8" creationId="{1892414C-0CC1-F3A5-2736-F21DFF733921}"/>
          </ac:picMkLst>
        </pc:picChg>
      </pc:sldChg>
      <pc:sldChg chg="addSp delSp modSp mod setBg modNotes">
        <pc:chgData name="amir hosein razavi" userId="6a49bc28851858f8" providerId="LiveId" clId="{C8E4F087-0473-4F2D-A675-77C0EBA80A87}" dt="2024-09-09T21:00:13.786" v="449" actId="26606"/>
        <pc:sldMkLst>
          <pc:docMk/>
          <pc:sldMk cId="1081424979" sldId="418"/>
        </pc:sldMkLst>
        <pc:spChg chg="mod">
          <ac:chgData name="amir hosein razavi" userId="6a49bc28851858f8" providerId="LiveId" clId="{C8E4F087-0473-4F2D-A675-77C0EBA80A87}" dt="2024-09-09T21:00:13.786" v="449" actId="26606"/>
          <ac:spMkLst>
            <pc:docMk/>
            <pc:sldMk cId="1081424979" sldId="418"/>
            <ac:spMk id="2" creationId="{00000000-0000-0000-0000-000000000000}"/>
          </ac:spMkLst>
        </pc:spChg>
        <pc:spChg chg="mod">
          <ac:chgData name="amir hosein razavi" userId="6a49bc28851858f8" providerId="LiveId" clId="{C8E4F087-0473-4F2D-A675-77C0EBA80A87}" dt="2024-09-09T21:00:13.786" v="449" actId="26606"/>
          <ac:spMkLst>
            <pc:docMk/>
            <pc:sldMk cId="1081424979" sldId="418"/>
            <ac:spMk id="10" creationId="{00000000-0000-0000-0000-000000000000}"/>
          </ac:spMkLst>
        </pc:spChg>
        <pc:spChg chg="mod">
          <ac:chgData name="amir hosein razavi" userId="6a49bc28851858f8" providerId="LiveId" clId="{C8E4F087-0473-4F2D-A675-77C0EBA80A87}" dt="2024-09-09T21:00:13.786" v="449" actId="26606"/>
          <ac:spMkLst>
            <pc:docMk/>
            <pc:sldMk cId="1081424979" sldId="418"/>
            <ac:spMk id="46082" creationId="{00000000-0000-0000-0000-000000000000}"/>
          </ac:spMkLst>
        </pc:spChg>
        <pc:spChg chg="del mod">
          <ac:chgData name="amir hosein razavi" userId="6a49bc28851858f8" providerId="LiveId" clId="{C8E4F087-0473-4F2D-A675-77C0EBA80A87}" dt="2024-09-09T20:59:07.970" v="441" actId="478"/>
          <ac:spMkLst>
            <pc:docMk/>
            <pc:sldMk cId="1081424979" sldId="418"/>
            <ac:spMk id="46083" creationId="{00000000-0000-0000-0000-000000000000}"/>
          </ac:spMkLst>
        </pc:spChg>
        <pc:spChg chg="add">
          <ac:chgData name="amir hosein razavi" userId="6a49bc28851858f8" providerId="LiveId" clId="{C8E4F087-0473-4F2D-A675-77C0EBA80A87}" dt="2024-09-09T21:00:13.786" v="449" actId="26606"/>
          <ac:spMkLst>
            <pc:docMk/>
            <pc:sldMk cId="1081424979" sldId="418"/>
            <ac:spMk id="46087" creationId="{100EDD19-6802-4EC3-95CE-CFFAB042CFD6}"/>
          </ac:spMkLst>
        </pc:spChg>
        <pc:spChg chg="add">
          <ac:chgData name="amir hosein razavi" userId="6a49bc28851858f8" providerId="LiveId" clId="{C8E4F087-0473-4F2D-A675-77C0EBA80A87}" dt="2024-09-09T21:00:13.786" v="449" actId="26606"/>
          <ac:spMkLst>
            <pc:docMk/>
            <pc:sldMk cId="1081424979" sldId="418"/>
            <ac:spMk id="46089" creationId="{DB17E863-922E-4C26-BD64-E8FD41D28661}"/>
          </ac:spMkLst>
        </pc:spChg>
      </pc:sldChg>
      <pc:sldChg chg="modSp mod modNotesTx">
        <pc:chgData name="amir hosein razavi" userId="6a49bc28851858f8" providerId="LiveId" clId="{C8E4F087-0473-4F2D-A675-77C0EBA80A87}" dt="2024-09-09T21:11:59.891" v="523"/>
        <pc:sldMkLst>
          <pc:docMk/>
          <pc:sldMk cId="752875808" sldId="419"/>
        </pc:sldMkLst>
        <pc:spChg chg="mod">
          <ac:chgData name="amir hosein razavi" userId="6a49bc28851858f8" providerId="LiveId" clId="{C8E4F087-0473-4F2D-A675-77C0EBA80A87}" dt="2024-09-09T21:00:53.166" v="453" actId="14100"/>
          <ac:spMkLst>
            <pc:docMk/>
            <pc:sldMk cId="752875808" sldId="419"/>
            <ac:spMk id="10" creationId="{00000000-0000-0000-0000-000000000000}"/>
          </ac:spMkLst>
        </pc:spChg>
        <pc:spChg chg="mod">
          <ac:chgData name="amir hosein razavi" userId="6a49bc28851858f8" providerId="LiveId" clId="{C8E4F087-0473-4F2D-A675-77C0EBA80A87}" dt="2024-09-09T21:00:48.915" v="452" actId="14100"/>
          <ac:spMkLst>
            <pc:docMk/>
            <pc:sldMk cId="752875808" sldId="419"/>
            <ac:spMk id="48130" creationId="{00000000-0000-0000-0000-000000000000}"/>
          </ac:spMkLst>
        </pc:spChg>
        <pc:graphicFrameChg chg="mod modGraphic">
          <ac:chgData name="amir hosein razavi" userId="6a49bc28851858f8" providerId="LiveId" clId="{C8E4F087-0473-4F2D-A675-77C0EBA80A87}" dt="2024-09-09T21:11:59.891" v="523"/>
          <ac:graphicFrameMkLst>
            <pc:docMk/>
            <pc:sldMk cId="752875808" sldId="419"/>
            <ac:graphicFrameMk id="13" creationId="{00000000-0000-0000-0000-000000000000}"/>
          </ac:graphicFrameMkLst>
        </pc:graphicFrameChg>
      </pc:sldChg>
    </pc:docChg>
  </pc:docChgLst>
</pc:chgInfo>
</file>

<file path=ppt/diagrams/_rels/data9.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1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9.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567974E-4399-F548-A0B8-9EB94BC45965}" type="doc">
      <dgm:prSet loTypeId="urn:diagrams.loki3.com/BracketList" loCatId="list" qsTypeId="urn:microsoft.com/office/officeart/2005/8/quickstyle/simple4" qsCatId="simple" csTypeId="urn:microsoft.com/office/officeart/2005/8/colors/accent2_2" csCatId="accent2" phldr="1"/>
      <dgm:spPr/>
      <dgm:t>
        <a:bodyPr/>
        <a:lstStyle/>
        <a:p>
          <a:endParaRPr lang="en-US"/>
        </a:p>
      </dgm:t>
    </dgm:pt>
    <dgm:pt modelId="{318A4174-A7E5-9F48-9C92-954100843372}">
      <dgm:prSet custT="1"/>
      <dgm:spPr/>
      <dgm:t>
        <a:bodyPr/>
        <a:lstStyle/>
        <a:p>
          <a:pPr rtl="0"/>
          <a:r>
            <a:rPr lang="en-US" sz="1800" dirty="0">
              <a:effectLst>
                <a:outerShdw blurRad="38100" dist="38100" dir="2700000" algn="tl">
                  <a:srgbClr val="000000">
                    <a:alpha val="43137"/>
                  </a:srgbClr>
                </a:outerShdw>
              </a:effectLst>
            </a:rPr>
            <a:t>Confidentiality</a:t>
          </a:r>
        </a:p>
      </dgm:t>
    </dgm:pt>
    <dgm:pt modelId="{40FB4427-3126-D944-B8DA-E500D87C2E12}" type="parTrans" cxnId="{40FF8A8E-A32D-3F40-A66A-FBEC46A44D72}">
      <dgm:prSet/>
      <dgm:spPr/>
      <dgm:t>
        <a:bodyPr/>
        <a:lstStyle/>
        <a:p>
          <a:endParaRPr lang="en-US"/>
        </a:p>
      </dgm:t>
    </dgm:pt>
    <dgm:pt modelId="{8F15643E-7BA4-D84A-963E-7FF978BFFDE9}" type="sibTrans" cxnId="{40FF8A8E-A32D-3F40-A66A-FBEC46A44D72}">
      <dgm:prSet/>
      <dgm:spPr/>
      <dgm:t>
        <a:bodyPr/>
        <a:lstStyle/>
        <a:p>
          <a:endParaRPr lang="en-US"/>
        </a:p>
      </dgm:t>
    </dgm:pt>
    <dgm:pt modelId="{21A9F706-8CA7-D446-8BEA-2B90D05E4FEB}">
      <dgm:prSet custT="1"/>
      <dgm:spPr/>
      <dgm:t>
        <a:bodyPr/>
        <a:lstStyle/>
        <a:p>
          <a:pPr rtl="0"/>
          <a:r>
            <a:rPr lang="en-US" sz="1800" b="1" dirty="0">
              <a:solidFill>
                <a:schemeClr val="tx1"/>
              </a:solidFill>
            </a:rPr>
            <a:t>Data confidentiality</a:t>
          </a:r>
        </a:p>
      </dgm:t>
    </dgm:pt>
    <dgm:pt modelId="{ADE95395-6D54-1349-94BA-33C16F8584B2}" type="parTrans" cxnId="{59D0DD1D-922F-DE4F-8C7F-2663E70D41CE}">
      <dgm:prSet/>
      <dgm:spPr/>
      <dgm:t>
        <a:bodyPr/>
        <a:lstStyle/>
        <a:p>
          <a:endParaRPr lang="en-US"/>
        </a:p>
      </dgm:t>
    </dgm:pt>
    <dgm:pt modelId="{D4DDB567-C84F-1C44-B7A8-86024AD82621}" type="sibTrans" cxnId="{59D0DD1D-922F-DE4F-8C7F-2663E70D41CE}">
      <dgm:prSet/>
      <dgm:spPr/>
      <dgm:t>
        <a:bodyPr/>
        <a:lstStyle/>
        <a:p>
          <a:endParaRPr lang="en-US"/>
        </a:p>
      </dgm:t>
    </dgm:pt>
    <dgm:pt modelId="{B21E9014-F1B9-5E49-94EA-5CCB3041C961}">
      <dgm:prSet custT="1"/>
      <dgm:spPr/>
      <dgm:t>
        <a:bodyPr/>
        <a:lstStyle/>
        <a:p>
          <a:pPr rtl="0"/>
          <a:r>
            <a:rPr lang="en-US" sz="1600" dirty="0"/>
            <a:t>Assures that private or confidential information is not made available or disclosed to </a:t>
          </a:r>
          <a:r>
            <a:rPr lang="en-US" sz="1600" b="0" dirty="0">
              <a:solidFill>
                <a:schemeClr val="tx1"/>
              </a:solidFill>
            </a:rPr>
            <a:t>unauthorized</a:t>
          </a:r>
          <a:r>
            <a:rPr lang="en-US" sz="1600" dirty="0"/>
            <a:t> individuals</a:t>
          </a:r>
        </a:p>
      </dgm:t>
    </dgm:pt>
    <dgm:pt modelId="{67DCBDF3-A0A9-6D4B-A351-488C0AF72F07}" type="parTrans" cxnId="{67B8EB2D-A751-1D4A-914D-D2AD4733CBBD}">
      <dgm:prSet/>
      <dgm:spPr/>
      <dgm:t>
        <a:bodyPr/>
        <a:lstStyle/>
        <a:p>
          <a:endParaRPr lang="en-US"/>
        </a:p>
      </dgm:t>
    </dgm:pt>
    <dgm:pt modelId="{B7B36CEC-824D-0D4D-93BF-4BDBA5F7D673}" type="sibTrans" cxnId="{67B8EB2D-A751-1D4A-914D-D2AD4733CBBD}">
      <dgm:prSet/>
      <dgm:spPr/>
      <dgm:t>
        <a:bodyPr/>
        <a:lstStyle/>
        <a:p>
          <a:endParaRPr lang="en-US"/>
        </a:p>
      </dgm:t>
    </dgm:pt>
    <dgm:pt modelId="{6035E519-D43A-9845-9BBF-8E7DF74F833D}">
      <dgm:prSet custT="1"/>
      <dgm:spPr/>
      <dgm:t>
        <a:bodyPr/>
        <a:lstStyle/>
        <a:p>
          <a:pPr rtl="0"/>
          <a:r>
            <a:rPr lang="en-US" sz="1800" b="1" dirty="0">
              <a:solidFill>
                <a:schemeClr val="tx1"/>
              </a:solidFill>
            </a:rPr>
            <a:t>Privacy</a:t>
          </a:r>
        </a:p>
      </dgm:t>
    </dgm:pt>
    <dgm:pt modelId="{37E13955-F314-494E-ADAB-DC93BBB4BEE0}" type="parTrans" cxnId="{EB142F24-E3E0-AD4B-B2A0-95DF667E0C43}">
      <dgm:prSet/>
      <dgm:spPr/>
      <dgm:t>
        <a:bodyPr/>
        <a:lstStyle/>
        <a:p>
          <a:endParaRPr lang="en-US"/>
        </a:p>
      </dgm:t>
    </dgm:pt>
    <dgm:pt modelId="{B593D6B0-D808-2143-AB3A-690922D49438}" type="sibTrans" cxnId="{EB142F24-E3E0-AD4B-B2A0-95DF667E0C43}">
      <dgm:prSet/>
      <dgm:spPr/>
      <dgm:t>
        <a:bodyPr/>
        <a:lstStyle/>
        <a:p>
          <a:endParaRPr lang="en-US"/>
        </a:p>
      </dgm:t>
    </dgm:pt>
    <dgm:pt modelId="{69FCB829-A180-964B-A24B-0C706AD3D91E}">
      <dgm:prSet custT="1"/>
      <dgm:spPr/>
      <dgm:t>
        <a:bodyPr/>
        <a:lstStyle/>
        <a:p>
          <a:pPr rtl="0"/>
          <a:r>
            <a:rPr lang="en-US" sz="1600" dirty="0"/>
            <a:t>Assures individual's control or influence </a:t>
          </a:r>
          <a:r>
            <a:rPr lang="en-US" sz="1600" dirty="0">
              <a:solidFill>
                <a:schemeClr val="tx1"/>
              </a:solidFill>
            </a:rPr>
            <a:t>on what information</a:t>
          </a:r>
          <a:r>
            <a:rPr lang="en-US" sz="1600" dirty="0"/>
            <a:t> related to them may be collected and stored and </a:t>
          </a:r>
          <a:r>
            <a:rPr lang="en-US" sz="1600" dirty="0">
              <a:solidFill>
                <a:schemeClr val="tx1"/>
              </a:solidFill>
            </a:rPr>
            <a:t>by whom</a:t>
          </a:r>
          <a:r>
            <a:rPr lang="en-US" sz="1600" dirty="0"/>
            <a:t> and </a:t>
          </a:r>
          <a:r>
            <a:rPr lang="en-US" sz="1600" dirty="0">
              <a:solidFill>
                <a:schemeClr val="tx1"/>
              </a:solidFill>
            </a:rPr>
            <a:t>to whom</a:t>
          </a:r>
          <a:r>
            <a:rPr lang="en-US" sz="1600" dirty="0"/>
            <a:t> that information may be disclosed</a:t>
          </a:r>
        </a:p>
      </dgm:t>
    </dgm:pt>
    <dgm:pt modelId="{2EF42A8E-639D-A34D-BC76-23FE2383B4D3}" type="parTrans" cxnId="{4A572C50-A751-FB40-A850-838F8C96B8CD}">
      <dgm:prSet/>
      <dgm:spPr/>
      <dgm:t>
        <a:bodyPr/>
        <a:lstStyle/>
        <a:p>
          <a:endParaRPr lang="en-US"/>
        </a:p>
      </dgm:t>
    </dgm:pt>
    <dgm:pt modelId="{142EA30A-FBF1-5643-A3DE-4F13F46C14CD}" type="sibTrans" cxnId="{4A572C50-A751-FB40-A850-838F8C96B8CD}">
      <dgm:prSet/>
      <dgm:spPr/>
      <dgm:t>
        <a:bodyPr/>
        <a:lstStyle/>
        <a:p>
          <a:endParaRPr lang="en-US"/>
        </a:p>
      </dgm:t>
    </dgm:pt>
    <dgm:pt modelId="{8E786CE7-B556-B840-8BF5-6292FDE95AEE}">
      <dgm:prSet custT="1"/>
      <dgm:spPr/>
      <dgm:t>
        <a:bodyPr/>
        <a:lstStyle/>
        <a:p>
          <a:pPr rtl="0"/>
          <a:r>
            <a:rPr lang="en-US" sz="2400" dirty="0">
              <a:effectLst>
                <a:outerShdw blurRad="38100" dist="38100" dir="2700000" algn="tl">
                  <a:srgbClr val="000000">
                    <a:alpha val="43137"/>
                  </a:srgbClr>
                </a:outerShdw>
              </a:effectLst>
            </a:rPr>
            <a:t>Availability</a:t>
          </a:r>
        </a:p>
      </dgm:t>
    </dgm:pt>
    <dgm:pt modelId="{D7C53212-50CB-E041-B8A6-7C37BFF256F2}" type="parTrans" cxnId="{1A0C63BB-E837-FC47-BF44-A889B511BE1E}">
      <dgm:prSet/>
      <dgm:spPr/>
      <dgm:t>
        <a:bodyPr/>
        <a:lstStyle/>
        <a:p>
          <a:endParaRPr lang="en-US"/>
        </a:p>
      </dgm:t>
    </dgm:pt>
    <dgm:pt modelId="{00A03D01-DA6F-F048-BC29-58C578B54D42}" type="sibTrans" cxnId="{1A0C63BB-E837-FC47-BF44-A889B511BE1E}">
      <dgm:prSet/>
      <dgm:spPr/>
      <dgm:t>
        <a:bodyPr/>
        <a:lstStyle/>
        <a:p>
          <a:endParaRPr lang="en-US"/>
        </a:p>
      </dgm:t>
    </dgm:pt>
    <dgm:pt modelId="{A06EF79B-B678-0A4D-B154-D65B70B0BE8B}">
      <dgm:prSet custT="1"/>
      <dgm:spPr/>
      <dgm:t>
        <a:bodyPr/>
        <a:lstStyle/>
        <a:p>
          <a:pPr rtl="0"/>
          <a:r>
            <a:rPr lang="en-US" sz="1800" dirty="0"/>
            <a:t>Assures that systems </a:t>
          </a:r>
          <a:r>
            <a:rPr lang="en-US" sz="1800" dirty="0">
              <a:solidFill>
                <a:schemeClr val="tx1"/>
              </a:solidFill>
            </a:rPr>
            <a:t>work promptly</a:t>
          </a:r>
          <a:r>
            <a:rPr lang="en-US" sz="1800" dirty="0"/>
            <a:t>, and service is not denied to </a:t>
          </a:r>
          <a:r>
            <a:rPr lang="en-US" sz="1800" dirty="0">
              <a:solidFill>
                <a:schemeClr val="tx1"/>
              </a:solidFill>
            </a:rPr>
            <a:t>authorized</a:t>
          </a:r>
          <a:r>
            <a:rPr lang="en-US" sz="1800" dirty="0"/>
            <a:t> users</a:t>
          </a:r>
        </a:p>
      </dgm:t>
    </dgm:pt>
    <dgm:pt modelId="{6FA206AC-30F8-C544-9604-2CA8E53FFCEF}" type="parTrans" cxnId="{C0ED1F73-19FA-4347-BFA9-88092C8EA421}">
      <dgm:prSet/>
      <dgm:spPr/>
      <dgm:t>
        <a:bodyPr/>
        <a:lstStyle/>
        <a:p>
          <a:endParaRPr lang="en-US"/>
        </a:p>
      </dgm:t>
    </dgm:pt>
    <dgm:pt modelId="{4467D7CD-857D-764C-811B-82D854FAD4EF}" type="sibTrans" cxnId="{C0ED1F73-19FA-4347-BFA9-88092C8EA421}">
      <dgm:prSet/>
      <dgm:spPr/>
      <dgm:t>
        <a:bodyPr/>
        <a:lstStyle/>
        <a:p>
          <a:endParaRPr lang="en-US"/>
        </a:p>
      </dgm:t>
    </dgm:pt>
    <dgm:pt modelId="{4CB84985-FB77-9F46-A053-B23E4ED6EAA5}">
      <dgm:prSet custT="1"/>
      <dgm:spPr/>
      <dgm:t>
        <a:bodyPr/>
        <a:lstStyle/>
        <a:p>
          <a:pPr rtl="0"/>
          <a:r>
            <a:rPr lang="en-US" sz="1600" dirty="0"/>
            <a:t>Assures that a system performs its intended function in an unimpaired manner, free from deliberate or inadvertent </a:t>
          </a:r>
          <a:r>
            <a:rPr lang="en-US" sz="1600" dirty="0">
              <a:solidFill>
                <a:schemeClr val="tx1"/>
              </a:solidFill>
            </a:rPr>
            <a:t>unauthorized</a:t>
          </a:r>
          <a:r>
            <a:rPr lang="en-US" sz="1600" dirty="0"/>
            <a:t> </a:t>
          </a:r>
          <a:r>
            <a:rPr lang="en-US" sz="1600" dirty="0">
              <a:solidFill>
                <a:schemeClr val="tx1"/>
              </a:solidFill>
            </a:rPr>
            <a:t>manipulation</a:t>
          </a:r>
          <a:r>
            <a:rPr lang="en-US" sz="1600" dirty="0"/>
            <a:t> of the system</a:t>
          </a:r>
        </a:p>
      </dgm:t>
    </dgm:pt>
    <dgm:pt modelId="{99C0CDBE-7000-E147-B141-77FBFC00B277}">
      <dgm:prSet custT="1"/>
      <dgm:spPr/>
      <dgm:t>
        <a:bodyPr/>
        <a:lstStyle/>
        <a:p>
          <a:pPr rtl="0"/>
          <a:r>
            <a:rPr lang="en-US" sz="1800" b="1" dirty="0">
              <a:solidFill>
                <a:schemeClr val="tx1"/>
              </a:solidFill>
            </a:rPr>
            <a:t>System integrity</a:t>
          </a:r>
        </a:p>
      </dgm:t>
    </dgm:pt>
    <dgm:pt modelId="{CE4224DA-4BFC-D447-9F60-37A065135669}" type="sibTrans" cxnId="{BD025F01-050B-2B4D-8EC1-B6B50D422BD2}">
      <dgm:prSet/>
      <dgm:spPr/>
      <dgm:t>
        <a:bodyPr/>
        <a:lstStyle/>
        <a:p>
          <a:endParaRPr lang="en-US"/>
        </a:p>
      </dgm:t>
    </dgm:pt>
    <dgm:pt modelId="{D346A79B-05B5-7149-AC3F-BC6AF45DD253}" type="parTrans" cxnId="{BD025F01-050B-2B4D-8EC1-B6B50D422BD2}">
      <dgm:prSet/>
      <dgm:spPr/>
      <dgm:t>
        <a:bodyPr/>
        <a:lstStyle/>
        <a:p>
          <a:endParaRPr lang="en-US"/>
        </a:p>
      </dgm:t>
    </dgm:pt>
    <dgm:pt modelId="{8C77420A-6DC8-9941-BB17-4E1A0249EBE1}" type="sibTrans" cxnId="{60C79975-4612-B84E-ADAE-E7D23679E458}">
      <dgm:prSet/>
      <dgm:spPr/>
      <dgm:t>
        <a:bodyPr/>
        <a:lstStyle/>
        <a:p>
          <a:endParaRPr lang="en-US"/>
        </a:p>
      </dgm:t>
    </dgm:pt>
    <dgm:pt modelId="{3B6A8F58-5086-FA4C-84B2-881E07C372DA}" type="parTrans" cxnId="{60C79975-4612-B84E-ADAE-E7D23679E458}">
      <dgm:prSet/>
      <dgm:spPr/>
      <dgm:t>
        <a:bodyPr/>
        <a:lstStyle/>
        <a:p>
          <a:endParaRPr lang="en-US"/>
        </a:p>
      </dgm:t>
    </dgm:pt>
    <dgm:pt modelId="{5EC57D55-CC39-D948-9995-0869E97B52DF}">
      <dgm:prSet custT="1"/>
      <dgm:spPr/>
      <dgm:t>
        <a:bodyPr/>
        <a:lstStyle/>
        <a:p>
          <a:pPr rtl="0"/>
          <a:r>
            <a:rPr lang="en-US" sz="1600" dirty="0"/>
            <a:t>Assures that information and programs are changed only in a specified and </a:t>
          </a:r>
          <a:r>
            <a:rPr lang="en-US" sz="1600" dirty="0">
              <a:solidFill>
                <a:schemeClr val="tx1"/>
              </a:solidFill>
            </a:rPr>
            <a:t>authorized</a:t>
          </a:r>
          <a:r>
            <a:rPr lang="en-US" sz="1600" dirty="0"/>
            <a:t> manner</a:t>
          </a:r>
        </a:p>
      </dgm:t>
    </dgm:pt>
    <dgm:pt modelId="{30C38FF5-4429-4F4C-911B-2DB9C33D340B}">
      <dgm:prSet custT="1"/>
      <dgm:spPr/>
      <dgm:t>
        <a:bodyPr/>
        <a:lstStyle/>
        <a:p>
          <a:pPr rtl="0"/>
          <a:r>
            <a:rPr lang="en-US" sz="1800" b="1" dirty="0">
              <a:solidFill>
                <a:schemeClr val="tx1"/>
              </a:solidFill>
            </a:rPr>
            <a:t>Data integrity</a:t>
          </a:r>
        </a:p>
      </dgm:t>
    </dgm:pt>
    <dgm:pt modelId="{B9D7464F-75F1-024C-93FF-ED77A560A090}" type="sibTrans" cxnId="{8953D3BF-2230-534A-9B89-056768195C29}">
      <dgm:prSet/>
      <dgm:spPr/>
      <dgm:t>
        <a:bodyPr/>
        <a:lstStyle/>
        <a:p>
          <a:endParaRPr lang="en-US"/>
        </a:p>
      </dgm:t>
    </dgm:pt>
    <dgm:pt modelId="{8DBD0CAE-0231-974F-9D69-6657F24E7DCA}" type="parTrans" cxnId="{8953D3BF-2230-534A-9B89-056768195C29}">
      <dgm:prSet/>
      <dgm:spPr/>
      <dgm:t>
        <a:bodyPr/>
        <a:lstStyle/>
        <a:p>
          <a:endParaRPr lang="en-US"/>
        </a:p>
      </dgm:t>
    </dgm:pt>
    <dgm:pt modelId="{BB5E1D67-125C-674D-9A42-4609F9776AE3}" type="sibTrans" cxnId="{A19449C7-69B0-2245-9777-8722538727D4}">
      <dgm:prSet/>
      <dgm:spPr/>
      <dgm:t>
        <a:bodyPr/>
        <a:lstStyle/>
        <a:p>
          <a:endParaRPr lang="en-US"/>
        </a:p>
      </dgm:t>
    </dgm:pt>
    <dgm:pt modelId="{7C3D7C39-71A3-384D-AA17-F9AD29D02448}" type="parTrans" cxnId="{A19449C7-69B0-2245-9777-8722538727D4}">
      <dgm:prSet/>
      <dgm:spPr/>
      <dgm:t>
        <a:bodyPr/>
        <a:lstStyle/>
        <a:p>
          <a:endParaRPr lang="en-US"/>
        </a:p>
      </dgm:t>
    </dgm:pt>
    <dgm:pt modelId="{F3872A23-839C-1747-AB33-A007ED5DF65D}">
      <dgm:prSet custT="1"/>
      <dgm:spPr/>
      <dgm:t>
        <a:bodyPr/>
        <a:lstStyle/>
        <a:p>
          <a:pPr rtl="0"/>
          <a:r>
            <a:rPr lang="en-US" sz="2400" dirty="0">
              <a:effectLst>
                <a:outerShdw blurRad="38100" dist="38100" dir="2700000" algn="tl">
                  <a:srgbClr val="000000">
                    <a:alpha val="43137"/>
                  </a:srgbClr>
                </a:outerShdw>
              </a:effectLst>
            </a:rPr>
            <a:t>Integrity</a:t>
          </a:r>
        </a:p>
      </dgm:t>
    </dgm:pt>
    <dgm:pt modelId="{CDD11628-B4FB-FE42-B97F-A4ACD852F9CF}" type="sibTrans" cxnId="{52862A91-4742-9046-AABC-1F22D701418F}">
      <dgm:prSet/>
      <dgm:spPr/>
      <dgm:t>
        <a:bodyPr/>
        <a:lstStyle/>
        <a:p>
          <a:endParaRPr lang="en-US"/>
        </a:p>
      </dgm:t>
    </dgm:pt>
    <dgm:pt modelId="{EEC11D0C-BB0A-F943-AF4F-730C5809D2BC}" type="parTrans" cxnId="{52862A91-4742-9046-AABC-1F22D701418F}">
      <dgm:prSet/>
      <dgm:spPr/>
      <dgm:t>
        <a:bodyPr/>
        <a:lstStyle/>
        <a:p>
          <a:endParaRPr lang="en-US"/>
        </a:p>
      </dgm:t>
    </dgm:pt>
    <dgm:pt modelId="{F4C030CB-997C-4D34-8174-2C943A254EEB}" type="pres">
      <dgm:prSet presAssocID="{2567974E-4399-F548-A0B8-9EB94BC45965}" presName="Name0" presStyleCnt="0">
        <dgm:presLayoutVars>
          <dgm:dir/>
          <dgm:animLvl val="lvl"/>
          <dgm:resizeHandles val="exact"/>
        </dgm:presLayoutVars>
      </dgm:prSet>
      <dgm:spPr/>
    </dgm:pt>
    <dgm:pt modelId="{E0430FAE-1EBE-4EF3-8D9B-5B97B6DE34C7}" type="pres">
      <dgm:prSet presAssocID="{318A4174-A7E5-9F48-9C92-954100843372}" presName="linNode" presStyleCnt="0"/>
      <dgm:spPr/>
    </dgm:pt>
    <dgm:pt modelId="{EDF1D8C6-30C6-442E-98D5-85F48ECB4CB8}" type="pres">
      <dgm:prSet presAssocID="{318A4174-A7E5-9F48-9C92-954100843372}" presName="parTx" presStyleLbl="revTx" presStyleIdx="0" presStyleCnt="3" custScaleX="104908">
        <dgm:presLayoutVars>
          <dgm:chMax val="1"/>
          <dgm:bulletEnabled val="1"/>
        </dgm:presLayoutVars>
      </dgm:prSet>
      <dgm:spPr/>
    </dgm:pt>
    <dgm:pt modelId="{535FE6D3-C064-49EB-895B-05B12A64D45F}" type="pres">
      <dgm:prSet presAssocID="{318A4174-A7E5-9F48-9C92-954100843372}" presName="bracket" presStyleLbl="parChTrans1D1" presStyleIdx="0" presStyleCnt="3"/>
      <dgm:spPr/>
    </dgm:pt>
    <dgm:pt modelId="{667348A3-101B-4EE9-A1AD-6876ADFCE59F}" type="pres">
      <dgm:prSet presAssocID="{318A4174-A7E5-9F48-9C92-954100843372}" presName="spH" presStyleCnt="0"/>
      <dgm:spPr/>
    </dgm:pt>
    <dgm:pt modelId="{BB657C07-8833-4B3A-872E-7E26DD2A8980}" type="pres">
      <dgm:prSet presAssocID="{318A4174-A7E5-9F48-9C92-954100843372}" presName="desTx" presStyleLbl="node1" presStyleIdx="0" presStyleCnt="3">
        <dgm:presLayoutVars>
          <dgm:bulletEnabled val="1"/>
        </dgm:presLayoutVars>
      </dgm:prSet>
      <dgm:spPr/>
    </dgm:pt>
    <dgm:pt modelId="{FF3D6C03-F7D3-49AA-83F6-B35EF5897424}" type="pres">
      <dgm:prSet presAssocID="{8F15643E-7BA4-D84A-963E-7FF978BFFDE9}" presName="spV" presStyleCnt="0"/>
      <dgm:spPr/>
    </dgm:pt>
    <dgm:pt modelId="{2A838F05-C3F3-42E8-8635-7D6E8B2D9B30}" type="pres">
      <dgm:prSet presAssocID="{F3872A23-839C-1747-AB33-A007ED5DF65D}" presName="linNode" presStyleCnt="0"/>
      <dgm:spPr/>
    </dgm:pt>
    <dgm:pt modelId="{D1255835-ADCC-47A1-94AA-315E746715E3}" type="pres">
      <dgm:prSet presAssocID="{F3872A23-839C-1747-AB33-A007ED5DF65D}" presName="parTx" presStyleLbl="revTx" presStyleIdx="1" presStyleCnt="3" custScaleX="108040">
        <dgm:presLayoutVars>
          <dgm:chMax val="1"/>
          <dgm:bulletEnabled val="1"/>
        </dgm:presLayoutVars>
      </dgm:prSet>
      <dgm:spPr/>
    </dgm:pt>
    <dgm:pt modelId="{391E38B7-7230-40E2-988C-33862B19515C}" type="pres">
      <dgm:prSet presAssocID="{F3872A23-839C-1747-AB33-A007ED5DF65D}" presName="bracket" presStyleLbl="parChTrans1D1" presStyleIdx="1" presStyleCnt="3"/>
      <dgm:spPr/>
    </dgm:pt>
    <dgm:pt modelId="{E59A779D-C6FF-4CBC-AF92-0454F903E54E}" type="pres">
      <dgm:prSet presAssocID="{F3872A23-839C-1747-AB33-A007ED5DF65D}" presName="spH" presStyleCnt="0"/>
      <dgm:spPr/>
    </dgm:pt>
    <dgm:pt modelId="{9C0A3D83-9C4D-42B8-BEE4-9553ED6ED922}" type="pres">
      <dgm:prSet presAssocID="{F3872A23-839C-1747-AB33-A007ED5DF65D}" presName="desTx" presStyleLbl="node1" presStyleIdx="1" presStyleCnt="3">
        <dgm:presLayoutVars>
          <dgm:bulletEnabled val="1"/>
        </dgm:presLayoutVars>
      </dgm:prSet>
      <dgm:spPr/>
    </dgm:pt>
    <dgm:pt modelId="{6DD96DAA-B30F-46D4-9ABF-D0FCAE17BE91}" type="pres">
      <dgm:prSet presAssocID="{CDD11628-B4FB-FE42-B97F-A4ACD852F9CF}" presName="spV" presStyleCnt="0"/>
      <dgm:spPr/>
    </dgm:pt>
    <dgm:pt modelId="{067A9EC7-A52B-4495-92A5-E2BDBB1FCC2A}" type="pres">
      <dgm:prSet presAssocID="{8E786CE7-B556-B840-8BF5-6292FDE95AEE}" presName="linNode" presStyleCnt="0"/>
      <dgm:spPr/>
    </dgm:pt>
    <dgm:pt modelId="{B8D5AE87-6B9C-4342-8810-690732C92BA3}" type="pres">
      <dgm:prSet presAssocID="{8E786CE7-B556-B840-8BF5-6292FDE95AEE}" presName="parTx" presStyleLbl="revTx" presStyleIdx="2" presStyleCnt="3" custScaleX="111125">
        <dgm:presLayoutVars>
          <dgm:chMax val="1"/>
          <dgm:bulletEnabled val="1"/>
        </dgm:presLayoutVars>
      </dgm:prSet>
      <dgm:spPr/>
    </dgm:pt>
    <dgm:pt modelId="{41C2F24A-DB81-422A-8E35-B8B85F11430A}" type="pres">
      <dgm:prSet presAssocID="{8E786CE7-B556-B840-8BF5-6292FDE95AEE}" presName="bracket" presStyleLbl="parChTrans1D1" presStyleIdx="2" presStyleCnt="3"/>
      <dgm:spPr/>
    </dgm:pt>
    <dgm:pt modelId="{80CDB4E1-87BB-4A61-88FF-5CDF85DF3F4F}" type="pres">
      <dgm:prSet presAssocID="{8E786CE7-B556-B840-8BF5-6292FDE95AEE}" presName="spH" presStyleCnt="0"/>
      <dgm:spPr/>
    </dgm:pt>
    <dgm:pt modelId="{7723035F-B7EC-48C4-8F15-129C2C897FD7}" type="pres">
      <dgm:prSet presAssocID="{8E786CE7-B556-B840-8BF5-6292FDE95AEE}" presName="desTx" presStyleLbl="node1" presStyleIdx="2" presStyleCnt="3">
        <dgm:presLayoutVars>
          <dgm:bulletEnabled val="1"/>
        </dgm:presLayoutVars>
      </dgm:prSet>
      <dgm:spPr/>
    </dgm:pt>
  </dgm:ptLst>
  <dgm:cxnLst>
    <dgm:cxn modelId="{BD025F01-050B-2B4D-8EC1-B6B50D422BD2}" srcId="{F3872A23-839C-1747-AB33-A007ED5DF65D}" destId="{99C0CDBE-7000-E147-B141-77FBFC00B277}" srcOrd="1" destOrd="0" parTransId="{D346A79B-05B5-7149-AC3F-BC6AF45DD253}" sibTransId="{CE4224DA-4BFC-D447-9F60-37A065135669}"/>
    <dgm:cxn modelId="{5930F501-FF81-433B-9954-3CBA6709167A}" type="presOf" srcId="{69FCB829-A180-964B-A24B-0C706AD3D91E}" destId="{BB657C07-8833-4B3A-872E-7E26DD2A8980}" srcOrd="0" destOrd="3" presId="urn:diagrams.loki3.com/BracketList"/>
    <dgm:cxn modelId="{59D0DD1D-922F-DE4F-8C7F-2663E70D41CE}" srcId="{318A4174-A7E5-9F48-9C92-954100843372}" destId="{21A9F706-8CA7-D446-8BEA-2B90D05E4FEB}" srcOrd="0" destOrd="0" parTransId="{ADE95395-6D54-1349-94BA-33C16F8584B2}" sibTransId="{D4DDB567-C84F-1C44-B7A8-86024AD82621}"/>
    <dgm:cxn modelId="{D66A8322-E216-44D0-9306-A1347BE00417}" type="presOf" srcId="{8E786CE7-B556-B840-8BF5-6292FDE95AEE}" destId="{B8D5AE87-6B9C-4342-8810-690732C92BA3}" srcOrd="0" destOrd="0" presId="urn:diagrams.loki3.com/BracketList"/>
    <dgm:cxn modelId="{EB142F24-E3E0-AD4B-B2A0-95DF667E0C43}" srcId="{318A4174-A7E5-9F48-9C92-954100843372}" destId="{6035E519-D43A-9845-9BBF-8E7DF74F833D}" srcOrd="1" destOrd="0" parTransId="{37E13955-F314-494E-ADAB-DC93BBB4BEE0}" sibTransId="{B593D6B0-D808-2143-AB3A-690922D49438}"/>
    <dgm:cxn modelId="{67B8EB2D-A751-1D4A-914D-D2AD4733CBBD}" srcId="{21A9F706-8CA7-D446-8BEA-2B90D05E4FEB}" destId="{B21E9014-F1B9-5E49-94EA-5CCB3041C961}" srcOrd="0" destOrd="0" parTransId="{67DCBDF3-A0A9-6D4B-A351-488C0AF72F07}" sibTransId="{B7B36CEC-824D-0D4D-93BF-4BDBA5F7D673}"/>
    <dgm:cxn modelId="{E7DE994A-179E-4B6D-A617-DCDE7EE9DA84}" type="presOf" srcId="{B21E9014-F1B9-5E49-94EA-5CCB3041C961}" destId="{BB657C07-8833-4B3A-872E-7E26DD2A8980}" srcOrd="0" destOrd="1" presId="urn:diagrams.loki3.com/BracketList"/>
    <dgm:cxn modelId="{2732DF6E-621C-454C-BCC2-E246E35278C8}" type="presOf" srcId="{318A4174-A7E5-9F48-9C92-954100843372}" destId="{EDF1D8C6-30C6-442E-98D5-85F48ECB4CB8}" srcOrd="0" destOrd="0" presId="urn:diagrams.loki3.com/BracketList"/>
    <dgm:cxn modelId="{4A572C50-A751-FB40-A850-838F8C96B8CD}" srcId="{6035E519-D43A-9845-9BBF-8E7DF74F833D}" destId="{69FCB829-A180-964B-A24B-0C706AD3D91E}" srcOrd="0" destOrd="0" parTransId="{2EF42A8E-639D-A34D-BC76-23FE2383B4D3}" sibTransId="{142EA30A-FBF1-5643-A3DE-4F13F46C14CD}"/>
    <dgm:cxn modelId="{C0ED1F73-19FA-4347-BFA9-88092C8EA421}" srcId="{8E786CE7-B556-B840-8BF5-6292FDE95AEE}" destId="{A06EF79B-B678-0A4D-B154-D65B70B0BE8B}" srcOrd="0" destOrd="0" parTransId="{6FA206AC-30F8-C544-9604-2CA8E53FFCEF}" sibTransId="{4467D7CD-857D-764C-811B-82D854FAD4EF}"/>
    <dgm:cxn modelId="{60C79975-4612-B84E-ADAE-E7D23679E458}" srcId="{99C0CDBE-7000-E147-B141-77FBFC00B277}" destId="{4CB84985-FB77-9F46-A053-B23E4ED6EAA5}" srcOrd="0" destOrd="0" parTransId="{3B6A8F58-5086-FA4C-84B2-881E07C372DA}" sibTransId="{8C77420A-6DC8-9941-BB17-4E1A0249EBE1}"/>
    <dgm:cxn modelId="{49605C5A-AEB4-403C-87DC-C866108601EC}" type="presOf" srcId="{99C0CDBE-7000-E147-B141-77FBFC00B277}" destId="{9C0A3D83-9C4D-42B8-BEE4-9553ED6ED922}" srcOrd="0" destOrd="2" presId="urn:diagrams.loki3.com/BracketList"/>
    <dgm:cxn modelId="{072B7586-A790-46E0-9FDA-2E9BDB9D1166}" type="presOf" srcId="{A06EF79B-B678-0A4D-B154-D65B70B0BE8B}" destId="{7723035F-B7EC-48C4-8F15-129C2C897FD7}" srcOrd="0" destOrd="0" presId="urn:diagrams.loki3.com/BracketList"/>
    <dgm:cxn modelId="{85FB4E8C-FED3-46FE-8D6F-6CD0574438A2}" type="presOf" srcId="{21A9F706-8CA7-D446-8BEA-2B90D05E4FEB}" destId="{BB657C07-8833-4B3A-872E-7E26DD2A8980}" srcOrd="0" destOrd="0" presId="urn:diagrams.loki3.com/BracketList"/>
    <dgm:cxn modelId="{40FF8A8E-A32D-3F40-A66A-FBEC46A44D72}" srcId="{2567974E-4399-F548-A0B8-9EB94BC45965}" destId="{318A4174-A7E5-9F48-9C92-954100843372}" srcOrd="0" destOrd="0" parTransId="{40FB4427-3126-D944-B8DA-E500D87C2E12}" sibTransId="{8F15643E-7BA4-D84A-963E-7FF978BFFDE9}"/>
    <dgm:cxn modelId="{72BD668F-FCFD-4A50-95BE-A93209D00298}" type="presOf" srcId="{F3872A23-839C-1747-AB33-A007ED5DF65D}" destId="{D1255835-ADCC-47A1-94AA-315E746715E3}" srcOrd="0" destOrd="0" presId="urn:diagrams.loki3.com/BracketList"/>
    <dgm:cxn modelId="{52862A91-4742-9046-AABC-1F22D701418F}" srcId="{2567974E-4399-F548-A0B8-9EB94BC45965}" destId="{F3872A23-839C-1747-AB33-A007ED5DF65D}" srcOrd="1" destOrd="0" parTransId="{EEC11D0C-BB0A-F943-AF4F-730C5809D2BC}" sibTransId="{CDD11628-B4FB-FE42-B97F-A4ACD852F9CF}"/>
    <dgm:cxn modelId="{A8804098-45E1-4792-9AA9-09D75DA47590}" type="presOf" srcId="{2567974E-4399-F548-A0B8-9EB94BC45965}" destId="{F4C030CB-997C-4D34-8174-2C943A254EEB}" srcOrd="0" destOrd="0" presId="urn:diagrams.loki3.com/BracketList"/>
    <dgm:cxn modelId="{8067E99D-C530-4B85-A752-E08C3C6406BA}" type="presOf" srcId="{30C38FF5-4429-4F4C-911B-2DB9C33D340B}" destId="{9C0A3D83-9C4D-42B8-BEE4-9553ED6ED922}" srcOrd="0" destOrd="0" presId="urn:diagrams.loki3.com/BracketList"/>
    <dgm:cxn modelId="{760C64A1-B878-4FC8-A645-F9B780D5F1A1}" type="presOf" srcId="{5EC57D55-CC39-D948-9995-0869E97B52DF}" destId="{9C0A3D83-9C4D-42B8-BEE4-9553ED6ED922}" srcOrd="0" destOrd="1" presId="urn:diagrams.loki3.com/BracketList"/>
    <dgm:cxn modelId="{1A0C63BB-E837-FC47-BF44-A889B511BE1E}" srcId="{2567974E-4399-F548-A0B8-9EB94BC45965}" destId="{8E786CE7-B556-B840-8BF5-6292FDE95AEE}" srcOrd="2" destOrd="0" parTransId="{D7C53212-50CB-E041-B8A6-7C37BFF256F2}" sibTransId="{00A03D01-DA6F-F048-BC29-58C578B54D42}"/>
    <dgm:cxn modelId="{8953D3BF-2230-534A-9B89-056768195C29}" srcId="{F3872A23-839C-1747-AB33-A007ED5DF65D}" destId="{30C38FF5-4429-4F4C-911B-2DB9C33D340B}" srcOrd="0" destOrd="0" parTransId="{8DBD0CAE-0231-974F-9D69-6657F24E7DCA}" sibTransId="{B9D7464F-75F1-024C-93FF-ED77A560A090}"/>
    <dgm:cxn modelId="{A19449C7-69B0-2245-9777-8722538727D4}" srcId="{30C38FF5-4429-4F4C-911B-2DB9C33D340B}" destId="{5EC57D55-CC39-D948-9995-0869E97B52DF}" srcOrd="0" destOrd="0" parTransId="{7C3D7C39-71A3-384D-AA17-F9AD29D02448}" sibTransId="{BB5E1D67-125C-674D-9A42-4609F9776AE3}"/>
    <dgm:cxn modelId="{CEA70BCC-C89F-47E8-93A5-CC71A02D9402}" type="presOf" srcId="{4CB84985-FB77-9F46-A053-B23E4ED6EAA5}" destId="{9C0A3D83-9C4D-42B8-BEE4-9553ED6ED922}" srcOrd="0" destOrd="3" presId="urn:diagrams.loki3.com/BracketList"/>
    <dgm:cxn modelId="{11E932EA-3243-48CC-BD9D-B30E1D16836B}" type="presOf" srcId="{6035E519-D43A-9845-9BBF-8E7DF74F833D}" destId="{BB657C07-8833-4B3A-872E-7E26DD2A8980}" srcOrd="0" destOrd="2" presId="urn:diagrams.loki3.com/BracketList"/>
    <dgm:cxn modelId="{6A7E389B-F720-4B90-9140-3BC45EB793B5}" type="presParOf" srcId="{F4C030CB-997C-4D34-8174-2C943A254EEB}" destId="{E0430FAE-1EBE-4EF3-8D9B-5B97B6DE34C7}" srcOrd="0" destOrd="0" presId="urn:diagrams.loki3.com/BracketList"/>
    <dgm:cxn modelId="{FCDF3EFD-E73A-424A-A073-26848DCD741C}" type="presParOf" srcId="{E0430FAE-1EBE-4EF3-8D9B-5B97B6DE34C7}" destId="{EDF1D8C6-30C6-442E-98D5-85F48ECB4CB8}" srcOrd="0" destOrd="0" presId="urn:diagrams.loki3.com/BracketList"/>
    <dgm:cxn modelId="{AB44D954-075D-423C-967F-9974749467EE}" type="presParOf" srcId="{E0430FAE-1EBE-4EF3-8D9B-5B97B6DE34C7}" destId="{535FE6D3-C064-49EB-895B-05B12A64D45F}" srcOrd="1" destOrd="0" presId="urn:diagrams.loki3.com/BracketList"/>
    <dgm:cxn modelId="{AC7C7D99-2172-40C7-8FD7-B46E3E73A353}" type="presParOf" srcId="{E0430FAE-1EBE-4EF3-8D9B-5B97B6DE34C7}" destId="{667348A3-101B-4EE9-A1AD-6876ADFCE59F}" srcOrd="2" destOrd="0" presId="urn:diagrams.loki3.com/BracketList"/>
    <dgm:cxn modelId="{A9D3B0A3-4110-4462-BB19-C5D3A8E8D0EB}" type="presParOf" srcId="{E0430FAE-1EBE-4EF3-8D9B-5B97B6DE34C7}" destId="{BB657C07-8833-4B3A-872E-7E26DD2A8980}" srcOrd="3" destOrd="0" presId="urn:diagrams.loki3.com/BracketList"/>
    <dgm:cxn modelId="{28C0B5D9-BAC3-458F-89D4-CC90EA85A83C}" type="presParOf" srcId="{F4C030CB-997C-4D34-8174-2C943A254EEB}" destId="{FF3D6C03-F7D3-49AA-83F6-B35EF5897424}" srcOrd="1" destOrd="0" presId="urn:diagrams.loki3.com/BracketList"/>
    <dgm:cxn modelId="{783B1590-F96E-4C04-9A99-D78DB01DC73D}" type="presParOf" srcId="{F4C030CB-997C-4D34-8174-2C943A254EEB}" destId="{2A838F05-C3F3-42E8-8635-7D6E8B2D9B30}" srcOrd="2" destOrd="0" presId="urn:diagrams.loki3.com/BracketList"/>
    <dgm:cxn modelId="{9F26A1B9-2196-4D20-8246-6D6E8623AB0B}" type="presParOf" srcId="{2A838F05-C3F3-42E8-8635-7D6E8B2D9B30}" destId="{D1255835-ADCC-47A1-94AA-315E746715E3}" srcOrd="0" destOrd="0" presId="urn:diagrams.loki3.com/BracketList"/>
    <dgm:cxn modelId="{C0347D61-B8B8-418A-98B9-09C62BE7DBA5}" type="presParOf" srcId="{2A838F05-C3F3-42E8-8635-7D6E8B2D9B30}" destId="{391E38B7-7230-40E2-988C-33862B19515C}" srcOrd="1" destOrd="0" presId="urn:diagrams.loki3.com/BracketList"/>
    <dgm:cxn modelId="{CF99A154-4FF2-4E4E-9AB1-3DA9E079FB6C}" type="presParOf" srcId="{2A838F05-C3F3-42E8-8635-7D6E8B2D9B30}" destId="{E59A779D-C6FF-4CBC-AF92-0454F903E54E}" srcOrd="2" destOrd="0" presId="urn:diagrams.loki3.com/BracketList"/>
    <dgm:cxn modelId="{C369FA94-5C19-4DF9-B5AC-5C52F75547AC}" type="presParOf" srcId="{2A838F05-C3F3-42E8-8635-7D6E8B2D9B30}" destId="{9C0A3D83-9C4D-42B8-BEE4-9553ED6ED922}" srcOrd="3" destOrd="0" presId="urn:diagrams.loki3.com/BracketList"/>
    <dgm:cxn modelId="{926D0A16-2B34-4D09-8C64-6EA1558515F9}" type="presParOf" srcId="{F4C030CB-997C-4D34-8174-2C943A254EEB}" destId="{6DD96DAA-B30F-46D4-9ABF-D0FCAE17BE91}" srcOrd="3" destOrd="0" presId="urn:diagrams.loki3.com/BracketList"/>
    <dgm:cxn modelId="{EEEC4B74-8503-4AC6-9F2E-6685EF6F5503}" type="presParOf" srcId="{F4C030CB-997C-4D34-8174-2C943A254EEB}" destId="{067A9EC7-A52B-4495-92A5-E2BDBB1FCC2A}" srcOrd="4" destOrd="0" presId="urn:diagrams.loki3.com/BracketList"/>
    <dgm:cxn modelId="{746614CE-E304-4624-AB7C-A69D821FCC71}" type="presParOf" srcId="{067A9EC7-A52B-4495-92A5-E2BDBB1FCC2A}" destId="{B8D5AE87-6B9C-4342-8810-690732C92BA3}" srcOrd="0" destOrd="0" presId="urn:diagrams.loki3.com/BracketList"/>
    <dgm:cxn modelId="{C8F8A262-F386-4CFB-B71C-0138B6CAD9AD}" type="presParOf" srcId="{067A9EC7-A52B-4495-92A5-E2BDBB1FCC2A}" destId="{41C2F24A-DB81-422A-8E35-B8B85F11430A}" srcOrd="1" destOrd="0" presId="urn:diagrams.loki3.com/BracketList"/>
    <dgm:cxn modelId="{F62BCDBC-EE09-4B50-AB02-5CFE0C1D783D}" type="presParOf" srcId="{067A9EC7-A52B-4495-92A5-E2BDBB1FCC2A}" destId="{80CDB4E1-87BB-4A61-88FF-5CDF85DF3F4F}" srcOrd="2" destOrd="0" presId="urn:diagrams.loki3.com/BracketList"/>
    <dgm:cxn modelId="{850CCF36-420B-46C5-8175-371446D986EC}" type="presParOf" srcId="{067A9EC7-A52B-4495-92A5-E2BDBB1FCC2A}" destId="{7723035F-B7EC-48C4-8F15-129C2C897FD7}" srcOrd="3" destOrd="0" presId="urn:diagrams.loki3.com/Bracke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C66E38-49DC-D543-BBE6-E377CF7347F2}" type="doc">
      <dgm:prSet loTypeId="urn:microsoft.com/office/officeart/2005/8/layout/hList1" loCatId="list" qsTypeId="urn:microsoft.com/office/officeart/2005/8/quickstyle/simple5" qsCatId="simple" csTypeId="urn:microsoft.com/office/officeart/2005/8/colors/accent1_2" csCatId="accent1" phldr="1"/>
      <dgm:spPr/>
      <dgm:t>
        <a:bodyPr/>
        <a:lstStyle/>
        <a:p>
          <a:endParaRPr lang="en-US"/>
        </a:p>
      </dgm:t>
    </dgm:pt>
    <dgm:pt modelId="{01C60744-F555-AF41-AD07-E5CCD8B230CB}">
      <dgm:prSet/>
      <dgm:spPr/>
      <dgm:t>
        <a:bodyPr/>
        <a:lstStyle/>
        <a:p>
          <a:pPr rtl="0"/>
          <a:r>
            <a:rPr lang="en-US" b="1">
              <a:effectLst/>
            </a:rPr>
            <a:t>Authenticity</a:t>
          </a:r>
        </a:p>
      </dgm:t>
    </dgm:pt>
    <dgm:pt modelId="{EEA241C8-64A3-024A-8EB8-29A343EF303A}" type="parTrans" cxnId="{C8D35B81-BDA6-6041-A868-26984813D94B}">
      <dgm:prSet/>
      <dgm:spPr/>
      <dgm:t>
        <a:bodyPr/>
        <a:lstStyle/>
        <a:p>
          <a:endParaRPr lang="en-US"/>
        </a:p>
      </dgm:t>
    </dgm:pt>
    <dgm:pt modelId="{4E409444-9A2C-754D-8292-DB5BA2267FB1}" type="sibTrans" cxnId="{C8D35B81-BDA6-6041-A868-26984813D94B}">
      <dgm:prSet/>
      <dgm:spPr/>
      <dgm:t>
        <a:bodyPr/>
        <a:lstStyle/>
        <a:p>
          <a:endParaRPr lang="en-US"/>
        </a:p>
      </dgm:t>
    </dgm:pt>
    <dgm:pt modelId="{A62CDBC3-B0ED-C243-8E38-805D5EFD90C9}">
      <dgm:prSet/>
      <dgm:spPr/>
      <dgm:t>
        <a:bodyPr/>
        <a:lstStyle/>
        <a:p>
          <a:pPr rtl="0"/>
          <a:r>
            <a:rPr lang="en-US">
              <a:effectLst>
                <a:outerShdw blurRad="38100" dist="38100" dir="2700000" algn="tl">
                  <a:srgbClr val="000000">
                    <a:alpha val="43137"/>
                  </a:srgbClr>
                </a:outerShdw>
              </a:effectLst>
            </a:rPr>
            <a:t>Verifying that users are who they say they are and that each input arriving at the system came from a trusted source </a:t>
          </a:r>
        </a:p>
      </dgm:t>
    </dgm:pt>
    <dgm:pt modelId="{AFA653C5-812A-8344-927C-B5FEF312E872}" type="parTrans" cxnId="{2DC88FEF-C1D0-0448-8C04-782BE262DFD3}">
      <dgm:prSet/>
      <dgm:spPr/>
      <dgm:t>
        <a:bodyPr/>
        <a:lstStyle/>
        <a:p>
          <a:endParaRPr lang="en-US"/>
        </a:p>
      </dgm:t>
    </dgm:pt>
    <dgm:pt modelId="{91F7B72D-A86B-F543-9054-8B39FC610F2A}" type="sibTrans" cxnId="{2DC88FEF-C1D0-0448-8C04-782BE262DFD3}">
      <dgm:prSet/>
      <dgm:spPr/>
      <dgm:t>
        <a:bodyPr/>
        <a:lstStyle/>
        <a:p>
          <a:endParaRPr lang="en-US"/>
        </a:p>
      </dgm:t>
    </dgm:pt>
    <dgm:pt modelId="{60093497-5372-0A40-B15A-070FEF549396}">
      <dgm:prSet/>
      <dgm:spPr/>
      <dgm:t>
        <a:bodyPr/>
        <a:lstStyle/>
        <a:p>
          <a:pPr rtl="0"/>
          <a:r>
            <a:rPr lang="en-US" b="1">
              <a:effectLst/>
            </a:rPr>
            <a:t>Accountability</a:t>
          </a:r>
        </a:p>
      </dgm:t>
    </dgm:pt>
    <dgm:pt modelId="{FDFA94C8-97A3-1142-9C5E-2F7452723808}" type="parTrans" cxnId="{4EA8C8AD-DC24-A646-82BC-23B820FB713D}">
      <dgm:prSet/>
      <dgm:spPr/>
      <dgm:t>
        <a:bodyPr/>
        <a:lstStyle/>
        <a:p>
          <a:endParaRPr lang="en-US"/>
        </a:p>
      </dgm:t>
    </dgm:pt>
    <dgm:pt modelId="{422DDE06-BD72-CD48-89CA-FACCD285A618}" type="sibTrans" cxnId="{4EA8C8AD-DC24-A646-82BC-23B820FB713D}">
      <dgm:prSet/>
      <dgm:spPr/>
      <dgm:t>
        <a:bodyPr/>
        <a:lstStyle/>
        <a:p>
          <a:endParaRPr lang="en-US"/>
        </a:p>
      </dgm:t>
    </dgm:pt>
    <dgm:pt modelId="{B29ACCB8-FD3C-9C45-A718-D4E6C61E5750}">
      <dgm:prSet/>
      <dgm:spPr/>
      <dgm:t>
        <a:bodyPr/>
        <a:lstStyle/>
        <a:p>
          <a:pPr rtl="0"/>
          <a:r>
            <a:rPr lang="en-US">
              <a:effectLst>
                <a:outerShdw blurRad="38100" dist="38100" dir="2700000" algn="tl">
                  <a:srgbClr val="000000">
                    <a:alpha val="43137"/>
                  </a:srgbClr>
                </a:outerShdw>
              </a:effectLst>
            </a:rPr>
            <a:t>The security goal that generates the requirement for actions of an entity to be traced uniquely to that entity</a:t>
          </a:r>
        </a:p>
      </dgm:t>
    </dgm:pt>
    <dgm:pt modelId="{B50AB5BA-04BA-4042-8FC4-F53B75ADB6B8}" type="parTrans" cxnId="{3617F752-DDC7-BA47-B4E2-0F2943F61ECF}">
      <dgm:prSet/>
      <dgm:spPr/>
      <dgm:t>
        <a:bodyPr/>
        <a:lstStyle/>
        <a:p>
          <a:endParaRPr lang="en-US"/>
        </a:p>
      </dgm:t>
    </dgm:pt>
    <dgm:pt modelId="{9B61FF8E-CEFB-3A4F-9676-637C5509C77C}" type="sibTrans" cxnId="{3617F752-DDC7-BA47-B4E2-0F2943F61ECF}">
      <dgm:prSet/>
      <dgm:spPr/>
      <dgm:t>
        <a:bodyPr/>
        <a:lstStyle/>
        <a:p>
          <a:endParaRPr lang="en-US"/>
        </a:p>
      </dgm:t>
    </dgm:pt>
    <dgm:pt modelId="{5C333715-9C4D-452F-900E-BB6F85BAF752}" type="pres">
      <dgm:prSet presAssocID="{ADC66E38-49DC-D543-BBE6-E377CF7347F2}" presName="Name0" presStyleCnt="0">
        <dgm:presLayoutVars>
          <dgm:dir/>
          <dgm:animLvl val="lvl"/>
          <dgm:resizeHandles val="exact"/>
        </dgm:presLayoutVars>
      </dgm:prSet>
      <dgm:spPr/>
    </dgm:pt>
    <dgm:pt modelId="{6A423C78-36DD-4D28-8DA6-B62A4B439056}" type="pres">
      <dgm:prSet presAssocID="{01C60744-F555-AF41-AD07-E5CCD8B230CB}" presName="composite" presStyleCnt="0"/>
      <dgm:spPr/>
    </dgm:pt>
    <dgm:pt modelId="{1056D0F1-1D13-44A7-9E75-D78BDBC7E966}" type="pres">
      <dgm:prSet presAssocID="{01C60744-F555-AF41-AD07-E5CCD8B230CB}" presName="parTx" presStyleLbl="alignNode1" presStyleIdx="0" presStyleCnt="2">
        <dgm:presLayoutVars>
          <dgm:chMax val="0"/>
          <dgm:chPref val="0"/>
          <dgm:bulletEnabled val="1"/>
        </dgm:presLayoutVars>
      </dgm:prSet>
      <dgm:spPr/>
    </dgm:pt>
    <dgm:pt modelId="{A8420F39-9AD2-460A-9CDA-A84E579ED8DD}" type="pres">
      <dgm:prSet presAssocID="{01C60744-F555-AF41-AD07-E5CCD8B230CB}" presName="desTx" presStyleLbl="alignAccFollowNode1" presStyleIdx="0" presStyleCnt="2">
        <dgm:presLayoutVars>
          <dgm:bulletEnabled val="1"/>
        </dgm:presLayoutVars>
      </dgm:prSet>
      <dgm:spPr/>
    </dgm:pt>
    <dgm:pt modelId="{A0FEA22A-A11E-4B18-895D-114373EE67FA}" type="pres">
      <dgm:prSet presAssocID="{4E409444-9A2C-754D-8292-DB5BA2267FB1}" presName="space" presStyleCnt="0"/>
      <dgm:spPr/>
    </dgm:pt>
    <dgm:pt modelId="{D8449BC9-817D-4231-B47D-B2A9F9B6680E}" type="pres">
      <dgm:prSet presAssocID="{60093497-5372-0A40-B15A-070FEF549396}" presName="composite" presStyleCnt="0"/>
      <dgm:spPr/>
    </dgm:pt>
    <dgm:pt modelId="{F030C046-247F-422C-B983-9F8981E81EF4}" type="pres">
      <dgm:prSet presAssocID="{60093497-5372-0A40-B15A-070FEF549396}" presName="parTx" presStyleLbl="alignNode1" presStyleIdx="1" presStyleCnt="2">
        <dgm:presLayoutVars>
          <dgm:chMax val="0"/>
          <dgm:chPref val="0"/>
          <dgm:bulletEnabled val="1"/>
        </dgm:presLayoutVars>
      </dgm:prSet>
      <dgm:spPr/>
    </dgm:pt>
    <dgm:pt modelId="{27DDA0DB-8A01-493B-A5B7-14FF10EEA054}" type="pres">
      <dgm:prSet presAssocID="{60093497-5372-0A40-B15A-070FEF549396}" presName="desTx" presStyleLbl="alignAccFollowNode1" presStyleIdx="1" presStyleCnt="2">
        <dgm:presLayoutVars>
          <dgm:bulletEnabled val="1"/>
        </dgm:presLayoutVars>
      </dgm:prSet>
      <dgm:spPr/>
    </dgm:pt>
  </dgm:ptLst>
  <dgm:cxnLst>
    <dgm:cxn modelId="{2EDDF20B-805C-498A-8937-AB8C5EB3E42D}" type="presOf" srcId="{B29ACCB8-FD3C-9C45-A718-D4E6C61E5750}" destId="{27DDA0DB-8A01-493B-A5B7-14FF10EEA054}" srcOrd="0" destOrd="0" presId="urn:microsoft.com/office/officeart/2005/8/layout/hList1"/>
    <dgm:cxn modelId="{51E43D64-5CE1-4FBA-B9F8-D26F8FA700D8}" type="presOf" srcId="{01C60744-F555-AF41-AD07-E5CCD8B230CB}" destId="{1056D0F1-1D13-44A7-9E75-D78BDBC7E966}" srcOrd="0" destOrd="0" presId="urn:microsoft.com/office/officeart/2005/8/layout/hList1"/>
    <dgm:cxn modelId="{3617F752-DDC7-BA47-B4E2-0F2943F61ECF}" srcId="{60093497-5372-0A40-B15A-070FEF549396}" destId="{B29ACCB8-FD3C-9C45-A718-D4E6C61E5750}" srcOrd="0" destOrd="0" parTransId="{B50AB5BA-04BA-4042-8FC4-F53B75ADB6B8}" sibTransId="{9B61FF8E-CEFB-3A4F-9676-637C5509C77C}"/>
    <dgm:cxn modelId="{670CFE59-06DA-4865-BC1B-B6E04326A3CE}" type="presOf" srcId="{ADC66E38-49DC-D543-BBE6-E377CF7347F2}" destId="{5C333715-9C4D-452F-900E-BB6F85BAF752}" srcOrd="0" destOrd="0" presId="urn:microsoft.com/office/officeart/2005/8/layout/hList1"/>
    <dgm:cxn modelId="{C8D35B81-BDA6-6041-A868-26984813D94B}" srcId="{ADC66E38-49DC-D543-BBE6-E377CF7347F2}" destId="{01C60744-F555-AF41-AD07-E5CCD8B230CB}" srcOrd="0" destOrd="0" parTransId="{EEA241C8-64A3-024A-8EB8-29A343EF303A}" sibTransId="{4E409444-9A2C-754D-8292-DB5BA2267FB1}"/>
    <dgm:cxn modelId="{4EA8C8AD-DC24-A646-82BC-23B820FB713D}" srcId="{ADC66E38-49DC-D543-BBE6-E377CF7347F2}" destId="{60093497-5372-0A40-B15A-070FEF549396}" srcOrd="1" destOrd="0" parTransId="{FDFA94C8-97A3-1142-9C5E-2F7452723808}" sibTransId="{422DDE06-BD72-CD48-89CA-FACCD285A618}"/>
    <dgm:cxn modelId="{4F6F19E8-3B51-46E4-BC65-9CD96B966F92}" type="presOf" srcId="{A62CDBC3-B0ED-C243-8E38-805D5EFD90C9}" destId="{A8420F39-9AD2-460A-9CDA-A84E579ED8DD}" srcOrd="0" destOrd="0" presId="urn:microsoft.com/office/officeart/2005/8/layout/hList1"/>
    <dgm:cxn modelId="{2DC88FEF-C1D0-0448-8C04-782BE262DFD3}" srcId="{01C60744-F555-AF41-AD07-E5CCD8B230CB}" destId="{A62CDBC3-B0ED-C243-8E38-805D5EFD90C9}" srcOrd="0" destOrd="0" parTransId="{AFA653C5-812A-8344-927C-B5FEF312E872}" sibTransId="{91F7B72D-A86B-F543-9054-8B39FC610F2A}"/>
    <dgm:cxn modelId="{4ED9D6FC-A0C2-4227-B6D8-DF49348610B4}" type="presOf" srcId="{60093497-5372-0A40-B15A-070FEF549396}" destId="{F030C046-247F-422C-B983-9F8981E81EF4}" srcOrd="0" destOrd="0" presId="urn:microsoft.com/office/officeart/2005/8/layout/hList1"/>
    <dgm:cxn modelId="{A67348FE-2DED-4D43-8A8F-C8C8EFB5848C}" type="presParOf" srcId="{5C333715-9C4D-452F-900E-BB6F85BAF752}" destId="{6A423C78-36DD-4D28-8DA6-B62A4B439056}" srcOrd="0" destOrd="0" presId="urn:microsoft.com/office/officeart/2005/8/layout/hList1"/>
    <dgm:cxn modelId="{95CC8FD5-BE4E-40E7-AAF9-A546DCC89C59}" type="presParOf" srcId="{6A423C78-36DD-4D28-8DA6-B62A4B439056}" destId="{1056D0F1-1D13-44A7-9E75-D78BDBC7E966}" srcOrd="0" destOrd="0" presId="urn:microsoft.com/office/officeart/2005/8/layout/hList1"/>
    <dgm:cxn modelId="{A5E5B1F4-86DD-4DB7-A9B4-0B7135AD9EE1}" type="presParOf" srcId="{6A423C78-36DD-4D28-8DA6-B62A4B439056}" destId="{A8420F39-9AD2-460A-9CDA-A84E579ED8DD}" srcOrd="1" destOrd="0" presId="urn:microsoft.com/office/officeart/2005/8/layout/hList1"/>
    <dgm:cxn modelId="{1DF15DE7-9F47-4398-AFC9-DA3D97E95F9B}" type="presParOf" srcId="{5C333715-9C4D-452F-900E-BB6F85BAF752}" destId="{A0FEA22A-A11E-4B18-895D-114373EE67FA}" srcOrd="1" destOrd="0" presId="urn:microsoft.com/office/officeart/2005/8/layout/hList1"/>
    <dgm:cxn modelId="{C4DD850A-8358-4384-87B2-ADB87AF51D83}" type="presParOf" srcId="{5C333715-9C4D-452F-900E-BB6F85BAF752}" destId="{D8449BC9-817D-4231-B47D-B2A9F9B6680E}" srcOrd="2" destOrd="0" presId="urn:microsoft.com/office/officeart/2005/8/layout/hList1"/>
    <dgm:cxn modelId="{10E58F69-8ADA-4186-A5E2-ADD7BD2362BB}" type="presParOf" srcId="{D8449BC9-817D-4231-B47D-B2A9F9B6680E}" destId="{F030C046-247F-422C-B983-9F8981E81EF4}" srcOrd="0" destOrd="0" presId="urn:microsoft.com/office/officeart/2005/8/layout/hList1"/>
    <dgm:cxn modelId="{24638984-3DBC-4687-9A67-BB45AB799E3B}" type="presParOf" srcId="{D8449BC9-817D-4231-B47D-B2A9F9B6680E}" destId="{27DDA0DB-8A01-493B-A5B7-14FF10EEA054}"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A694A12-486A-BD4B-9D9C-BAF11D622A49}"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CEE83846-5B16-DC4A-8838-43F7F24A81D3}">
      <dgm:prSet custT="1"/>
      <dgm:spPr>
        <a:solidFill>
          <a:srgbClr val="FF7F25"/>
        </a:solidFill>
      </dgm:spPr>
      <dgm:t>
        <a:bodyPr/>
        <a:lstStyle/>
        <a:p>
          <a:pPr rtl="0"/>
          <a:r>
            <a:rPr lang="en-US" sz="2000" b="1" i="0" dirty="0"/>
            <a:t>Confidentiality</a:t>
          </a:r>
          <a:r>
            <a:rPr lang="en-US" sz="2000" dirty="0"/>
            <a:t> </a:t>
          </a:r>
        </a:p>
      </dgm:t>
    </dgm:pt>
    <dgm:pt modelId="{9975BC88-DAE3-C94F-859A-3F83FF5FD7F4}" type="parTrans" cxnId="{B2B3512E-0B9B-8644-926C-81297A3E98C4}">
      <dgm:prSet/>
      <dgm:spPr/>
      <dgm:t>
        <a:bodyPr/>
        <a:lstStyle/>
        <a:p>
          <a:endParaRPr lang="en-US"/>
        </a:p>
      </dgm:t>
    </dgm:pt>
    <dgm:pt modelId="{DF434A2E-243E-D94F-B120-7307862C420F}" type="sibTrans" cxnId="{B2B3512E-0B9B-8644-926C-81297A3E98C4}">
      <dgm:prSet/>
      <dgm:spPr/>
      <dgm:t>
        <a:bodyPr/>
        <a:lstStyle/>
        <a:p>
          <a:endParaRPr lang="en-US"/>
        </a:p>
      </dgm:t>
    </dgm:pt>
    <dgm:pt modelId="{C2B6F0B7-215C-704E-B592-77A94414EE43}">
      <dgm:prSet custT="1"/>
      <dgm:spPr>
        <a:solidFill>
          <a:schemeClr val="bg1"/>
        </a:solidFill>
      </dgm:spPr>
      <dgm:t>
        <a:bodyPr/>
        <a:lstStyle/>
        <a:p>
          <a:pPr rtl="0"/>
          <a:r>
            <a:rPr lang="en-US" sz="1400" b="0" cap="none" spc="0" dirty="0">
              <a:ln w="0"/>
              <a:solidFill>
                <a:schemeClr val="tx1"/>
              </a:solidFill>
              <a:effectLst/>
            </a:rPr>
            <a:t>Student grade information is an asset whose confidentiality is considered to be highly important by students</a:t>
          </a:r>
        </a:p>
      </dgm:t>
    </dgm:pt>
    <dgm:pt modelId="{93469E97-A0DA-D747-9500-16B7076D980A}" type="parTrans" cxnId="{FB0B5E43-8856-4D46-A97A-307656A092E3}">
      <dgm:prSet/>
      <dgm:spPr/>
      <dgm:t>
        <a:bodyPr/>
        <a:lstStyle/>
        <a:p>
          <a:endParaRPr lang="en-US"/>
        </a:p>
      </dgm:t>
    </dgm:pt>
    <dgm:pt modelId="{79747BF2-B3DD-3340-B904-44179DA94E45}" type="sibTrans" cxnId="{FB0B5E43-8856-4D46-A97A-307656A092E3}">
      <dgm:prSet/>
      <dgm:spPr/>
      <dgm:t>
        <a:bodyPr/>
        <a:lstStyle/>
        <a:p>
          <a:endParaRPr lang="en-US"/>
        </a:p>
      </dgm:t>
    </dgm:pt>
    <dgm:pt modelId="{963203C2-9F70-104B-A277-EA054148B921}">
      <dgm:prSet custT="1"/>
      <dgm:spPr>
        <a:solidFill>
          <a:schemeClr val="bg1"/>
        </a:solidFill>
      </dgm:spPr>
      <dgm:t>
        <a:bodyPr/>
        <a:lstStyle/>
        <a:p>
          <a:pPr rtl="0"/>
          <a:r>
            <a:rPr lang="en-US" sz="1400" b="0" cap="none" spc="0" dirty="0">
              <a:ln w="0"/>
              <a:solidFill>
                <a:schemeClr val="tx1"/>
              </a:solidFill>
              <a:effectLst/>
            </a:rPr>
            <a:t>Regulated by the Family Educational Rights and Privacy Act (FERPA)</a:t>
          </a:r>
        </a:p>
      </dgm:t>
    </dgm:pt>
    <dgm:pt modelId="{0BD1A170-C88A-9541-BF7D-8D4207554A8D}" type="parTrans" cxnId="{6C835FEA-705C-A04D-928D-05A401096D52}">
      <dgm:prSet/>
      <dgm:spPr/>
      <dgm:t>
        <a:bodyPr/>
        <a:lstStyle/>
        <a:p>
          <a:endParaRPr lang="en-US"/>
        </a:p>
      </dgm:t>
    </dgm:pt>
    <dgm:pt modelId="{C086E017-CA97-9A43-9DEC-99A41651C309}" type="sibTrans" cxnId="{6C835FEA-705C-A04D-928D-05A401096D52}">
      <dgm:prSet/>
      <dgm:spPr/>
      <dgm:t>
        <a:bodyPr/>
        <a:lstStyle/>
        <a:p>
          <a:endParaRPr lang="en-US"/>
        </a:p>
      </dgm:t>
    </dgm:pt>
    <dgm:pt modelId="{2A433D58-A534-A549-AAE1-C495A386F008}">
      <dgm:prSet custT="1"/>
      <dgm:spPr>
        <a:solidFill>
          <a:srgbClr val="FF7F25"/>
        </a:solidFill>
      </dgm:spPr>
      <dgm:t>
        <a:bodyPr/>
        <a:lstStyle/>
        <a:p>
          <a:pPr rtl="0"/>
          <a:r>
            <a:rPr lang="en-US" sz="2600" b="1" dirty="0"/>
            <a:t>Integrity</a:t>
          </a:r>
        </a:p>
      </dgm:t>
    </dgm:pt>
    <dgm:pt modelId="{23537A07-3CC2-3746-9BC4-458C39A6CD7E}" type="parTrans" cxnId="{982DBD62-00E3-4F46-89B1-8849CD48AFFD}">
      <dgm:prSet/>
      <dgm:spPr/>
      <dgm:t>
        <a:bodyPr/>
        <a:lstStyle/>
        <a:p>
          <a:endParaRPr lang="en-US"/>
        </a:p>
      </dgm:t>
    </dgm:pt>
    <dgm:pt modelId="{787CE5BD-6B18-FA44-9EE8-E70F2414CE73}" type="sibTrans" cxnId="{982DBD62-00E3-4F46-89B1-8849CD48AFFD}">
      <dgm:prSet/>
      <dgm:spPr/>
      <dgm:t>
        <a:bodyPr/>
        <a:lstStyle/>
        <a:p>
          <a:endParaRPr lang="en-US"/>
        </a:p>
      </dgm:t>
    </dgm:pt>
    <dgm:pt modelId="{226EFB0F-12A8-8445-9510-83F9B4A90FE0}">
      <dgm:prSet custT="1"/>
      <dgm:spPr>
        <a:solidFill>
          <a:schemeClr val="bg1"/>
        </a:solidFill>
      </dgm:spPr>
      <dgm:t>
        <a:bodyPr/>
        <a:lstStyle/>
        <a:p>
          <a:pPr rtl="0"/>
          <a:r>
            <a:rPr lang="en-US" sz="1100" b="0" cap="none" spc="0" dirty="0">
              <a:ln w="0"/>
              <a:solidFill>
                <a:schemeClr val="tx1"/>
              </a:solidFill>
              <a:effectLst/>
            </a:rPr>
            <a:t>Patient information stored in a database – inaccurate information could result in serious harm or death to a patient and expose the hospital to massive liability</a:t>
          </a:r>
        </a:p>
      </dgm:t>
    </dgm:pt>
    <dgm:pt modelId="{12C4709E-713D-3449-BB83-C773643D72C7}" type="parTrans" cxnId="{F64C9110-1EC1-454B-A271-04A906453B6F}">
      <dgm:prSet/>
      <dgm:spPr/>
      <dgm:t>
        <a:bodyPr/>
        <a:lstStyle/>
        <a:p>
          <a:endParaRPr lang="en-US"/>
        </a:p>
      </dgm:t>
    </dgm:pt>
    <dgm:pt modelId="{1A2D05D8-4989-D145-B026-673EA2EDE00A}" type="sibTrans" cxnId="{F64C9110-1EC1-454B-A271-04A906453B6F}">
      <dgm:prSet/>
      <dgm:spPr/>
      <dgm:t>
        <a:bodyPr/>
        <a:lstStyle/>
        <a:p>
          <a:endParaRPr lang="en-US"/>
        </a:p>
      </dgm:t>
    </dgm:pt>
    <dgm:pt modelId="{86688F88-A7C0-2047-9FEA-FF84AAAAB4C5}">
      <dgm:prSet custT="1"/>
      <dgm:spPr>
        <a:solidFill>
          <a:schemeClr val="bg1"/>
        </a:solidFill>
      </dgm:spPr>
      <dgm:t>
        <a:bodyPr/>
        <a:lstStyle/>
        <a:p>
          <a:pPr rtl="0"/>
          <a:r>
            <a:rPr lang="en-US" sz="1100" b="0" cap="none" spc="0" dirty="0">
              <a:ln w="0"/>
              <a:solidFill>
                <a:schemeClr val="tx1"/>
              </a:solidFill>
              <a:effectLst/>
            </a:rPr>
            <a:t>A Web site that offers a forum to registered users to discuss some specific topic would be assigned a moderate level of integrity</a:t>
          </a:r>
        </a:p>
      </dgm:t>
    </dgm:pt>
    <dgm:pt modelId="{FE91A2EC-6D5D-3449-870C-D4DD01D49DD0}" type="parTrans" cxnId="{47CCF038-5299-824A-92FD-5A074B8DC7AA}">
      <dgm:prSet/>
      <dgm:spPr/>
      <dgm:t>
        <a:bodyPr/>
        <a:lstStyle/>
        <a:p>
          <a:endParaRPr lang="en-US"/>
        </a:p>
      </dgm:t>
    </dgm:pt>
    <dgm:pt modelId="{A9887F89-6CF5-1746-BCD0-1E94F594067C}" type="sibTrans" cxnId="{47CCF038-5299-824A-92FD-5A074B8DC7AA}">
      <dgm:prSet/>
      <dgm:spPr/>
      <dgm:t>
        <a:bodyPr/>
        <a:lstStyle/>
        <a:p>
          <a:endParaRPr lang="en-US"/>
        </a:p>
      </dgm:t>
    </dgm:pt>
    <dgm:pt modelId="{034FBF72-5E4A-F147-AA29-7C1D3755292F}">
      <dgm:prSet custT="1"/>
      <dgm:spPr>
        <a:solidFill>
          <a:schemeClr val="bg1"/>
        </a:solidFill>
      </dgm:spPr>
      <dgm:t>
        <a:bodyPr/>
        <a:lstStyle/>
        <a:p>
          <a:pPr rtl="0"/>
          <a:r>
            <a:rPr lang="en-US" sz="1100" b="0" cap="none" spc="0" dirty="0">
              <a:ln w="0"/>
              <a:solidFill>
                <a:schemeClr val="tx1"/>
              </a:solidFill>
              <a:effectLst/>
            </a:rPr>
            <a:t>An example of a low-integrity requirement is an anonymous online poll</a:t>
          </a:r>
        </a:p>
      </dgm:t>
    </dgm:pt>
    <dgm:pt modelId="{46C2BA37-6A92-0440-81BD-ACEB97715F7E}" type="parTrans" cxnId="{75F76FC4-D21F-8A45-858A-F0BD51619317}">
      <dgm:prSet/>
      <dgm:spPr/>
      <dgm:t>
        <a:bodyPr/>
        <a:lstStyle/>
        <a:p>
          <a:endParaRPr lang="en-US"/>
        </a:p>
      </dgm:t>
    </dgm:pt>
    <dgm:pt modelId="{E5FF3B80-53BA-C342-BAFD-EA684487F7EA}" type="sibTrans" cxnId="{75F76FC4-D21F-8A45-858A-F0BD51619317}">
      <dgm:prSet/>
      <dgm:spPr/>
      <dgm:t>
        <a:bodyPr/>
        <a:lstStyle/>
        <a:p>
          <a:endParaRPr lang="en-US"/>
        </a:p>
      </dgm:t>
    </dgm:pt>
    <dgm:pt modelId="{9F2C9523-7EFE-8045-A72C-43930C5D2446}">
      <dgm:prSet custT="1"/>
      <dgm:spPr>
        <a:solidFill>
          <a:srgbClr val="FF7F25"/>
        </a:solidFill>
      </dgm:spPr>
      <dgm:t>
        <a:bodyPr/>
        <a:lstStyle/>
        <a:p>
          <a:pPr rtl="0"/>
          <a:r>
            <a:rPr lang="en-US" sz="2600" b="1" i="0" dirty="0"/>
            <a:t>Availability</a:t>
          </a:r>
        </a:p>
      </dgm:t>
    </dgm:pt>
    <dgm:pt modelId="{AB1499F2-160F-8E49-B547-EB2701E0CCB3}" type="parTrans" cxnId="{44DF6120-93A0-604E-9A06-2FDF0EA7F7E6}">
      <dgm:prSet/>
      <dgm:spPr/>
      <dgm:t>
        <a:bodyPr/>
        <a:lstStyle/>
        <a:p>
          <a:endParaRPr lang="en-US"/>
        </a:p>
      </dgm:t>
    </dgm:pt>
    <dgm:pt modelId="{B56B498C-4249-E849-9494-1B2D602B8604}" type="sibTrans" cxnId="{44DF6120-93A0-604E-9A06-2FDF0EA7F7E6}">
      <dgm:prSet/>
      <dgm:spPr/>
      <dgm:t>
        <a:bodyPr/>
        <a:lstStyle/>
        <a:p>
          <a:endParaRPr lang="en-US"/>
        </a:p>
      </dgm:t>
    </dgm:pt>
    <dgm:pt modelId="{59D580C2-D51C-4946-80A2-13FBA42A934D}">
      <dgm:prSet custT="1"/>
      <dgm:spPr>
        <a:solidFill>
          <a:schemeClr val="bg1"/>
        </a:solidFill>
      </dgm:spPr>
      <dgm:t>
        <a:bodyPr/>
        <a:lstStyle/>
        <a:p>
          <a:pPr rtl="0"/>
          <a:r>
            <a:rPr lang="en-US" sz="1100" b="0" cap="none" spc="0" dirty="0">
              <a:ln w="0"/>
              <a:solidFill>
                <a:schemeClr val="tx1"/>
              </a:solidFill>
              <a:effectLst/>
            </a:rPr>
            <a:t>The more critical a component or service (such as a web server for a service provider), the higher the level of availability required</a:t>
          </a:r>
        </a:p>
      </dgm:t>
    </dgm:pt>
    <dgm:pt modelId="{188FA107-D78B-CA45-AF07-B20392695F09}" type="parTrans" cxnId="{C323D7B1-AE75-6B48-8CA6-A10E96B1A184}">
      <dgm:prSet/>
      <dgm:spPr/>
      <dgm:t>
        <a:bodyPr/>
        <a:lstStyle/>
        <a:p>
          <a:endParaRPr lang="en-US"/>
        </a:p>
      </dgm:t>
    </dgm:pt>
    <dgm:pt modelId="{4E86150A-47F0-824D-BE6A-857E822126ED}" type="sibTrans" cxnId="{C323D7B1-AE75-6B48-8CA6-A10E96B1A184}">
      <dgm:prSet/>
      <dgm:spPr/>
      <dgm:t>
        <a:bodyPr/>
        <a:lstStyle/>
        <a:p>
          <a:endParaRPr lang="en-US"/>
        </a:p>
      </dgm:t>
    </dgm:pt>
    <dgm:pt modelId="{C4A0DB89-7CC9-4045-B28F-308662009F9D}">
      <dgm:prSet custT="1"/>
      <dgm:spPr>
        <a:solidFill>
          <a:schemeClr val="bg1"/>
        </a:solidFill>
      </dgm:spPr>
      <dgm:t>
        <a:bodyPr/>
        <a:lstStyle/>
        <a:p>
          <a:pPr rtl="0"/>
          <a:r>
            <a:rPr lang="en-US" sz="1300" b="0" cap="none" spc="0" dirty="0">
              <a:ln w="0"/>
              <a:solidFill>
                <a:schemeClr val="tx1"/>
              </a:solidFill>
              <a:effectLst/>
            </a:rPr>
            <a:t>A moderate availability requirement is a public Web site for a university</a:t>
          </a:r>
        </a:p>
      </dgm:t>
    </dgm:pt>
    <dgm:pt modelId="{DD04458C-D30E-B34E-A977-E579A16E937E}" type="parTrans" cxnId="{9A6AEFB6-FD52-CD4C-A0EB-DCBBCB483A93}">
      <dgm:prSet/>
      <dgm:spPr/>
      <dgm:t>
        <a:bodyPr/>
        <a:lstStyle/>
        <a:p>
          <a:endParaRPr lang="en-US"/>
        </a:p>
      </dgm:t>
    </dgm:pt>
    <dgm:pt modelId="{DBC0CD74-A63F-194B-A6E9-E4EF8214CF21}" type="sibTrans" cxnId="{9A6AEFB6-FD52-CD4C-A0EB-DCBBCB483A93}">
      <dgm:prSet/>
      <dgm:spPr/>
      <dgm:t>
        <a:bodyPr/>
        <a:lstStyle/>
        <a:p>
          <a:endParaRPr lang="en-US"/>
        </a:p>
      </dgm:t>
    </dgm:pt>
    <dgm:pt modelId="{1B57A700-E072-CE42-B289-EEFD204E9898}">
      <dgm:prSet custT="1"/>
      <dgm:spPr>
        <a:solidFill>
          <a:schemeClr val="bg1"/>
        </a:solidFill>
      </dgm:spPr>
      <dgm:t>
        <a:bodyPr/>
        <a:lstStyle/>
        <a:p>
          <a:pPr rtl="0"/>
          <a:r>
            <a:rPr lang="en-US" sz="1100" b="0" cap="none" spc="0" dirty="0">
              <a:ln w="0"/>
              <a:solidFill>
                <a:schemeClr val="tx1"/>
              </a:solidFill>
              <a:effectLst/>
            </a:rPr>
            <a:t>An online telephone directory lookup application would be classified as a low-availability requirement</a:t>
          </a:r>
        </a:p>
      </dgm:t>
    </dgm:pt>
    <dgm:pt modelId="{FBF1A58A-2CDC-EB4B-838D-CD40DF6D2BA9}" type="parTrans" cxnId="{B3FF1399-8F8F-6D4F-B286-D006A8DDED9F}">
      <dgm:prSet/>
      <dgm:spPr/>
      <dgm:t>
        <a:bodyPr/>
        <a:lstStyle/>
        <a:p>
          <a:endParaRPr lang="en-US"/>
        </a:p>
      </dgm:t>
    </dgm:pt>
    <dgm:pt modelId="{F47F6AC5-6892-E149-BE99-71B88829B3ED}" type="sibTrans" cxnId="{B3FF1399-8F8F-6D4F-B286-D006A8DDED9F}">
      <dgm:prSet/>
      <dgm:spPr/>
      <dgm:t>
        <a:bodyPr/>
        <a:lstStyle/>
        <a:p>
          <a:endParaRPr lang="en-US"/>
        </a:p>
      </dgm:t>
    </dgm:pt>
    <dgm:pt modelId="{532A52E4-C168-D843-BA15-1DAD0E5EA2E6}" type="pres">
      <dgm:prSet presAssocID="{9A694A12-486A-BD4B-9D9C-BAF11D622A49}" presName="theList" presStyleCnt="0">
        <dgm:presLayoutVars>
          <dgm:dir/>
          <dgm:animLvl val="lvl"/>
          <dgm:resizeHandles val="exact"/>
        </dgm:presLayoutVars>
      </dgm:prSet>
      <dgm:spPr/>
    </dgm:pt>
    <dgm:pt modelId="{9EA179EA-3888-7343-A557-AB247DE62276}" type="pres">
      <dgm:prSet presAssocID="{CEE83846-5B16-DC4A-8838-43F7F24A81D3}" presName="compNode" presStyleCnt="0"/>
      <dgm:spPr/>
    </dgm:pt>
    <dgm:pt modelId="{E74AF64B-A620-0C45-B247-92C87E1A3C8C}" type="pres">
      <dgm:prSet presAssocID="{CEE83846-5B16-DC4A-8838-43F7F24A81D3}" presName="aNode" presStyleLbl="bgShp" presStyleIdx="0" presStyleCnt="3" custLinFactNeighborX="-4819" custLinFactNeighborY="-8283"/>
      <dgm:spPr/>
    </dgm:pt>
    <dgm:pt modelId="{2161F7D6-FF96-1940-98EA-E6F3091E1330}" type="pres">
      <dgm:prSet presAssocID="{CEE83846-5B16-DC4A-8838-43F7F24A81D3}" presName="textNode" presStyleLbl="bgShp" presStyleIdx="0" presStyleCnt="3"/>
      <dgm:spPr/>
    </dgm:pt>
    <dgm:pt modelId="{B8EDC57D-0154-5C41-9A02-2E02664088A6}" type="pres">
      <dgm:prSet presAssocID="{CEE83846-5B16-DC4A-8838-43F7F24A81D3}" presName="compChildNode" presStyleCnt="0"/>
      <dgm:spPr/>
    </dgm:pt>
    <dgm:pt modelId="{F536254B-706F-9A40-869A-ECCD30C95B63}" type="pres">
      <dgm:prSet presAssocID="{CEE83846-5B16-DC4A-8838-43F7F24A81D3}" presName="theInnerList" presStyleCnt="0"/>
      <dgm:spPr/>
    </dgm:pt>
    <dgm:pt modelId="{A0B257B1-4772-E04B-B67D-0B8E72B82E14}" type="pres">
      <dgm:prSet presAssocID="{C2B6F0B7-215C-704E-B592-77A94414EE43}" presName="childNode" presStyleLbl="node1" presStyleIdx="0" presStyleCnt="8">
        <dgm:presLayoutVars>
          <dgm:bulletEnabled val="1"/>
        </dgm:presLayoutVars>
      </dgm:prSet>
      <dgm:spPr/>
    </dgm:pt>
    <dgm:pt modelId="{AC4919B2-7F8E-574D-91E2-C0662BBE2B27}" type="pres">
      <dgm:prSet presAssocID="{C2B6F0B7-215C-704E-B592-77A94414EE43}" presName="aSpace2" presStyleCnt="0"/>
      <dgm:spPr/>
    </dgm:pt>
    <dgm:pt modelId="{8AAEFCBD-DCF7-3A40-81C8-F39E2CD36756}" type="pres">
      <dgm:prSet presAssocID="{963203C2-9F70-104B-A277-EA054148B921}" presName="childNode" presStyleLbl="node1" presStyleIdx="1" presStyleCnt="8">
        <dgm:presLayoutVars>
          <dgm:bulletEnabled val="1"/>
        </dgm:presLayoutVars>
      </dgm:prSet>
      <dgm:spPr/>
    </dgm:pt>
    <dgm:pt modelId="{58DFC691-FC2F-E046-8B32-30A019DFD420}" type="pres">
      <dgm:prSet presAssocID="{CEE83846-5B16-DC4A-8838-43F7F24A81D3}" presName="aSpace" presStyleCnt="0"/>
      <dgm:spPr/>
    </dgm:pt>
    <dgm:pt modelId="{285E32A2-E07E-DF4E-927F-35E7722DA3F2}" type="pres">
      <dgm:prSet presAssocID="{2A433D58-A534-A549-AAE1-C495A386F008}" presName="compNode" presStyleCnt="0"/>
      <dgm:spPr/>
    </dgm:pt>
    <dgm:pt modelId="{5B96D207-34DF-0F4C-8BB6-6CEB0EF67ADA}" type="pres">
      <dgm:prSet presAssocID="{2A433D58-A534-A549-AAE1-C495A386F008}" presName="aNode" presStyleLbl="bgShp" presStyleIdx="1" presStyleCnt="3"/>
      <dgm:spPr/>
    </dgm:pt>
    <dgm:pt modelId="{A7D2D34E-21DF-1344-A460-AB97E14192B1}" type="pres">
      <dgm:prSet presAssocID="{2A433D58-A534-A549-AAE1-C495A386F008}" presName="textNode" presStyleLbl="bgShp" presStyleIdx="1" presStyleCnt="3"/>
      <dgm:spPr/>
    </dgm:pt>
    <dgm:pt modelId="{3E62D97E-E6AB-C042-A582-E90DBEEA9F64}" type="pres">
      <dgm:prSet presAssocID="{2A433D58-A534-A549-AAE1-C495A386F008}" presName="compChildNode" presStyleCnt="0"/>
      <dgm:spPr/>
    </dgm:pt>
    <dgm:pt modelId="{D8834E4B-B022-6545-9CDE-75B8253A7364}" type="pres">
      <dgm:prSet presAssocID="{2A433D58-A534-A549-AAE1-C495A386F008}" presName="theInnerList" presStyleCnt="0"/>
      <dgm:spPr/>
    </dgm:pt>
    <dgm:pt modelId="{9A869599-A3BA-2140-965B-480788ED7672}" type="pres">
      <dgm:prSet presAssocID="{226EFB0F-12A8-8445-9510-83F9B4A90FE0}" presName="childNode" presStyleLbl="node1" presStyleIdx="2" presStyleCnt="8" custScaleX="98462" custScaleY="255695" custLinFactNeighborX="0" custLinFactNeighborY="-67541">
        <dgm:presLayoutVars>
          <dgm:bulletEnabled val="1"/>
        </dgm:presLayoutVars>
      </dgm:prSet>
      <dgm:spPr/>
    </dgm:pt>
    <dgm:pt modelId="{1FE4284F-F3A4-2247-A956-BE7CA5BD4DD7}" type="pres">
      <dgm:prSet presAssocID="{226EFB0F-12A8-8445-9510-83F9B4A90FE0}" presName="aSpace2" presStyleCnt="0"/>
      <dgm:spPr/>
    </dgm:pt>
    <dgm:pt modelId="{B2B9CB2D-DEBC-5E45-BCC2-2317E85CF5BE}" type="pres">
      <dgm:prSet presAssocID="{86688F88-A7C0-2047-9FEA-FF84AAAAB4C5}" presName="childNode" presStyleLbl="node1" presStyleIdx="3" presStyleCnt="8" custScaleY="167688">
        <dgm:presLayoutVars>
          <dgm:bulletEnabled val="1"/>
        </dgm:presLayoutVars>
      </dgm:prSet>
      <dgm:spPr/>
    </dgm:pt>
    <dgm:pt modelId="{4CA7819A-3AA1-1F4C-BB7F-6BDF72A30B32}" type="pres">
      <dgm:prSet presAssocID="{86688F88-A7C0-2047-9FEA-FF84AAAAB4C5}" presName="aSpace2" presStyleCnt="0"/>
      <dgm:spPr/>
    </dgm:pt>
    <dgm:pt modelId="{20DD891D-54C2-1049-9497-5E2B68136E99}" type="pres">
      <dgm:prSet presAssocID="{034FBF72-5E4A-F147-AA29-7C1D3755292F}" presName="childNode" presStyleLbl="node1" presStyleIdx="4" presStyleCnt="8" custScaleX="103156" custScaleY="105997">
        <dgm:presLayoutVars>
          <dgm:bulletEnabled val="1"/>
        </dgm:presLayoutVars>
      </dgm:prSet>
      <dgm:spPr/>
    </dgm:pt>
    <dgm:pt modelId="{65830766-6A61-3D41-AC79-D55AB3C5CD4C}" type="pres">
      <dgm:prSet presAssocID="{2A433D58-A534-A549-AAE1-C495A386F008}" presName="aSpace" presStyleCnt="0"/>
      <dgm:spPr/>
    </dgm:pt>
    <dgm:pt modelId="{61D445CF-8499-4749-AA31-FC085C626A6C}" type="pres">
      <dgm:prSet presAssocID="{9F2C9523-7EFE-8045-A72C-43930C5D2446}" presName="compNode" presStyleCnt="0"/>
      <dgm:spPr/>
    </dgm:pt>
    <dgm:pt modelId="{F31C69FC-F97D-C847-A4D6-679EEDFECE0D}" type="pres">
      <dgm:prSet presAssocID="{9F2C9523-7EFE-8045-A72C-43930C5D2446}" presName="aNode" presStyleLbl="bgShp" presStyleIdx="2" presStyleCnt="3"/>
      <dgm:spPr/>
    </dgm:pt>
    <dgm:pt modelId="{0D0E15B1-8A9B-8144-A78D-5F2B88805522}" type="pres">
      <dgm:prSet presAssocID="{9F2C9523-7EFE-8045-A72C-43930C5D2446}" presName="textNode" presStyleLbl="bgShp" presStyleIdx="2" presStyleCnt="3"/>
      <dgm:spPr/>
    </dgm:pt>
    <dgm:pt modelId="{3FFA3B65-DFFC-5841-B9A5-E984FEBED227}" type="pres">
      <dgm:prSet presAssocID="{9F2C9523-7EFE-8045-A72C-43930C5D2446}" presName="compChildNode" presStyleCnt="0"/>
      <dgm:spPr/>
    </dgm:pt>
    <dgm:pt modelId="{260E00A4-5A9D-CE43-8D9F-C580FC30B8B7}" type="pres">
      <dgm:prSet presAssocID="{9F2C9523-7EFE-8045-A72C-43930C5D2446}" presName="theInnerList" presStyleCnt="0"/>
      <dgm:spPr/>
    </dgm:pt>
    <dgm:pt modelId="{362B08EA-3F81-CB4A-B772-E14DBE4CD014}" type="pres">
      <dgm:prSet presAssocID="{59D580C2-D51C-4946-80A2-13FBA42A934D}" presName="childNode" presStyleLbl="node1" presStyleIdx="5" presStyleCnt="8">
        <dgm:presLayoutVars>
          <dgm:bulletEnabled val="1"/>
        </dgm:presLayoutVars>
      </dgm:prSet>
      <dgm:spPr/>
    </dgm:pt>
    <dgm:pt modelId="{FF630DC4-77F2-F34C-81B8-1CA106591F3D}" type="pres">
      <dgm:prSet presAssocID="{59D580C2-D51C-4946-80A2-13FBA42A934D}" presName="aSpace2" presStyleCnt="0"/>
      <dgm:spPr/>
    </dgm:pt>
    <dgm:pt modelId="{63DBCA6F-433F-F94D-A40C-40EAF6EC76AE}" type="pres">
      <dgm:prSet presAssocID="{C4A0DB89-7CC9-4045-B28F-308662009F9D}" presName="childNode" presStyleLbl="node1" presStyleIdx="6" presStyleCnt="8">
        <dgm:presLayoutVars>
          <dgm:bulletEnabled val="1"/>
        </dgm:presLayoutVars>
      </dgm:prSet>
      <dgm:spPr/>
    </dgm:pt>
    <dgm:pt modelId="{E9DEEFE6-836F-D441-9188-257E017A6E0E}" type="pres">
      <dgm:prSet presAssocID="{C4A0DB89-7CC9-4045-B28F-308662009F9D}" presName="aSpace2" presStyleCnt="0"/>
      <dgm:spPr/>
    </dgm:pt>
    <dgm:pt modelId="{869AD6AC-C370-714E-AA4A-B92F8AEBFD68}" type="pres">
      <dgm:prSet presAssocID="{1B57A700-E072-CE42-B289-EEFD204E9898}" presName="childNode" presStyleLbl="node1" presStyleIdx="7" presStyleCnt="8">
        <dgm:presLayoutVars>
          <dgm:bulletEnabled val="1"/>
        </dgm:presLayoutVars>
      </dgm:prSet>
      <dgm:spPr/>
    </dgm:pt>
  </dgm:ptLst>
  <dgm:cxnLst>
    <dgm:cxn modelId="{F17E6401-7DF8-4C78-8A85-F13077300D39}" type="presOf" srcId="{59D580C2-D51C-4946-80A2-13FBA42A934D}" destId="{362B08EA-3F81-CB4A-B772-E14DBE4CD014}" srcOrd="0" destOrd="0" presId="urn:microsoft.com/office/officeart/2005/8/layout/lProcess2"/>
    <dgm:cxn modelId="{F64C9110-1EC1-454B-A271-04A906453B6F}" srcId="{2A433D58-A534-A549-AAE1-C495A386F008}" destId="{226EFB0F-12A8-8445-9510-83F9B4A90FE0}" srcOrd="0" destOrd="0" parTransId="{12C4709E-713D-3449-BB83-C773643D72C7}" sibTransId="{1A2D05D8-4989-D145-B026-673EA2EDE00A}"/>
    <dgm:cxn modelId="{22979A1A-1671-4A71-B447-3B13745572CC}" type="presOf" srcId="{2A433D58-A534-A549-AAE1-C495A386F008}" destId="{5B96D207-34DF-0F4C-8BB6-6CEB0EF67ADA}" srcOrd="0" destOrd="0" presId="urn:microsoft.com/office/officeart/2005/8/layout/lProcess2"/>
    <dgm:cxn modelId="{44DF6120-93A0-604E-9A06-2FDF0EA7F7E6}" srcId="{9A694A12-486A-BD4B-9D9C-BAF11D622A49}" destId="{9F2C9523-7EFE-8045-A72C-43930C5D2446}" srcOrd="2" destOrd="0" parTransId="{AB1499F2-160F-8E49-B547-EB2701E0CCB3}" sibTransId="{B56B498C-4249-E849-9494-1B2D602B8604}"/>
    <dgm:cxn modelId="{B2B3512E-0B9B-8644-926C-81297A3E98C4}" srcId="{9A694A12-486A-BD4B-9D9C-BAF11D622A49}" destId="{CEE83846-5B16-DC4A-8838-43F7F24A81D3}" srcOrd="0" destOrd="0" parTransId="{9975BC88-DAE3-C94F-859A-3F83FF5FD7F4}" sibTransId="{DF434A2E-243E-D94F-B120-7307862C420F}"/>
    <dgm:cxn modelId="{61BBE736-3221-4B8E-B46B-6E8761608EAB}" type="presOf" srcId="{034FBF72-5E4A-F147-AA29-7C1D3755292F}" destId="{20DD891D-54C2-1049-9497-5E2B68136E99}" srcOrd="0" destOrd="0" presId="urn:microsoft.com/office/officeart/2005/8/layout/lProcess2"/>
    <dgm:cxn modelId="{47CCF038-5299-824A-92FD-5A074B8DC7AA}" srcId="{2A433D58-A534-A549-AAE1-C495A386F008}" destId="{86688F88-A7C0-2047-9FEA-FF84AAAAB4C5}" srcOrd="1" destOrd="0" parTransId="{FE91A2EC-6D5D-3449-870C-D4DD01D49DD0}" sibTransId="{A9887F89-6CF5-1746-BCD0-1E94F594067C}"/>
    <dgm:cxn modelId="{3D127860-025B-45E7-B193-3A5A25AFB4ED}" type="presOf" srcId="{CEE83846-5B16-DC4A-8838-43F7F24A81D3}" destId="{E74AF64B-A620-0C45-B247-92C87E1A3C8C}" srcOrd="0" destOrd="0" presId="urn:microsoft.com/office/officeart/2005/8/layout/lProcess2"/>
    <dgm:cxn modelId="{982DBD62-00E3-4F46-89B1-8849CD48AFFD}" srcId="{9A694A12-486A-BD4B-9D9C-BAF11D622A49}" destId="{2A433D58-A534-A549-AAE1-C495A386F008}" srcOrd="1" destOrd="0" parTransId="{23537A07-3CC2-3746-9BC4-458C39A6CD7E}" sibTransId="{787CE5BD-6B18-FA44-9EE8-E70F2414CE73}"/>
    <dgm:cxn modelId="{FB0B5E43-8856-4D46-A97A-307656A092E3}" srcId="{CEE83846-5B16-DC4A-8838-43F7F24A81D3}" destId="{C2B6F0B7-215C-704E-B592-77A94414EE43}" srcOrd="0" destOrd="0" parTransId="{93469E97-A0DA-D747-9500-16B7076D980A}" sibTransId="{79747BF2-B3DD-3340-B904-44179DA94E45}"/>
    <dgm:cxn modelId="{8DDAA446-D953-4FEE-98E4-255593BF0DBF}" type="presOf" srcId="{226EFB0F-12A8-8445-9510-83F9B4A90FE0}" destId="{9A869599-A3BA-2140-965B-480788ED7672}" srcOrd="0" destOrd="0" presId="urn:microsoft.com/office/officeart/2005/8/layout/lProcess2"/>
    <dgm:cxn modelId="{C39DC669-CAD3-42CF-953D-CA26944D36EC}" type="presOf" srcId="{1B57A700-E072-CE42-B289-EEFD204E9898}" destId="{869AD6AC-C370-714E-AA4A-B92F8AEBFD68}" srcOrd="0" destOrd="0" presId="urn:microsoft.com/office/officeart/2005/8/layout/lProcess2"/>
    <dgm:cxn modelId="{229C4852-E2B7-47A3-83C6-18C8B51E644E}" type="presOf" srcId="{9F2C9523-7EFE-8045-A72C-43930C5D2446}" destId="{0D0E15B1-8A9B-8144-A78D-5F2B88805522}" srcOrd="1" destOrd="0" presId="urn:microsoft.com/office/officeart/2005/8/layout/lProcess2"/>
    <dgm:cxn modelId="{97FB9286-C8F9-4608-8D08-36012FC958D5}" type="presOf" srcId="{2A433D58-A534-A549-AAE1-C495A386F008}" destId="{A7D2D34E-21DF-1344-A460-AB97E14192B1}" srcOrd="1" destOrd="0" presId="urn:microsoft.com/office/officeart/2005/8/layout/lProcess2"/>
    <dgm:cxn modelId="{A087F297-A151-4265-8306-D7B9A50863D1}" type="presOf" srcId="{C2B6F0B7-215C-704E-B592-77A94414EE43}" destId="{A0B257B1-4772-E04B-B67D-0B8E72B82E14}" srcOrd="0" destOrd="0" presId="urn:microsoft.com/office/officeart/2005/8/layout/lProcess2"/>
    <dgm:cxn modelId="{B3FF1399-8F8F-6D4F-B286-D006A8DDED9F}" srcId="{9F2C9523-7EFE-8045-A72C-43930C5D2446}" destId="{1B57A700-E072-CE42-B289-EEFD204E9898}" srcOrd="2" destOrd="0" parTransId="{FBF1A58A-2CDC-EB4B-838D-CD40DF6D2BA9}" sibTransId="{F47F6AC5-6892-E149-BE99-71B88829B3ED}"/>
    <dgm:cxn modelId="{AF07C3A4-ED9E-4980-9952-598DAC127E5A}" type="presOf" srcId="{9A694A12-486A-BD4B-9D9C-BAF11D622A49}" destId="{532A52E4-C168-D843-BA15-1DAD0E5EA2E6}" srcOrd="0" destOrd="0" presId="urn:microsoft.com/office/officeart/2005/8/layout/lProcess2"/>
    <dgm:cxn modelId="{7B81A2A6-CB78-4096-9663-2A8A57FDDE8D}" type="presOf" srcId="{C4A0DB89-7CC9-4045-B28F-308662009F9D}" destId="{63DBCA6F-433F-F94D-A40C-40EAF6EC76AE}" srcOrd="0" destOrd="0" presId="urn:microsoft.com/office/officeart/2005/8/layout/lProcess2"/>
    <dgm:cxn modelId="{29E2D4AB-A4FB-4953-AE56-C34E3256474A}" type="presOf" srcId="{963203C2-9F70-104B-A277-EA054148B921}" destId="{8AAEFCBD-DCF7-3A40-81C8-F39E2CD36756}" srcOrd="0" destOrd="0" presId="urn:microsoft.com/office/officeart/2005/8/layout/lProcess2"/>
    <dgm:cxn modelId="{374E5FAD-6D5F-4B0A-BFB1-00B9491DE51F}" type="presOf" srcId="{CEE83846-5B16-DC4A-8838-43F7F24A81D3}" destId="{2161F7D6-FF96-1940-98EA-E6F3091E1330}" srcOrd="1" destOrd="0" presId="urn:microsoft.com/office/officeart/2005/8/layout/lProcess2"/>
    <dgm:cxn modelId="{C323D7B1-AE75-6B48-8CA6-A10E96B1A184}" srcId="{9F2C9523-7EFE-8045-A72C-43930C5D2446}" destId="{59D580C2-D51C-4946-80A2-13FBA42A934D}" srcOrd="0" destOrd="0" parTransId="{188FA107-D78B-CA45-AF07-B20392695F09}" sibTransId="{4E86150A-47F0-824D-BE6A-857E822126ED}"/>
    <dgm:cxn modelId="{9A6AEFB6-FD52-CD4C-A0EB-DCBBCB483A93}" srcId="{9F2C9523-7EFE-8045-A72C-43930C5D2446}" destId="{C4A0DB89-7CC9-4045-B28F-308662009F9D}" srcOrd="1" destOrd="0" parTransId="{DD04458C-D30E-B34E-A977-E579A16E937E}" sibTransId="{DBC0CD74-A63F-194B-A6E9-E4EF8214CF21}"/>
    <dgm:cxn modelId="{75F76FC4-D21F-8A45-858A-F0BD51619317}" srcId="{2A433D58-A534-A549-AAE1-C495A386F008}" destId="{034FBF72-5E4A-F147-AA29-7C1D3755292F}" srcOrd="2" destOrd="0" parTransId="{46C2BA37-6A92-0440-81BD-ACEB97715F7E}" sibTransId="{E5FF3B80-53BA-C342-BAFD-EA684487F7EA}"/>
    <dgm:cxn modelId="{FB47A8CD-B1A7-432A-97AD-7D34CB107603}" type="presOf" srcId="{9F2C9523-7EFE-8045-A72C-43930C5D2446}" destId="{F31C69FC-F97D-C847-A4D6-679EEDFECE0D}" srcOrd="0" destOrd="0" presId="urn:microsoft.com/office/officeart/2005/8/layout/lProcess2"/>
    <dgm:cxn modelId="{F3F19CD3-F935-43E9-A966-473FDD6655CA}" type="presOf" srcId="{86688F88-A7C0-2047-9FEA-FF84AAAAB4C5}" destId="{B2B9CB2D-DEBC-5E45-BCC2-2317E85CF5BE}" srcOrd="0" destOrd="0" presId="urn:microsoft.com/office/officeart/2005/8/layout/lProcess2"/>
    <dgm:cxn modelId="{6C835FEA-705C-A04D-928D-05A401096D52}" srcId="{CEE83846-5B16-DC4A-8838-43F7F24A81D3}" destId="{963203C2-9F70-104B-A277-EA054148B921}" srcOrd="1" destOrd="0" parTransId="{0BD1A170-C88A-9541-BF7D-8D4207554A8D}" sibTransId="{C086E017-CA97-9A43-9DEC-99A41651C309}"/>
    <dgm:cxn modelId="{2FBAA262-DF1D-4BF1-800D-13D9EC253B3C}" type="presParOf" srcId="{532A52E4-C168-D843-BA15-1DAD0E5EA2E6}" destId="{9EA179EA-3888-7343-A557-AB247DE62276}" srcOrd="0" destOrd="0" presId="urn:microsoft.com/office/officeart/2005/8/layout/lProcess2"/>
    <dgm:cxn modelId="{4411F0DC-8D72-44D1-A159-C6E885BB0C89}" type="presParOf" srcId="{9EA179EA-3888-7343-A557-AB247DE62276}" destId="{E74AF64B-A620-0C45-B247-92C87E1A3C8C}" srcOrd="0" destOrd="0" presId="urn:microsoft.com/office/officeart/2005/8/layout/lProcess2"/>
    <dgm:cxn modelId="{A563FCF1-58CE-43A0-9E6F-9700CB507B52}" type="presParOf" srcId="{9EA179EA-3888-7343-A557-AB247DE62276}" destId="{2161F7D6-FF96-1940-98EA-E6F3091E1330}" srcOrd="1" destOrd="0" presId="urn:microsoft.com/office/officeart/2005/8/layout/lProcess2"/>
    <dgm:cxn modelId="{E4666D8A-25B5-4A90-8444-4FBDBDA219B6}" type="presParOf" srcId="{9EA179EA-3888-7343-A557-AB247DE62276}" destId="{B8EDC57D-0154-5C41-9A02-2E02664088A6}" srcOrd="2" destOrd="0" presId="urn:microsoft.com/office/officeart/2005/8/layout/lProcess2"/>
    <dgm:cxn modelId="{29523B0B-F3C5-42A6-B896-BC2E8249E078}" type="presParOf" srcId="{B8EDC57D-0154-5C41-9A02-2E02664088A6}" destId="{F536254B-706F-9A40-869A-ECCD30C95B63}" srcOrd="0" destOrd="0" presId="urn:microsoft.com/office/officeart/2005/8/layout/lProcess2"/>
    <dgm:cxn modelId="{986C8FC6-71C9-4F30-A277-ED4BD8C3EA61}" type="presParOf" srcId="{F536254B-706F-9A40-869A-ECCD30C95B63}" destId="{A0B257B1-4772-E04B-B67D-0B8E72B82E14}" srcOrd="0" destOrd="0" presId="urn:microsoft.com/office/officeart/2005/8/layout/lProcess2"/>
    <dgm:cxn modelId="{E5BD545C-3E3F-4166-A222-B33CF21FC315}" type="presParOf" srcId="{F536254B-706F-9A40-869A-ECCD30C95B63}" destId="{AC4919B2-7F8E-574D-91E2-C0662BBE2B27}" srcOrd="1" destOrd="0" presId="urn:microsoft.com/office/officeart/2005/8/layout/lProcess2"/>
    <dgm:cxn modelId="{85C63EB3-898A-427D-A80A-5AC3C34CB4F7}" type="presParOf" srcId="{F536254B-706F-9A40-869A-ECCD30C95B63}" destId="{8AAEFCBD-DCF7-3A40-81C8-F39E2CD36756}" srcOrd="2" destOrd="0" presId="urn:microsoft.com/office/officeart/2005/8/layout/lProcess2"/>
    <dgm:cxn modelId="{E309148C-DAFD-4C0D-BDC4-6C9D6072EFB8}" type="presParOf" srcId="{532A52E4-C168-D843-BA15-1DAD0E5EA2E6}" destId="{58DFC691-FC2F-E046-8B32-30A019DFD420}" srcOrd="1" destOrd="0" presId="urn:microsoft.com/office/officeart/2005/8/layout/lProcess2"/>
    <dgm:cxn modelId="{D4549420-9013-4621-95AD-AAF295B6B31B}" type="presParOf" srcId="{532A52E4-C168-D843-BA15-1DAD0E5EA2E6}" destId="{285E32A2-E07E-DF4E-927F-35E7722DA3F2}" srcOrd="2" destOrd="0" presId="urn:microsoft.com/office/officeart/2005/8/layout/lProcess2"/>
    <dgm:cxn modelId="{A3125BBC-BCBD-46FA-A5FD-19814E1843EA}" type="presParOf" srcId="{285E32A2-E07E-DF4E-927F-35E7722DA3F2}" destId="{5B96D207-34DF-0F4C-8BB6-6CEB0EF67ADA}" srcOrd="0" destOrd="0" presId="urn:microsoft.com/office/officeart/2005/8/layout/lProcess2"/>
    <dgm:cxn modelId="{01993C14-12E2-4C58-AF6A-1396D60C9A65}" type="presParOf" srcId="{285E32A2-E07E-DF4E-927F-35E7722DA3F2}" destId="{A7D2D34E-21DF-1344-A460-AB97E14192B1}" srcOrd="1" destOrd="0" presId="urn:microsoft.com/office/officeart/2005/8/layout/lProcess2"/>
    <dgm:cxn modelId="{E699CC80-E5C0-4E0D-A836-59FE907C5E03}" type="presParOf" srcId="{285E32A2-E07E-DF4E-927F-35E7722DA3F2}" destId="{3E62D97E-E6AB-C042-A582-E90DBEEA9F64}" srcOrd="2" destOrd="0" presId="urn:microsoft.com/office/officeart/2005/8/layout/lProcess2"/>
    <dgm:cxn modelId="{989C8F7E-B4C2-4A8E-B692-12E4DBF8FDAD}" type="presParOf" srcId="{3E62D97E-E6AB-C042-A582-E90DBEEA9F64}" destId="{D8834E4B-B022-6545-9CDE-75B8253A7364}" srcOrd="0" destOrd="0" presId="urn:microsoft.com/office/officeart/2005/8/layout/lProcess2"/>
    <dgm:cxn modelId="{59BAF43A-26FB-49DA-816D-2F07AF8686D1}" type="presParOf" srcId="{D8834E4B-B022-6545-9CDE-75B8253A7364}" destId="{9A869599-A3BA-2140-965B-480788ED7672}" srcOrd="0" destOrd="0" presId="urn:microsoft.com/office/officeart/2005/8/layout/lProcess2"/>
    <dgm:cxn modelId="{D58BE0DB-68D8-43BB-BC62-CF025CF41FB7}" type="presParOf" srcId="{D8834E4B-B022-6545-9CDE-75B8253A7364}" destId="{1FE4284F-F3A4-2247-A956-BE7CA5BD4DD7}" srcOrd="1" destOrd="0" presId="urn:microsoft.com/office/officeart/2005/8/layout/lProcess2"/>
    <dgm:cxn modelId="{78F4C54B-094E-4BF1-A87C-0C34CC5021B8}" type="presParOf" srcId="{D8834E4B-B022-6545-9CDE-75B8253A7364}" destId="{B2B9CB2D-DEBC-5E45-BCC2-2317E85CF5BE}" srcOrd="2" destOrd="0" presId="urn:microsoft.com/office/officeart/2005/8/layout/lProcess2"/>
    <dgm:cxn modelId="{F9745940-D0AD-40E2-AA6C-6B7BD7D1A34F}" type="presParOf" srcId="{D8834E4B-B022-6545-9CDE-75B8253A7364}" destId="{4CA7819A-3AA1-1F4C-BB7F-6BDF72A30B32}" srcOrd="3" destOrd="0" presId="urn:microsoft.com/office/officeart/2005/8/layout/lProcess2"/>
    <dgm:cxn modelId="{8BC5D33F-3206-47FC-90B2-395D6C2A0B4B}" type="presParOf" srcId="{D8834E4B-B022-6545-9CDE-75B8253A7364}" destId="{20DD891D-54C2-1049-9497-5E2B68136E99}" srcOrd="4" destOrd="0" presId="urn:microsoft.com/office/officeart/2005/8/layout/lProcess2"/>
    <dgm:cxn modelId="{23FE6648-3D0D-4309-BB1C-EA0A089EB829}" type="presParOf" srcId="{532A52E4-C168-D843-BA15-1DAD0E5EA2E6}" destId="{65830766-6A61-3D41-AC79-D55AB3C5CD4C}" srcOrd="3" destOrd="0" presId="urn:microsoft.com/office/officeart/2005/8/layout/lProcess2"/>
    <dgm:cxn modelId="{0B40967B-E422-4C90-86E0-C5F58E0F137F}" type="presParOf" srcId="{532A52E4-C168-D843-BA15-1DAD0E5EA2E6}" destId="{61D445CF-8499-4749-AA31-FC085C626A6C}" srcOrd="4" destOrd="0" presId="urn:microsoft.com/office/officeart/2005/8/layout/lProcess2"/>
    <dgm:cxn modelId="{58CA13B1-4C15-4862-9AD7-2339EC915627}" type="presParOf" srcId="{61D445CF-8499-4749-AA31-FC085C626A6C}" destId="{F31C69FC-F97D-C847-A4D6-679EEDFECE0D}" srcOrd="0" destOrd="0" presId="urn:microsoft.com/office/officeart/2005/8/layout/lProcess2"/>
    <dgm:cxn modelId="{A6F2D3C9-88E0-467F-83F5-A17EC715BA86}" type="presParOf" srcId="{61D445CF-8499-4749-AA31-FC085C626A6C}" destId="{0D0E15B1-8A9B-8144-A78D-5F2B88805522}" srcOrd="1" destOrd="0" presId="urn:microsoft.com/office/officeart/2005/8/layout/lProcess2"/>
    <dgm:cxn modelId="{1CB560FD-443C-4210-A2A4-3091AABCAC92}" type="presParOf" srcId="{61D445CF-8499-4749-AA31-FC085C626A6C}" destId="{3FFA3B65-DFFC-5841-B9A5-E984FEBED227}" srcOrd="2" destOrd="0" presId="urn:microsoft.com/office/officeart/2005/8/layout/lProcess2"/>
    <dgm:cxn modelId="{1B64F7E0-F162-4F90-88A9-EE11D20478E4}" type="presParOf" srcId="{3FFA3B65-DFFC-5841-B9A5-E984FEBED227}" destId="{260E00A4-5A9D-CE43-8D9F-C580FC30B8B7}" srcOrd="0" destOrd="0" presId="urn:microsoft.com/office/officeart/2005/8/layout/lProcess2"/>
    <dgm:cxn modelId="{63AA5A61-493D-4C71-A379-CA011054F42E}" type="presParOf" srcId="{260E00A4-5A9D-CE43-8D9F-C580FC30B8B7}" destId="{362B08EA-3F81-CB4A-B772-E14DBE4CD014}" srcOrd="0" destOrd="0" presId="urn:microsoft.com/office/officeart/2005/8/layout/lProcess2"/>
    <dgm:cxn modelId="{BFFDF0D9-6118-45A7-9AF6-26837099D90A}" type="presParOf" srcId="{260E00A4-5A9D-CE43-8D9F-C580FC30B8B7}" destId="{FF630DC4-77F2-F34C-81B8-1CA106591F3D}" srcOrd="1" destOrd="0" presId="urn:microsoft.com/office/officeart/2005/8/layout/lProcess2"/>
    <dgm:cxn modelId="{B3D8D88D-A6FC-4F16-A2B0-6D6D635A742F}" type="presParOf" srcId="{260E00A4-5A9D-CE43-8D9F-C580FC30B8B7}" destId="{63DBCA6F-433F-F94D-A40C-40EAF6EC76AE}" srcOrd="2" destOrd="0" presId="urn:microsoft.com/office/officeart/2005/8/layout/lProcess2"/>
    <dgm:cxn modelId="{7C21119E-3BAC-47DD-978B-86E571BECCCB}" type="presParOf" srcId="{260E00A4-5A9D-CE43-8D9F-C580FC30B8B7}" destId="{E9DEEFE6-836F-D441-9188-257E017A6E0E}" srcOrd="3" destOrd="0" presId="urn:microsoft.com/office/officeart/2005/8/layout/lProcess2"/>
    <dgm:cxn modelId="{E324C464-DA6C-4A88-AEC9-C9D30435F93D}" type="presParOf" srcId="{260E00A4-5A9D-CE43-8D9F-C580FC30B8B7}" destId="{869AD6AC-C370-714E-AA4A-B92F8AEBFD68}"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508A1B-B0E1-46C3-8506-AC5CBBFC6299}"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7F5DA2E5-7077-419C-A027-E1C2747B7CDF}">
      <dgm:prSet/>
      <dgm:spPr/>
      <dgm:t>
        <a:bodyPr/>
        <a:lstStyle/>
        <a:p>
          <a:r>
            <a:rPr lang="en-GB"/>
            <a:t>While </a:t>
          </a:r>
          <a:r>
            <a:rPr lang="en-GB" b="1"/>
            <a:t>computer security</a:t>
          </a:r>
          <a:r>
            <a:rPr lang="en-GB"/>
            <a:t> is concerned with safeguarding assets, which include information, software, hardware, and the services provided by computing and communication systems. </a:t>
          </a:r>
          <a:endParaRPr lang="en-US"/>
        </a:p>
      </dgm:t>
    </dgm:pt>
    <dgm:pt modelId="{384077F7-25C2-4B3C-9129-8FD15C5996E0}" type="parTrans" cxnId="{9791BA5B-7A6E-4D1F-9720-F671C4979090}">
      <dgm:prSet/>
      <dgm:spPr/>
      <dgm:t>
        <a:bodyPr/>
        <a:lstStyle/>
        <a:p>
          <a:endParaRPr lang="en-US"/>
        </a:p>
      </dgm:t>
    </dgm:pt>
    <dgm:pt modelId="{88C253FF-9E72-47F7-9982-9A572EB2393E}" type="sibTrans" cxnId="{9791BA5B-7A6E-4D1F-9720-F671C4979090}">
      <dgm:prSet/>
      <dgm:spPr/>
      <dgm:t>
        <a:bodyPr/>
        <a:lstStyle/>
        <a:p>
          <a:endParaRPr lang="en-US"/>
        </a:p>
      </dgm:t>
    </dgm:pt>
    <dgm:pt modelId="{60B498B1-94B2-4D5D-AFC1-19C166F75050}">
      <dgm:prSet/>
      <dgm:spPr/>
      <dgm:t>
        <a:bodyPr/>
        <a:lstStyle/>
        <a:p>
          <a:r>
            <a:rPr lang="en-GB"/>
            <a:t>A </a:t>
          </a:r>
          <a:r>
            <a:rPr lang="en-GB" b="1"/>
            <a:t>threat</a:t>
          </a:r>
          <a:r>
            <a:rPr lang="en-GB"/>
            <a:t> refers to any situation or entity that could potentially harm these assets or lead to security breaches, such as unauthorized access, data theft, or system damage.</a:t>
          </a:r>
          <a:endParaRPr lang="en-US"/>
        </a:p>
      </dgm:t>
    </dgm:pt>
    <dgm:pt modelId="{CAC41EA2-C06C-41B6-B81F-70481FFD6733}" type="parTrans" cxnId="{A73E87C6-431F-4401-8140-52D88FE46CF1}">
      <dgm:prSet/>
      <dgm:spPr/>
      <dgm:t>
        <a:bodyPr/>
        <a:lstStyle/>
        <a:p>
          <a:endParaRPr lang="en-US"/>
        </a:p>
      </dgm:t>
    </dgm:pt>
    <dgm:pt modelId="{6A378E67-E396-4CB5-BED7-962C4E1D345A}" type="sibTrans" cxnId="{A73E87C6-431F-4401-8140-52D88FE46CF1}">
      <dgm:prSet/>
      <dgm:spPr/>
      <dgm:t>
        <a:bodyPr/>
        <a:lstStyle/>
        <a:p>
          <a:endParaRPr lang="en-US"/>
        </a:p>
      </dgm:t>
    </dgm:pt>
    <dgm:pt modelId="{B7516312-B9AB-440B-BE29-FC1373815512}" type="pres">
      <dgm:prSet presAssocID="{15508A1B-B0E1-46C3-8506-AC5CBBFC6299}" presName="hierChild1" presStyleCnt="0">
        <dgm:presLayoutVars>
          <dgm:chPref val="1"/>
          <dgm:dir/>
          <dgm:animOne val="branch"/>
          <dgm:animLvl val="lvl"/>
          <dgm:resizeHandles/>
        </dgm:presLayoutVars>
      </dgm:prSet>
      <dgm:spPr/>
    </dgm:pt>
    <dgm:pt modelId="{A022B404-43A6-4951-AC68-D7C1075D4AF9}" type="pres">
      <dgm:prSet presAssocID="{7F5DA2E5-7077-419C-A027-E1C2747B7CDF}" presName="hierRoot1" presStyleCnt="0"/>
      <dgm:spPr/>
    </dgm:pt>
    <dgm:pt modelId="{326037B1-96B7-4DC2-AD3F-58C7ABF0B611}" type="pres">
      <dgm:prSet presAssocID="{7F5DA2E5-7077-419C-A027-E1C2747B7CDF}" presName="composite" presStyleCnt="0"/>
      <dgm:spPr/>
    </dgm:pt>
    <dgm:pt modelId="{4A927F67-D135-49C3-86B2-7084CA9F3440}" type="pres">
      <dgm:prSet presAssocID="{7F5DA2E5-7077-419C-A027-E1C2747B7CDF}" presName="background" presStyleLbl="node0" presStyleIdx="0" presStyleCnt="2"/>
      <dgm:spPr/>
    </dgm:pt>
    <dgm:pt modelId="{8E267806-3FEA-47BB-8B3E-72020F1750ED}" type="pres">
      <dgm:prSet presAssocID="{7F5DA2E5-7077-419C-A027-E1C2747B7CDF}" presName="text" presStyleLbl="fgAcc0" presStyleIdx="0" presStyleCnt="2">
        <dgm:presLayoutVars>
          <dgm:chPref val="3"/>
        </dgm:presLayoutVars>
      </dgm:prSet>
      <dgm:spPr/>
    </dgm:pt>
    <dgm:pt modelId="{C38930D9-7121-4956-9C79-0729DF220CFA}" type="pres">
      <dgm:prSet presAssocID="{7F5DA2E5-7077-419C-A027-E1C2747B7CDF}" presName="hierChild2" presStyleCnt="0"/>
      <dgm:spPr/>
    </dgm:pt>
    <dgm:pt modelId="{9372874E-9FF2-4BA5-A7B6-902790ECCFF9}" type="pres">
      <dgm:prSet presAssocID="{60B498B1-94B2-4D5D-AFC1-19C166F75050}" presName="hierRoot1" presStyleCnt="0"/>
      <dgm:spPr/>
    </dgm:pt>
    <dgm:pt modelId="{16891D5D-6EBB-4C3F-9011-B9C8BD9E1B3B}" type="pres">
      <dgm:prSet presAssocID="{60B498B1-94B2-4D5D-AFC1-19C166F75050}" presName="composite" presStyleCnt="0"/>
      <dgm:spPr/>
    </dgm:pt>
    <dgm:pt modelId="{DE2D3CF9-AE95-4C04-9A10-856DF6E92B52}" type="pres">
      <dgm:prSet presAssocID="{60B498B1-94B2-4D5D-AFC1-19C166F75050}" presName="background" presStyleLbl="node0" presStyleIdx="1" presStyleCnt="2"/>
      <dgm:spPr/>
    </dgm:pt>
    <dgm:pt modelId="{7F6E9928-4134-47F5-8801-49D86A699924}" type="pres">
      <dgm:prSet presAssocID="{60B498B1-94B2-4D5D-AFC1-19C166F75050}" presName="text" presStyleLbl="fgAcc0" presStyleIdx="1" presStyleCnt="2">
        <dgm:presLayoutVars>
          <dgm:chPref val="3"/>
        </dgm:presLayoutVars>
      </dgm:prSet>
      <dgm:spPr/>
    </dgm:pt>
    <dgm:pt modelId="{478D920F-2892-4361-919D-7C21804D0F92}" type="pres">
      <dgm:prSet presAssocID="{60B498B1-94B2-4D5D-AFC1-19C166F75050}" presName="hierChild2" presStyleCnt="0"/>
      <dgm:spPr/>
    </dgm:pt>
  </dgm:ptLst>
  <dgm:cxnLst>
    <dgm:cxn modelId="{9791BA5B-7A6E-4D1F-9720-F671C4979090}" srcId="{15508A1B-B0E1-46C3-8506-AC5CBBFC6299}" destId="{7F5DA2E5-7077-419C-A027-E1C2747B7CDF}" srcOrd="0" destOrd="0" parTransId="{384077F7-25C2-4B3C-9129-8FD15C5996E0}" sibTransId="{88C253FF-9E72-47F7-9982-9A572EB2393E}"/>
    <dgm:cxn modelId="{2124E963-CA2C-4559-960A-3CB107FC4475}" type="presOf" srcId="{7F5DA2E5-7077-419C-A027-E1C2747B7CDF}" destId="{8E267806-3FEA-47BB-8B3E-72020F1750ED}" srcOrd="0" destOrd="0" presId="urn:microsoft.com/office/officeart/2005/8/layout/hierarchy1"/>
    <dgm:cxn modelId="{37A3C7AB-7FAA-48FE-A173-C10CACB42814}" type="presOf" srcId="{60B498B1-94B2-4D5D-AFC1-19C166F75050}" destId="{7F6E9928-4134-47F5-8801-49D86A699924}" srcOrd="0" destOrd="0" presId="urn:microsoft.com/office/officeart/2005/8/layout/hierarchy1"/>
    <dgm:cxn modelId="{A73E87C6-431F-4401-8140-52D88FE46CF1}" srcId="{15508A1B-B0E1-46C3-8506-AC5CBBFC6299}" destId="{60B498B1-94B2-4D5D-AFC1-19C166F75050}" srcOrd="1" destOrd="0" parTransId="{CAC41EA2-C06C-41B6-B81F-70481FFD6733}" sibTransId="{6A378E67-E396-4CB5-BED7-962C4E1D345A}"/>
    <dgm:cxn modelId="{BA043FE8-4014-4BCE-B6BE-8989499461F9}" type="presOf" srcId="{15508A1B-B0E1-46C3-8506-AC5CBBFC6299}" destId="{B7516312-B9AB-440B-BE29-FC1373815512}" srcOrd="0" destOrd="0" presId="urn:microsoft.com/office/officeart/2005/8/layout/hierarchy1"/>
    <dgm:cxn modelId="{34D68B0F-62F3-4726-A715-B074346ED595}" type="presParOf" srcId="{B7516312-B9AB-440B-BE29-FC1373815512}" destId="{A022B404-43A6-4951-AC68-D7C1075D4AF9}" srcOrd="0" destOrd="0" presId="urn:microsoft.com/office/officeart/2005/8/layout/hierarchy1"/>
    <dgm:cxn modelId="{4672F7DD-704B-4DBB-8EAE-63625CDE45BD}" type="presParOf" srcId="{A022B404-43A6-4951-AC68-D7C1075D4AF9}" destId="{326037B1-96B7-4DC2-AD3F-58C7ABF0B611}" srcOrd="0" destOrd="0" presId="urn:microsoft.com/office/officeart/2005/8/layout/hierarchy1"/>
    <dgm:cxn modelId="{AB3ED567-962A-44BA-BDBF-B689DB535A39}" type="presParOf" srcId="{326037B1-96B7-4DC2-AD3F-58C7ABF0B611}" destId="{4A927F67-D135-49C3-86B2-7084CA9F3440}" srcOrd="0" destOrd="0" presId="urn:microsoft.com/office/officeart/2005/8/layout/hierarchy1"/>
    <dgm:cxn modelId="{1CFC3275-B346-4F56-BE48-B0931C4EC4B5}" type="presParOf" srcId="{326037B1-96B7-4DC2-AD3F-58C7ABF0B611}" destId="{8E267806-3FEA-47BB-8B3E-72020F1750ED}" srcOrd="1" destOrd="0" presId="urn:microsoft.com/office/officeart/2005/8/layout/hierarchy1"/>
    <dgm:cxn modelId="{04AFBF5F-4DD4-4F06-910A-8B016B674F2A}" type="presParOf" srcId="{A022B404-43A6-4951-AC68-D7C1075D4AF9}" destId="{C38930D9-7121-4956-9C79-0729DF220CFA}" srcOrd="1" destOrd="0" presId="urn:microsoft.com/office/officeart/2005/8/layout/hierarchy1"/>
    <dgm:cxn modelId="{F2C6ACD1-D230-4513-8361-22D635FDA9C1}" type="presParOf" srcId="{B7516312-B9AB-440B-BE29-FC1373815512}" destId="{9372874E-9FF2-4BA5-A7B6-902790ECCFF9}" srcOrd="1" destOrd="0" presId="urn:microsoft.com/office/officeart/2005/8/layout/hierarchy1"/>
    <dgm:cxn modelId="{339EB887-DBA1-481D-837A-B0E454D66ABC}" type="presParOf" srcId="{9372874E-9FF2-4BA5-A7B6-902790ECCFF9}" destId="{16891D5D-6EBB-4C3F-9011-B9C8BD9E1B3B}" srcOrd="0" destOrd="0" presId="urn:microsoft.com/office/officeart/2005/8/layout/hierarchy1"/>
    <dgm:cxn modelId="{1D2DDA92-A48D-45C8-8C85-64C7ECED2ECA}" type="presParOf" srcId="{16891D5D-6EBB-4C3F-9011-B9C8BD9E1B3B}" destId="{DE2D3CF9-AE95-4C04-9A10-856DF6E92B52}" srcOrd="0" destOrd="0" presId="urn:microsoft.com/office/officeart/2005/8/layout/hierarchy1"/>
    <dgm:cxn modelId="{E64EE2D3-6E1D-413A-90DF-B9C800B4564C}" type="presParOf" srcId="{16891D5D-6EBB-4C3F-9011-B9C8BD9E1B3B}" destId="{7F6E9928-4134-47F5-8801-49D86A699924}" srcOrd="1" destOrd="0" presId="urn:microsoft.com/office/officeart/2005/8/layout/hierarchy1"/>
    <dgm:cxn modelId="{0BDEAE05-4BFA-4AA6-9E9F-AFB09CAA3C86}" type="presParOf" srcId="{9372874E-9FF2-4BA5-A7B6-902790ECCFF9}" destId="{478D920F-2892-4361-919D-7C21804D0F9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BEF012E-1852-46DE-A3E0-FA933956D0AB}"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D9D05F01-87DD-4CFE-AB49-03E1AC7AF8A1}">
      <dgm:prSet/>
      <dgm:spPr/>
      <dgm:t>
        <a:bodyPr/>
        <a:lstStyle/>
        <a:p>
          <a:r>
            <a:rPr lang="en-GB"/>
            <a:t>Risk refers to the potential loss that may occur due to future harmful events, considering a specific set of assets and a defined time period. </a:t>
          </a:r>
          <a:endParaRPr lang="en-US"/>
        </a:p>
      </dgm:t>
    </dgm:pt>
    <dgm:pt modelId="{31553406-3EA2-4012-ABFA-8DD978FDD5F1}" type="parTrans" cxnId="{41CB1BA5-7DD9-4BF4-B1EB-4C0BACBE3286}">
      <dgm:prSet/>
      <dgm:spPr/>
      <dgm:t>
        <a:bodyPr/>
        <a:lstStyle/>
        <a:p>
          <a:endParaRPr lang="en-US"/>
        </a:p>
      </dgm:t>
    </dgm:pt>
    <dgm:pt modelId="{F20EF4E6-BBF8-4A42-BA23-18DC36648818}" type="sibTrans" cxnId="{41CB1BA5-7DD9-4BF4-B1EB-4C0BACBE3286}">
      <dgm:prSet/>
      <dgm:spPr/>
      <dgm:t>
        <a:bodyPr/>
        <a:lstStyle/>
        <a:p>
          <a:endParaRPr lang="en-US"/>
        </a:p>
      </dgm:t>
    </dgm:pt>
    <dgm:pt modelId="{59EBF921-F214-43BD-93EE-E723058CB94C}">
      <dgm:prSet/>
      <dgm:spPr/>
      <dgm:t>
        <a:bodyPr/>
        <a:lstStyle/>
        <a:p>
          <a:r>
            <a:rPr lang="en-GB"/>
            <a:t>It depends on several factors, including the </a:t>
          </a:r>
          <a:r>
            <a:rPr lang="en-GB" b="1"/>
            <a:t>threat agents</a:t>
          </a:r>
          <a:r>
            <a:rPr lang="en-GB"/>
            <a:t> (individuals or entities capable of causing harm), the </a:t>
          </a:r>
          <a:r>
            <a:rPr lang="en-GB" b="1"/>
            <a:t>likelihood of an attack</a:t>
          </a:r>
          <a:r>
            <a:rPr lang="en-GB"/>
            <a:t> (and its success, which is contingent upon existing vulnerabilities), and the </a:t>
          </a:r>
          <a:r>
            <a:rPr lang="en-GB" b="1"/>
            <a:t>potential losses</a:t>
          </a:r>
          <a:r>
            <a:rPr lang="en-GB"/>
            <a:t> that would result if the threat were successful. The concept of risk helps in assessing how to prioritize security measures based on the probability and impact of different threats.</a:t>
          </a:r>
          <a:endParaRPr lang="en-US"/>
        </a:p>
      </dgm:t>
    </dgm:pt>
    <dgm:pt modelId="{9A8A8A8F-B0D7-4DB9-B757-37EE423EB918}" type="parTrans" cxnId="{E6CC5498-D0C8-4F10-8319-931C5BA0710F}">
      <dgm:prSet/>
      <dgm:spPr/>
      <dgm:t>
        <a:bodyPr/>
        <a:lstStyle/>
        <a:p>
          <a:endParaRPr lang="en-US"/>
        </a:p>
      </dgm:t>
    </dgm:pt>
    <dgm:pt modelId="{19132CBF-2166-4172-829F-A5EE09FD889E}" type="sibTrans" cxnId="{E6CC5498-D0C8-4F10-8319-931C5BA0710F}">
      <dgm:prSet/>
      <dgm:spPr/>
      <dgm:t>
        <a:bodyPr/>
        <a:lstStyle/>
        <a:p>
          <a:endParaRPr lang="en-US"/>
        </a:p>
      </dgm:t>
    </dgm:pt>
    <dgm:pt modelId="{4BB582BA-694C-4739-AE78-CA2A0B9289AC}" type="pres">
      <dgm:prSet presAssocID="{BBEF012E-1852-46DE-A3E0-FA933956D0AB}" presName="hierChild1" presStyleCnt="0">
        <dgm:presLayoutVars>
          <dgm:chPref val="1"/>
          <dgm:dir/>
          <dgm:animOne val="branch"/>
          <dgm:animLvl val="lvl"/>
          <dgm:resizeHandles/>
        </dgm:presLayoutVars>
      </dgm:prSet>
      <dgm:spPr/>
    </dgm:pt>
    <dgm:pt modelId="{85F6172C-9DCA-43C2-A044-2AD1F87BB202}" type="pres">
      <dgm:prSet presAssocID="{D9D05F01-87DD-4CFE-AB49-03E1AC7AF8A1}" presName="hierRoot1" presStyleCnt="0"/>
      <dgm:spPr/>
    </dgm:pt>
    <dgm:pt modelId="{4E5E9F91-7D4C-4B7F-86CE-81A3D843247C}" type="pres">
      <dgm:prSet presAssocID="{D9D05F01-87DD-4CFE-AB49-03E1AC7AF8A1}" presName="composite" presStyleCnt="0"/>
      <dgm:spPr/>
    </dgm:pt>
    <dgm:pt modelId="{740FF987-9CE5-4DBF-B9DB-BB387733AB08}" type="pres">
      <dgm:prSet presAssocID="{D9D05F01-87DD-4CFE-AB49-03E1AC7AF8A1}" presName="background" presStyleLbl="node0" presStyleIdx="0" presStyleCnt="2"/>
      <dgm:spPr/>
    </dgm:pt>
    <dgm:pt modelId="{30E992DD-7312-4D9F-BE8A-9302B3EA4F64}" type="pres">
      <dgm:prSet presAssocID="{D9D05F01-87DD-4CFE-AB49-03E1AC7AF8A1}" presName="text" presStyleLbl="fgAcc0" presStyleIdx="0" presStyleCnt="2">
        <dgm:presLayoutVars>
          <dgm:chPref val="3"/>
        </dgm:presLayoutVars>
      </dgm:prSet>
      <dgm:spPr/>
    </dgm:pt>
    <dgm:pt modelId="{9935ABD1-3ECA-43D2-ABD8-D45E9C41A741}" type="pres">
      <dgm:prSet presAssocID="{D9D05F01-87DD-4CFE-AB49-03E1AC7AF8A1}" presName="hierChild2" presStyleCnt="0"/>
      <dgm:spPr/>
    </dgm:pt>
    <dgm:pt modelId="{B6E476CF-4BBC-4E9E-B03F-3518F1F83EF5}" type="pres">
      <dgm:prSet presAssocID="{59EBF921-F214-43BD-93EE-E723058CB94C}" presName="hierRoot1" presStyleCnt="0"/>
      <dgm:spPr/>
    </dgm:pt>
    <dgm:pt modelId="{E3E9232F-E22F-494B-AE7B-0A72EA18D19D}" type="pres">
      <dgm:prSet presAssocID="{59EBF921-F214-43BD-93EE-E723058CB94C}" presName="composite" presStyleCnt="0"/>
      <dgm:spPr/>
    </dgm:pt>
    <dgm:pt modelId="{8F02BA25-9A7C-4ECA-ABB7-AFB0F1BEA275}" type="pres">
      <dgm:prSet presAssocID="{59EBF921-F214-43BD-93EE-E723058CB94C}" presName="background" presStyleLbl="node0" presStyleIdx="1" presStyleCnt="2"/>
      <dgm:spPr/>
    </dgm:pt>
    <dgm:pt modelId="{402D113D-E998-485D-9677-15992E334326}" type="pres">
      <dgm:prSet presAssocID="{59EBF921-F214-43BD-93EE-E723058CB94C}" presName="text" presStyleLbl="fgAcc0" presStyleIdx="1" presStyleCnt="2">
        <dgm:presLayoutVars>
          <dgm:chPref val="3"/>
        </dgm:presLayoutVars>
      </dgm:prSet>
      <dgm:spPr/>
    </dgm:pt>
    <dgm:pt modelId="{EE6107E2-41E3-49E0-ADBB-2F5EC5C1E6BF}" type="pres">
      <dgm:prSet presAssocID="{59EBF921-F214-43BD-93EE-E723058CB94C}" presName="hierChild2" presStyleCnt="0"/>
      <dgm:spPr/>
    </dgm:pt>
  </dgm:ptLst>
  <dgm:cxnLst>
    <dgm:cxn modelId="{38E2501F-18D6-4DFE-BA50-9BF3DB36EBCD}" type="presOf" srcId="{BBEF012E-1852-46DE-A3E0-FA933956D0AB}" destId="{4BB582BA-694C-4739-AE78-CA2A0B9289AC}" srcOrd="0" destOrd="0" presId="urn:microsoft.com/office/officeart/2005/8/layout/hierarchy1"/>
    <dgm:cxn modelId="{459C0D37-A040-49B8-8402-804F400E2684}" type="presOf" srcId="{D9D05F01-87DD-4CFE-AB49-03E1AC7AF8A1}" destId="{30E992DD-7312-4D9F-BE8A-9302B3EA4F64}" srcOrd="0" destOrd="0" presId="urn:microsoft.com/office/officeart/2005/8/layout/hierarchy1"/>
    <dgm:cxn modelId="{E6CC5498-D0C8-4F10-8319-931C5BA0710F}" srcId="{BBEF012E-1852-46DE-A3E0-FA933956D0AB}" destId="{59EBF921-F214-43BD-93EE-E723058CB94C}" srcOrd="1" destOrd="0" parTransId="{9A8A8A8F-B0D7-4DB9-B757-37EE423EB918}" sibTransId="{19132CBF-2166-4172-829F-A5EE09FD889E}"/>
    <dgm:cxn modelId="{41CB1BA5-7DD9-4BF4-B1EB-4C0BACBE3286}" srcId="{BBEF012E-1852-46DE-A3E0-FA933956D0AB}" destId="{D9D05F01-87DD-4CFE-AB49-03E1AC7AF8A1}" srcOrd="0" destOrd="0" parTransId="{31553406-3EA2-4012-ABFA-8DD978FDD5F1}" sibTransId="{F20EF4E6-BBF8-4A42-BA23-18DC36648818}"/>
    <dgm:cxn modelId="{752C75C3-A506-4B10-BD3F-3175FC787BC0}" type="presOf" srcId="{59EBF921-F214-43BD-93EE-E723058CB94C}" destId="{402D113D-E998-485D-9677-15992E334326}" srcOrd="0" destOrd="0" presId="urn:microsoft.com/office/officeart/2005/8/layout/hierarchy1"/>
    <dgm:cxn modelId="{E58137AF-4357-452B-BF63-7DD27D078D3A}" type="presParOf" srcId="{4BB582BA-694C-4739-AE78-CA2A0B9289AC}" destId="{85F6172C-9DCA-43C2-A044-2AD1F87BB202}" srcOrd="0" destOrd="0" presId="urn:microsoft.com/office/officeart/2005/8/layout/hierarchy1"/>
    <dgm:cxn modelId="{89D299F6-A64A-4342-9975-38F89511B5F3}" type="presParOf" srcId="{85F6172C-9DCA-43C2-A044-2AD1F87BB202}" destId="{4E5E9F91-7D4C-4B7F-86CE-81A3D843247C}" srcOrd="0" destOrd="0" presId="urn:microsoft.com/office/officeart/2005/8/layout/hierarchy1"/>
    <dgm:cxn modelId="{716F0F13-B31A-4488-9ED5-B7254F627B44}" type="presParOf" srcId="{4E5E9F91-7D4C-4B7F-86CE-81A3D843247C}" destId="{740FF987-9CE5-4DBF-B9DB-BB387733AB08}" srcOrd="0" destOrd="0" presId="urn:microsoft.com/office/officeart/2005/8/layout/hierarchy1"/>
    <dgm:cxn modelId="{C2835618-C29A-4D85-A969-46AE821F2320}" type="presParOf" srcId="{4E5E9F91-7D4C-4B7F-86CE-81A3D843247C}" destId="{30E992DD-7312-4D9F-BE8A-9302B3EA4F64}" srcOrd="1" destOrd="0" presId="urn:microsoft.com/office/officeart/2005/8/layout/hierarchy1"/>
    <dgm:cxn modelId="{13416EC4-3599-4666-9FD4-13B32F94B253}" type="presParOf" srcId="{85F6172C-9DCA-43C2-A044-2AD1F87BB202}" destId="{9935ABD1-3ECA-43D2-ABD8-D45E9C41A741}" srcOrd="1" destOrd="0" presId="urn:microsoft.com/office/officeart/2005/8/layout/hierarchy1"/>
    <dgm:cxn modelId="{B677C5FE-8710-4D1A-8DE9-C402EE56504E}" type="presParOf" srcId="{4BB582BA-694C-4739-AE78-CA2A0B9289AC}" destId="{B6E476CF-4BBC-4E9E-B03F-3518F1F83EF5}" srcOrd="1" destOrd="0" presId="urn:microsoft.com/office/officeart/2005/8/layout/hierarchy1"/>
    <dgm:cxn modelId="{434D592D-21E5-41BF-A2DC-9DE4582D8251}" type="presParOf" srcId="{B6E476CF-4BBC-4E9E-B03F-3518F1F83EF5}" destId="{E3E9232F-E22F-494B-AE7B-0A72EA18D19D}" srcOrd="0" destOrd="0" presId="urn:microsoft.com/office/officeart/2005/8/layout/hierarchy1"/>
    <dgm:cxn modelId="{5748F149-B9D1-4FD6-BB9F-BCEDD4D8B80C}" type="presParOf" srcId="{E3E9232F-E22F-494B-AE7B-0A72EA18D19D}" destId="{8F02BA25-9A7C-4ECA-ABB7-AFB0F1BEA275}" srcOrd="0" destOrd="0" presId="urn:microsoft.com/office/officeart/2005/8/layout/hierarchy1"/>
    <dgm:cxn modelId="{380E6528-2FDB-42C5-9C05-C7DDCF179BCF}" type="presParOf" srcId="{E3E9232F-E22F-494B-AE7B-0A72EA18D19D}" destId="{402D113D-E998-485D-9677-15992E334326}" srcOrd="1" destOrd="0" presId="urn:microsoft.com/office/officeart/2005/8/layout/hierarchy1"/>
    <dgm:cxn modelId="{7B6D381C-5831-467D-8806-492C8B9F7461}" type="presParOf" srcId="{B6E476CF-4BBC-4E9E-B03F-3518F1F83EF5}" destId="{EE6107E2-41E3-49E0-ADBB-2F5EC5C1E6B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10ABE8C-0BDE-41B4-AE53-CA55B37D6046}"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991BF473-50C9-4ED5-9906-2ED3B20E2509}">
      <dgm:prSet/>
      <dgm:spPr/>
      <dgm:t>
        <a:bodyPr/>
        <a:lstStyle/>
        <a:p>
          <a:r>
            <a:rPr lang="en-GB" b="1"/>
            <a:t>Quantitative risk assessment</a:t>
          </a:r>
          <a:r>
            <a:rPr lang="en-GB"/>
            <a:t> involves calculating numerical estimates of risk by assigning specific values to factors like the probability of an attack and the potential damage. However, in practice, it is often difficult to achieve precise estimates due to uncertainties and lack of complete data.</a:t>
          </a:r>
          <a:endParaRPr lang="en-US"/>
        </a:p>
      </dgm:t>
    </dgm:pt>
    <dgm:pt modelId="{DEA04E20-62B3-47CF-91DE-DF1669F58A74}" type="parTrans" cxnId="{E1F5F7E9-6F42-480B-9408-B4F779DCD21F}">
      <dgm:prSet/>
      <dgm:spPr/>
      <dgm:t>
        <a:bodyPr/>
        <a:lstStyle/>
        <a:p>
          <a:endParaRPr lang="en-US"/>
        </a:p>
      </dgm:t>
    </dgm:pt>
    <dgm:pt modelId="{8DACE934-92A3-45C5-A28E-52C12810897A}" type="sibTrans" cxnId="{E1F5F7E9-6F42-480B-9408-B4F779DCD21F}">
      <dgm:prSet/>
      <dgm:spPr/>
      <dgm:t>
        <a:bodyPr/>
        <a:lstStyle/>
        <a:p>
          <a:endParaRPr lang="en-US"/>
        </a:p>
      </dgm:t>
    </dgm:pt>
    <dgm:pt modelId="{7268FE01-7A8B-4036-987C-8D62EFF38FDA}">
      <dgm:prSet/>
      <dgm:spPr/>
      <dgm:t>
        <a:bodyPr/>
        <a:lstStyle/>
        <a:p>
          <a:r>
            <a:rPr lang="en-GB"/>
            <a:t>On the other hand, </a:t>
          </a:r>
          <a:r>
            <a:rPr lang="en-GB" b="1"/>
            <a:t>qualitative risk assessment</a:t>
          </a:r>
          <a:r>
            <a:rPr lang="en-GB"/>
            <a:t> provides a more practical approach. It focuses on comparing and ranking risks relative to each other based on their severity and likelihood, without requiring exact numerical values. This method helps organizations prioritize threats and allocate resources more effectively.</a:t>
          </a:r>
          <a:endParaRPr lang="en-US"/>
        </a:p>
      </dgm:t>
    </dgm:pt>
    <dgm:pt modelId="{4A8D2E2F-38E5-4243-A7C2-CC1D276C5115}" type="parTrans" cxnId="{99F2D0A2-C476-4DFA-A295-0CF03A713F91}">
      <dgm:prSet/>
      <dgm:spPr/>
      <dgm:t>
        <a:bodyPr/>
        <a:lstStyle/>
        <a:p>
          <a:endParaRPr lang="en-US"/>
        </a:p>
      </dgm:t>
    </dgm:pt>
    <dgm:pt modelId="{8BF9D0E8-93B2-4A73-852C-54547B8FFD2D}" type="sibTrans" cxnId="{99F2D0A2-C476-4DFA-A295-0CF03A713F91}">
      <dgm:prSet/>
      <dgm:spPr/>
      <dgm:t>
        <a:bodyPr/>
        <a:lstStyle/>
        <a:p>
          <a:endParaRPr lang="en-US"/>
        </a:p>
      </dgm:t>
    </dgm:pt>
    <dgm:pt modelId="{012C702B-6318-4D24-B862-80D36FA7C0B9}" type="pres">
      <dgm:prSet presAssocID="{410ABE8C-0BDE-41B4-AE53-CA55B37D6046}" presName="hierChild1" presStyleCnt="0">
        <dgm:presLayoutVars>
          <dgm:chPref val="1"/>
          <dgm:dir/>
          <dgm:animOne val="branch"/>
          <dgm:animLvl val="lvl"/>
          <dgm:resizeHandles/>
        </dgm:presLayoutVars>
      </dgm:prSet>
      <dgm:spPr/>
    </dgm:pt>
    <dgm:pt modelId="{0DA1068C-486D-4C3D-9E8F-962B4A596EA4}" type="pres">
      <dgm:prSet presAssocID="{991BF473-50C9-4ED5-9906-2ED3B20E2509}" presName="hierRoot1" presStyleCnt="0"/>
      <dgm:spPr/>
    </dgm:pt>
    <dgm:pt modelId="{3D1C801D-F705-4990-803C-5E6F04E1F3C0}" type="pres">
      <dgm:prSet presAssocID="{991BF473-50C9-4ED5-9906-2ED3B20E2509}" presName="composite" presStyleCnt="0"/>
      <dgm:spPr/>
    </dgm:pt>
    <dgm:pt modelId="{415F1766-9CA9-451D-8AD0-6B5D6282B1A7}" type="pres">
      <dgm:prSet presAssocID="{991BF473-50C9-4ED5-9906-2ED3B20E2509}" presName="background" presStyleLbl="node0" presStyleIdx="0" presStyleCnt="2"/>
      <dgm:spPr/>
    </dgm:pt>
    <dgm:pt modelId="{866113D9-6520-42CF-B5F0-F90A7CFD811C}" type="pres">
      <dgm:prSet presAssocID="{991BF473-50C9-4ED5-9906-2ED3B20E2509}" presName="text" presStyleLbl="fgAcc0" presStyleIdx="0" presStyleCnt="2">
        <dgm:presLayoutVars>
          <dgm:chPref val="3"/>
        </dgm:presLayoutVars>
      </dgm:prSet>
      <dgm:spPr/>
    </dgm:pt>
    <dgm:pt modelId="{4A9DED0D-9398-4A5C-8244-8FFB31EECC89}" type="pres">
      <dgm:prSet presAssocID="{991BF473-50C9-4ED5-9906-2ED3B20E2509}" presName="hierChild2" presStyleCnt="0"/>
      <dgm:spPr/>
    </dgm:pt>
    <dgm:pt modelId="{5449E67C-BD3C-44AD-8ECC-DCECE0476D5C}" type="pres">
      <dgm:prSet presAssocID="{7268FE01-7A8B-4036-987C-8D62EFF38FDA}" presName="hierRoot1" presStyleCnt="0"/>
      <dgm:spPr/>
    </dgm:pt>
    <dgm:pt modelId="{0B84F74F-9604-462F-B8DF-F5C57D5BAC91}" type="pres">
      <dgm:prSet presAssocID="{7268FE01-7A8B-4036-987C-8D62EFF38FDA}" presName="composite" presStyleCnt="0"/>
      <dgm:spPr/>
    </dgm:pt>
    <dgm:pt modelId="{2650FF36-5B89-4EC2-998D-10FC79CD60D1}" type="pres">
      <dgm:prSet presAssocID="{7268FE01-7A8B-4036-987C-8D62EFF38FDA}" presName="background" presStyleLbl="node0" presStyleIdx="1" presStyleCnt="2"/>
      <dgm:spPr/>
    </dgm:pt>
    <dgm:pt modelId="{1F44F004-96B6-4404-B18E-6FE8A23368C9}" type="pres">
      <dgm:prSet presAssocID="{7268FE01-7A8B-4036-987C-8D62EFF38FDA}" presName="text" presStyleLbl="fgAcc0" presStyleIdx="1" presStyleCnt="2">
        <dgm:presLayoutVars>
          <dgm:chPref val="3"/>
        </dgm:presLayoutVars>
      </dgm:prSet>
      <dgm:spPr/>
    </dgm:pt>
    <dgm:pt modelId="{398882DF-AACC-400B-BFC1-57CF0F5F9791}" type="pres">
      <dgm:prSet presAssocID="{7268FE01-7A8B-4036-987C-8D62EFF38FDA}" presName="hierChild2" presStyleCnt="0"/>
      <dgm:spPr/>
    </dgm:pt>
  </dgm:ptLst>
  <dgm:cxnLst>
    <dgm:cxn modelId="{F338CF5A-80DF-4171-A503-DBC5CA70BBF8}" type="presOf" srcId="{991BF473-50C9-4ED5-9906-2ED3B20E2509}" destId="{866113D9-6520-42CF-B5F0-F90A7CFD811C}" srcOrd="0" destOrd="0" presId="urn:microsoft.com/office/officeart/2005/8/layout/hierarchy1"/>
    <dgm:cxn modelId="{B6258294-AF2F-46C7-87F7-6E4F103825A1}" type="presOf" srcId="{410ABE8C-0BDE-41B4-AE53-CA55B37D6046}" destId="{012C702B-6318-4D24-B862-80D36FA7C0B9}" srcOrd="0" destOrd="0" presId="urn:microsoft.com/office/officeart/2005/8/layout/hierarchy1"/>
    <dgm:cxn modelId="{99F2D0A2-C476-4DFA-A295-0CF03A713F91}" srcId="{410ABE8C-0BDE-41B4-AE53-CA55B37D6046}" destId="{7268FE01-7A8B-4036-987C-8D62EFF38FDA}" srcOrd="1" destOrd="0" parTransId="{4A8D2E2F-38E5-4243-A7C2-CC1D276C5115}" sibTransId="{8BF9D0E8-93B2-4A73-852C-54547B8FFD2D}"/>
    <dgm:cxn modelId="{B54571A7-0360-46B0-B69A-B1BED0ED9FE1}" type="presOf" srcId="{7268FE01-7A8B-4036-987C-8D62EFF38FDA}" destId="{1F44F004-96B6-4404-B18E-6FE8A23368C9}" srcOrd="0" destOrd="0" presId="urn:microsoft.com/office/officeart/2005/8/layout/hierarchy1"/>
    <dgm:cxn modelId="{E1F5F7E9-6F42-480B-9408-B4F779DCD21F}" srcId="{410ABE8C-0BDE-41B4-AE53-CA55B37D6046}" destId="{991BF473-50C9-4ED5-9906-2ED3B20E2509}" srcOrd="0" destOrd="0" parTransId="{DEA04E20-62B3-47CF-91DE-DF1669F58A74}" sibTransId="{8DACE934-92A3-45C5-A28E-52C12810897A}"/>
    <dgm:cxn modelId="{36301167-E54B-4AA6-BDF9-D4206A044089}" type="presParOf" srcId="{012C702B-6318-4D24-B862-80D36FA7C0B9}" destId="{0DA1068C-486D-4C3D-9E8F-962B4A596EA4}" srcOrd="0" destOrd="0" presId="urn:microsoft.com/office/officeart/2005/8/layout/hierarchy1"/>
    <dgm:cxn modelId="{5E4BD3FE-E8ED-4C6A-89C5-E1CCA347C7E8}" type="presParOf" srcId="{0DA1068C-486D-4C3D-9E8F-962B4A596EA4}" destId="{3D1C801D-F705-4990-803C-5E6F04E1F3C0}" srcOrd="0" destOrd="0" presId="urn:microsoft.com/office/officeart/2005/8/layout/hierarchy1"/>
    <dgm:cxn modelId="{8CADAC46-64F9-4575-B4BF-82EDA83F6C41}" type="presParOf" srcId="{3D1C801D-F705-4990-803C-5E6F04E1F3C0}" destId="{415F1766-9CA9-451D-8AD0-6B5D6282B1A7}" srcOrd="0" destOrd="0" presId="urn:microsoft.com/office/officeart/2005/8/layout/hierarchy1"/>
    <dgm:cxn modelId="{DD58E79C-5115-4BA4-94EE-B8301E373CE4}" type="presParOf" srcId="{3D1C801D-F705-4990-803C-5E6F04E1F3C0}" destId="{866113D9-6520-42CF-B5F0-F90A7CFD811C}" srcOrd="1" destOrd="0" presId="urn:microsoft.com/office/officeart/2005/8/layout/hierarchy1"/>
    <dgm:cxn modelId="{05C51424-D287-4944-93A5-9FC5BC546489}" type="presParOf" srcId="{0DA1068C-486D-4C3D-9E8F-962B4A596EA4}" destId="{4A9DED0D-9398-4A5C-8244-8FFB31EECC89}" srcOrd="1" destOrd="0" presId="urn:microsoft.com/office/officeart/2005/8/layout/hierarchy1"/>
    <dgm:cxn modelId="{76314EE2-8827-4927-8967-D828CE1C89D4}" type="presParOf" srcId="{012C702B-6318-4D24-B862-80D36FA7C0B9}" destId="{5449E67C-BD3C-44AD-8ECC-DCECE0476D5C}" srcOrd="1" destOrd="0" presId="urn:microsoft.com/office/officeart/2005/8/layout/hierarchy1"/>
    <dgm:cxn modelId="{5C9DE425-01E8-41C1-BB3B-EC5DC17B3900}" type="presParOf" srcId="{5449E67C-BD3C-44AD-8ECC-DCECE0476D5C}" destId="{0B84F74F-9604-462F-B8DF-F5C57D5BAC91}" srcOrd="0" destOrd="0" presId="urn:microsoft.com/office/officeart/2005/8/layout/hierarchy1"/>
    <dgm:cxn modelId="{8D174C66-C873-483B-BE6E-E2F848A93CEB}" type="presParOf" srcId="{0B84F74F-9604-462F-B8DF-F5C57D5BAC91}" destId="{2650FF36-5B89-4EC2-998D-10FC79CD60D1}" srcOrd="0" destOrd="0" presId="urn:microsoft.com/office/officeart/2005/8/layout/hierarchy1"/>
    <dgm:cxn modelId="{276D21EA-5BF8-41B3-80DF-FCC571D14C24}" type="presParOf" srcId="{0B84F74F-9604-462F-B8DF-F5C57D5BAC91}" destId="{1F44F004-96B6-4404-B18E-6FE8A23368C9}" srcOrd="1" destOrd="0" presId="urn:microsoft.com/office/officeart/2005/8/layout/hierarchy1"/>
    <dgm:cxn modelId="{5D65D4DC-7982-4C72-97BD-5C4605097548}" type="presParOf" srcId="{5449E67C-BD3C-44AD-8ECC-DCECE0476D5C}" destId="{398882DF-AACC-400B-BFC1-57CF0F5F979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414B78E-2338-46DB-814E-47A315FDE29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330DAF8-B44C-4408-9B97-0FF79BE43F27}">
      <dgm:prSet/>
      <dgm:spPr/>
      <dgm:t>
        <a:bodyPr/>
        <a:lstStyle/>
        <a:p>
          <a:r>
            <a:rPr lang="en-GB"/>
            <a:t>A </a:t>
          </a:r>
          <a:r>
            <a:rPr lang="en-GB" b="1"/>
            <a:t>security policy</a:t>
          </a:r>
          <a:r>
            <a:rPr lang="en-GB"/>
            <a:t> defines the intended design and behavior of a system's rules and practices, outlining what is and is not permitted within the system. The policy typically includes:</a:t>
          </a:r>
          <a:endParaRPr lang="en-US"/>
        </a:p>
      </dgm:t>
    </dgm:pt>
    <dgm:pt modelId="{0E5CFEB0-E995-4583-A187-8B4001789B60}" type="parTrans" cxnId="{4FB1B799-FD2D-46E1-98F8-02E51DE3315F}">
      <dgm:prSet/>
      <dgm:spPr/>
      <dgm:t>
        <a:bodyPr/>
        <a:lstStyle/>
        <a:p>
          <a:endParaRPr lang="en-US"/>
        </a:p>
      </dgm:t>
    </dgm:pt>
    <dgm:pt modelId="{D260B2C6-7F8C-4574-9014-E018E8BD4757}" type="sibTrans" cxnId="{4FB1B799-FD2D-46E1-98F8-02E51DE3315F}">
      <dgm:prSet/>
      <dgm:spPr/>
      <dgm:t>
        <a:bodyPr/>
        <a:lstStyle/>
        <a:p>
          <a:endParaRPr lang="en-US"/>
        </a:p>
      </dgm:t>
    </dgm:pt>
    <dgm:pt modelId="{E4510B06-3208-4668-AEE1-8FE14B5B253E}">
      <dgm:prSet/>
      <dgm:spPr/>
      <dgm:t>
        <a:bodyPr/>
        <a:lstStyle/>
        <a:p>
          <a:r>
            <a:rPr lang="en-GB"/>
            <a:t>The </a:t>
          </a:r>
          <a:r>
            <a:rPr lang="en-GB" b="1"/>
            <a:t>assets</a:t>
          </a:r>
          <a:r>
            <a:rPr lang="en-GB"/>
            <a:t> that need protection.</a:t>
          </a:r>
          <a:endParaRPr lang="en-US"/>
        </a:p>
      </dgm:t>
    </dgm:pt>
    <dgm:pt modelId="{15CDF98F-249C-46DE-91F0-FBDD3344C901}" type="parTrans" cxnId="{AECD4F03-7F75-4C7C-BFED-44DFB70BDA6F}">
      <dgm:prSet/>
      <dgm:spPr/>
      <dgm:t>
        <a:bodyPr/>
        <a:lstStyle/>
        <a:p>
          <a:endParaRPr lang="en-US"/>
        </a:p>
      </dgm:t>
    </dgm:pt>
    <dgm:pt modelId="{C1027906-89A6-44DB-9A8C-0C9501B190EE}" type="sibTrans" cxnId="{AECD4F03-7F75-4C7C-BFED-44DFB70BDA6F}">
      <dgm:prSet/>
      <dgm:spPr/>
      <dgm:t>
        <a:bodyPr/>
        <a:lstStyle/>
        <a:p>
          <a:endParaRPr lang="en-US"/>
        </a:p>
      </dgm:t>
    </dgm:pt>
    <dgm:pt modelId="{BA6A026A-E48D-4049-BDEA-86F37994EC42}">
      <dgm:prSet/>
      <dgm:spPr/>
      <dgm:t>
        <a:bodyPr/>
        <a:lstStyle/>
        <a:p>
          <a:r>
            <a:rPr lang="en-GB"/>
            <a:t>The </a:t>
          </a:r>
          <a:r>
            <a:rPr lang="en-GB" b="1"/>
            <a:t>specific users</a:t>
          </a:r>
          <a:r>
            <a:rPr lang="en-GB"/>
            <a:t> who are authorized to access these assets.</a:t>
          </a:r>
          <a:endParaRPr lang="en-US"/>
        </a:p>
      </dgm:t>
    </dgm:pt>
    <dgm:pt modelId="{6923F53C-5825-480F-83ED-CA7369CC75A2}" type="parTrans" cxnId="{7FB3CE02-94A1-4C6D-BCCE-EE92AA11AA40}">
      <dgm:prSet/>
      <dgm:spPr/>
      <dgm:t>
        <a:bodyPr/>
        <a:lstStyle/>
        <a:p>
          <a:endParaRPr lang="en-US"/>
        </a:p>
      </dgm:t>
    </dgm:pt>
    <dgm:pt modelId="{82C7500E-68B4-43A5-8A17-595B4CD4F3F7}" type="sibTrans" cxnId="{7FB3CE02-94A1-4C6D-BCCE-EE92AA11AA40}">
      <dgm:prSet/>
      <dgm:spPr/>
      <dgm:t>
        <a:bodyPr/>
        <a:lstStyle/>
        <a:p>
          <a:endParaRPr lang="en-US"/>
        </a:p>
      </dgm:t>
    </dgm:pt>
    <dgm:pt modelId="{A2226C32-C953-48BE-8CB9-CD664F637A04}">
      <dgm:prSet/>
      <dgm:spPr/>
      <dgm:t>
        <a:bodyPr/>
        <a:lstStyle/>
        <a:p>
          <a:r>
            <a:rPr lang="en-GB"/>
            <a:t>The methods or </a:t>
          </a:r>
          <a:r>
            <a:rPr lang="en-GB" b="1"/>
            <a:t>means of access</a:t>
          </a:r>
          <a:r>
            <a:rPr lang="en-GB"/>
            <a:t> that are allowed.</a:t>
          </a:r>
          <a:endParaRPr lang="en-US"/>
        </a:p>
      </dgm:t>
    </dgm:pt>
    <dgm:pt modelId="{3CC2DCB8-B180-47E0-9A46-3D8B54ED2D76}" type="parTrans" cxnId="{17C9286B-84FD-4D94-824C-D60C0896E6C0}">
      <dgm:prSet/>
      <dgm:spPr/>
      <dgm:t>
        <a:bodyPr/>
        <a:lstStyle/>
        <a:p>
          <a:endParaRPr lang="en-US"/>
        </a:p>
      </dgm:t>
    </dgm:pt>
    <dgm:pt modelId="{328B731A-6FCD-4409-A97A-3483ED270B05}" type="sibTrans" cxnId="{17C9286B-84FD-4D94-824C-D60C0896E6C0}">
      <dgm:prSet/>
      <dgm:spPr/>
      <dgm:t>
        <a:bodyPr/>
        <a:lstStyle/>
        <a:p>
          <a:endParaRPr lang="en-US"/>
        </a:p>
      </dgm:t>
    </dgm:pt>
    <dgm:pt modelId="{5958A6C6-8D01-4DE3-B724-38840104058F}">
      <dgm:prSet/>
      <dgm:spPr/>
      <dgm:t>
        <a:bodyPr/>
        <a:lstStyle/>
        <a:p>
          <a:r>
            <a:rPr lang="en-GB"/>
            <a:t>The </a:t>
          </a:r>
          <a:r>
            <a:rPr lang="en-GB" b="1"/>
            <a:t>security services</a:t>
          </a:r>
          <a:r>
            <a:rPr lang="en-GB"/>
            <a:t> that should be in place to safeguard the system.</a:t>
          </a:r>
          <a:endParaRPr lang="en-US"/>
        </a:p>
      </dgm:t>
    </dgm:pt>
    <dgm:pt modelId="{488D9F00-24C9-42D3-A16E-0E7F6478993D}" type="parTrans" cxnId="{F17D28BC-A2DE-42B5-AA73-A33A9E684629}">
      <dgm:prSet/>
      <dgm:spPr/>
      <dgm:t>
        <a:bodyPr/>
        <a:lstStyle/>
        <a:p>
          <a:endParaRPr lang="en-US"/>
        </a:p>
      </dgm:t>
    </dgm:pt>
    <dgm:pt modelId="{10718EB1-81ED-47AE-A0D7-4BC3DBAB75B3}" type="sibTrans" cxnId="{F17D28BC-A2DE-42B5-AA73-A33A9E684629}">
      <dgm:prSet/>
      <dgm:spPr/>
      <dgm:t>
        <a:bodyPr/>
        <a:lstStyle/>
        <a:p>
          <a:endParaRPr lang="en-US"/>
        </a:p>
      </dgm:t>
    </dgm:pt>
    <dgm:pt modelId="{6871F2AD-E0D9-49DC-AC18-0B88C322C182}">
      <dgm:prSet/>
      <dgm:spPr/>
      <dgm:t>
        <a:bodyPr/>
        <a:lstStyle/>
        <a:p>
          <a:r>
            <a:rPr lang="en-GB"/>
            <a:t>The </a:t>
          </a:r>
          <a:r>
            <a:rPr lang="en-GB" b="1"/>
            <a:t>controls</a:t>
          </a:r>
          <a:r>
            <a:rPr lang="en-GB"/>
            <a:t> that must be implemented to ensure these rules are enforced.</a:t>
          </a:r>
          <a:endParaRPr lang="en-US"/>
        </a:p>
      </dgm:t>
    </dgm:pt>
    <dgm:pt modelId="{D04C3C07-2454-4132-AA2C-2A439DF2807F}" type="parTrans" cxnId="{16031F1F-438C-4207-99EE-7C37C87E2E1E}">
      <dgm:prSet/>
      <dgm:spPr/>
      <dgm:t>
        <a:bodyPr/>
        <a:lstStyle/>
        <a:p>
          <a:endParaRPr lang="en-US"/>
        </a:p>
      </dgm:t>
    </dgm:pt>
    <dgm:pt modelId="{8871A5F8-C5AD-47E6-8B7C-2DD957A5548C}" type="sibTrans" cxnId="{16031F1F-438C-4207-99EE-7C37C87E2E1E}">
      <dgm:prSet/>
      <dgm:spPr/>
      <dgm:t>
        <a:bodyPr/>
        <a:lstStyle/>
        <a:p>
          <a:endParaRPr lang="en-US"/>
        </a:p>
      </dgm:t>
    </dgm:pt>
    <dgm:pt modelId="{11525891-CAB6-4681-AF54-200401E55ED1}" type="pres">
      <dgm:prSet presAssocID="{6414B78E-2338-46DB-814E-47A315FDE297}" presName="linear" presStyleCnt="0">
        <dgm:presLayoutVars>
          <dgm:animLvl val="lvl"/>
          <dgm:resizeHandles val="exact"/>
        </dgm:presLayoutVars>
      </dgm:prSet>
      <dgm:spPr/>
    </dgm:pt>
    <dgm:pt modelId="{086C48F6-6E46-4812-97BA-C33FA6E4CAC8}" type="pres">
      <dgm:prSet presAssocID="{A330DAF8-B44C-4408-9B97-0FF79BE43F27}" presName="parentText" presStyleLbl="node1" presStyleIdx="0" presStyleCnt="1">
        <dgm:presLayoutVars>
          <dgm:chMax val="0"/>
          <dgm:bulletEnabled val="1"/>
        </dgm:presLayoutVars>
      </dgm:prSet>
      <dgm:spPr/>
    </dgm:pt>
    <dgm:pt modelId="{2212F2EC-CA6E-400D-83D3-0B22852AD48E}" type="pres">
      <dgm:prSet presAssocID="{A330DAF8-B44C-4408-9B97-0FF79BE43F27}" presName="childText" presStyleLbl="revTx" presStyleIdx="0" presStyleCnt="1">
        <dgm:presLayoutVars>
          <dgm:bulletEnabled val="1"/>
        </dgm:presLayoutVars>
      </dgm:prSet>
      <dgm:spPr/>
    </dgm:pt>
  </dgm:ptLst>
  <dgm:cxnLst>
    <dgm:cxn modelId="{7FB3CE02-94A1-4C6D-BCCE-EE92AA11AA40}" srcId="{A330DAF8-B44C-4408-9B97-0FF79BE43F27}" destId="{BA6A026A-E48D-4049-BDEA-86F37994EC42}" srcOrd="1" destOrd="0" parTransId="{6923F53C-5825-480F-83ED-CA7369CC75A2}" sibTransId="{82C7500E-68B4-43A5-8A17-595B4CD4F3F7}"/>
    <dgm:cxn modelId="{AECD4F03-7F75-4C7C-BFED-44DFB70BDA6F}" srcId="{A330DAF8-B44C-4408-9B97-0FF79BE43F27}" destId="{E4510B06-3208-4668-AEE1-8FE14B5B253E}" srcOrd="0" destOrd="0" parTransId="{15CDF98F-249C-46DE-91F0-FBDD3344C901}" sibTransId="{C1027906-89A6-44DB-9A8C-0C9501B190EE}"/>
    <dgm:cxn modelId="{16031F1F-438C-4207-99EE-7C37C87E2E1E}" srcId="{A330DAF8-B44C-4408-9B97-0FF79BE43F27}" destId="{6871F2AD-E0D9-49DC-AC18-0B88C322C182}" srcOrd="4" destOrd="0" parTransId="{D04C3C07-2454-4132-AA2C-2A439DF2807F}" sibTransId="{8871A5F8-C5AD-47E6-8B7C-2DD957A5548C}"/>
    <dgm:cxn modelId="{160C9D3E-AD08-4C90-9FC5-9F83F55E196D}" type="presOf" srcId="{A2226C32-C953-48BE-8CB9-CD664F637A04}" destId="{2212F2EC-CA6E-400D-83D3-0B22852AD48E}" srcOrd="0" destOrd="2" presId="urn:microsoft.com/office/officeart/2005/8/layout/vList2"/>
    <dgm:cxn modelId="{6F985B42-EAFE-4288-89EC-F68C9EAF754F}" type="presOf" srcId="{6871F2AD-E0D9-49DC-AC18-0B88C322C182}" destId="{2212F2EC-CA6E-400D-83D3-0B22852AD48E}" srcOrd="0" destOrd="4" presId="urn:microsoft.com/office/officeart/2005/8/layout/vList2"/>
    <dgm:cxn modelId="{19597362-2CEE-4E83-9882-353D5545B847}" type="presOf" srcId="{E4510B06-3208-4668-AEE1-8FE14B5B253E}" destId="{2212F2EC-CA6E-400D-83D3-0B22852AD48E}" srcOrd="0" destOrd="0" presId="urn:microsoft.com/office/officeart/2005/8/layout/vList2"/>
    <dgm:cxn modelId="{D2A04A48-D9A9-4287-924C-8AF506641948}" type="presOf" srcId="{BA6A026A-E48D-4049-BDEA-86F37994EC42}" destId="{2212F2EC-CA6E-400D-83D3-0B22852AD48E}" srcOrd="0" destOrd="1" presId="urn:microsoft.com/office/officeart/2005/8/layout/vList2"/>
    <dgm:cxn modelId="{17C9286B-84FD-4D94-824C-D60C0896E6C0}" srcId="{A330DAF8-B44C-4408-9B97-0FF79BE43F27}" destId="{A2226C32-C953-48BE-8CB9-CD664F637A04}" srcOrd="2" destOrd="0" parTransId="{3CC2DCB8-B180-47E0-9A46-3D8B54ED2D76}" sibTransId="{328B731A-6FCD-4409-A97A-3483ED270B05}"/>
    <dgm:cxn modelId="{4FB1B799-FD2D-46E1-98F8-02E51DE3315F}" srcId="{6414B78E-2338-46DB-814E-47A315FDE297}" destId="{A330DAF8-B44C-4408-9B97-0FF79BE43F27}" srcOrd="0" destOrd="0" parTransId="{0E5CFEB0-E995-4583-A187-8B4001789B60}" sibTransId="{D260B2C6-7F8C-4574-9014-E018E8BD4757}"/>
    <dgm:cxn modelId="{D78CC6AE-C96A-4218-B48D-7C33B2D03105}" type="presOf" srcId="{6414B78E-2338-46DB-814E-47A315FDE297}" destId="{11525891-CAB6-4681-AF54-200401E55ED1}" srcOrd="0" destOrd="0" presId="urn:microsoft.com/office/officeart/2005/8/layout/vList2"/>
    <dgm:cxn modelId="{E2FBC3B1-5872-43C8-ADA8-21B4ED412E64}" type="presOf" srcId="{A330DAF8-B44C-4408-9B97-0FF79BE43F27}" destId="{086C48F6-6E46-4812-97BA-C33FA6E4CAC8}" srcOrd="0" destOrd="0" presId="urn:microsoft.com/office/officeart/2005/8/layout/vList2"/>
    <dgm:cxn modelId="{F17D28BC-A2DE-42B5-AA73-A33A9E684629}" srcId="{A330DAF8-B44C-4408-9B97-0FF79BE43F27}" destId="{5958A6C6-8D01-4DE3-B724-38840104058F}" srcOrd="3" destOrd="0" parTransId="{488D9F00-24C9-42D3-A16E-0E7F6478993D}" sibTransId="{10718EB1-81ED-47AE-A0D7-4BC3DBAB75B3}"/>
    <dgm:cxn modelId="{33B5E5D7-F861-4674-AE57-B3D607BAFE7F}" type="presOf" srcId="{5958A6C6-8D01-4DE3-B724-38840104058F}" destId="{2212F2EC-CA6E-400D-83D3-0B22852AD48E}" srcOrd="0" destOrd="3" presId="urn:microsoft.com/office/officeart/2005/8/layout/vList2"/>
    <dgm:cxn modelId="{01E8E8A2-241F-4F74-AEA2-994241350D61}" type="presParOf" srcId="{11525891-CAB6-4681-AF54-200401E55ED1}" destId="{086C48F6-6E46-4812-97BA-C33FA6E4CAC8}" srcOrd="0" destOrd="0" presId="urn:microsoft.com/office/officeart/2005/8/layout/vList2"/>
    <dgm:cxn modelId="{336795FB-51A5-4082-9A60-A13B48B3C350}" type="presParOf" srcId="{11525891-CAB6-4681-AF54-200401E55ED1}" destId="{2212F2EC-CA6E-400D-83D3-0B22852AD48E}"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9619B7-A4C4-4F06-9B82-35B23027F51C}"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88F542D0-62CF-488A-8CF8-6CC0F774CAAE}">
      <dgm:prSet/>
      <dgm:spPr/>
      <dgm:t>
        <a:bodyPr/>
        <a:lstStyle/>
        <a:p>
          <a:r>
            <a:rPr lang="en-US" b="1"/>
            <a:t>Security attack</a:t>
          </a:r>
          <a:endParaRPr lang="en-US"/>
        </a:p>
      </dgm:t>
    </dgm:pt>
    <dgm:pt modelId="{147F8B22-846E-4A2B-9C61-A5FB47FAFB3D}" type="parTrans" cxnId="{EEFF44F1-35B9-4A77-B867-0FEB5219E659}">
      <dgm:prSet/>
      <dgm:spPr/>
      <dgm:t>
        <a:bodyPr/>
        <a:lstStyle/>
        <a:p>
          <a:endParaRPr lang="en-US"/>
        </a:p>
      </dgm:t>
    </dgm:pt>
    <dgm:pt modelId="{FC9281FB-3E9C-4FAF-B8A7-34328FAB9933}" type="sibTrans" cxnId="{EEFF44F1-35B9-4A77-B867-0FEB5219E659}">
      <dgm:prSet/>
      <dgm:spPr/>
      <dgm:t>
        <a:bodyPr/>
        <a:lstStyle/>
        <a:p>
          <a:endParaRPr lang="en-US"/>
        </a:p>
      </dgm:t>
    </dgm:pt>
    <dgm:pt modelId="{6E529D2B-8372-4718-B2BE-726962298D46}">
      <dgm:prSet/>
      <dgm:spPr/>
      <dgm:t>
        <a:bodyPr/>
        <a:lstStyle/>
        <a:p>
          <a:r>
            <a:rPr lang="en-US"/>
            <a:t>Any action that compromises the security of information owned by an organization</a:t>
          </a:r>
        </a:p>
      </dgm:t>
    </dgm:pt>
    <dgm:pt modelId="{50C71E47-A6BC-47E1-A182-3EC9E0B64FDE}" type="parTrans" cxnId="{9C7DA871-B9B4-489B-8A55-AF1B3B5B9719}">
      <dgm:prSet/>
      <dgm:spPr/>
      <dgm:t>
        <a:bodyPr/>
        <a:lstStyle/>
        <a:p>
          <a:endParaRPr lang="en-US"/>
        </a:p>
      </dgm:t>
    </dgm:pt>
    <dgm:pt modelId="{2CF17514-5F24-4E4C-B62B-343E77DA6807}" type="sibTrans" cxnId="{9C7DA871-B9B4-489B-8A55-AF1B3B5B9719}">
      <dgm:prSet/>
      <dgm:spPr/>
      <dgm:t>
        <a:bodyPr/>
        <a:lstStyle/>
        <a:p>
          <a:endParaRPr lang="en-US"/>
        </a:p>
      </dgm:t>
    </dgm:pt>
    <dgm:pt modelId="{1679A404-CE27-43FD-A8B9-BCD657FA726A}">
      <dgm:prSet/>
      <dgm:spPr/>
      <dgm:t>
        <a:bodyPr/>
        <a:lstStyle/>
        <a:p>
          <a:r>
            <a:rPr lang="en-US" b="1"/>
            <a:t>Security Solutions</a:t>
          </a:r>
          <a:endParaRPr lang="en-US"/>
        </a:p>
      </dgm:t>
    </dgm:pt>
    <dgm:pt modelId="{2C0EDA3F-FDB3-46CA-A8AD-BD08F43F8142}" type="parTrans" cxnId="{F015FFE8-3189-4247-84BA-D7D762DA2E48}">
      <dgm:prSet/>
      <dgm:spPr/>
      <dgm:t>
        <a:bodyPr/>
        <a:lstStyle/>
        <a:p>
          <a:endParaRPr lang="en-US"/>
        </a:p>
      </dgm:t>
    </dgm:pt>
    <dgm:pt modelId="{7BE1131C-B53D-44A2-B553-01EF05607DD0}" type="sibTrans" cxnId="{F015FFE8-3189-4247-84BA-D7D762DA2E48}">
      <dgm:prSet/>
      <dgm:spPr/>
      <dgm:t>
        <a:bodyPr/>
        <a:lstStyle/>
        <a:p>
          <a:endParaRPr lang="en-US"/>
        </a:p>
      </dgm:t>
    </dgm:pt>
    <dgm:pt modelId="{164BC72A-4D01-455A-9F1B-12135F30D9FC}">
      <dgm:prSet/>
      <dgm:spPr/>
      <dgm:t>
        <a:bodyPr/>
        <a:lstStyle/>
        <a:p>
          <a:r>
            <a:rPr lang="en-US"/>
            <a:t>Security service</a:t>
          </a:r>
        </a:p>
      </dgm:t>
    </dgm:pt>
    <dgm:pt modelId="{B6EDE53E-90EF-4D62-8A14-6A2943714D71}" type="parTrans" cxnId="{52DD1AA1-C589-42D4-9CFB-944EE73ABC13}">
      <dgm:prSet/>
      <dgm:spPr/>
      <dgm:t>
        <a:bodyPr/>
        <a:lstStyle/>
        <a:p>
          <a:endParaRPr lang="en-US"/>
        </a:p>
      </dgm:t>
    </dgm:pt>
    <dgm:pt modelId="{32229B73-7485-4841-B51E-E47644A3AC33}" type="sibTrans" cxnId="{52DD1AA1-C589-42D4-9CFB-944EE73ABC13}">
      <dgm:prSet/>
      <dgm:spPr/>
      <dgm:t>
        <a:bodyPr/>
        <a:lstStyle/>
        <a:p>
          <a:endParaRPr lang="en-US"/>
        </a:p>
      </dgm:t>
    </dgm:pt>
    <dgm:pt modelId="{EBCCD206-F152-4534-A257-2C2588DF6A33}">
      <dgm:prSet/>
      <dgm:spPr/>
      <dgm:t>
        <a:bodyPr/>
        <a:lstStyle/>
        <a:p>
          <a:r>
            <a:rPr lang="en-US"/>
            <a:t>A processing or communication service that enhances the security of the data processing systems and the information transfers of an organization. Intended to counter security attacks, and they make use of one or more security mechanisms to provide the service</a:t>
          </a:r>
        </a:p>
      </dgm:t>
    </dgm:pt>
    <dgm:pt modelId="{47592FD2-FEA6-408A-96F5-7654921DF545}" type="parTrans" cxnId="{1E6F89FE-E15F-4734-8E13-2D81FE691FD4}">
      <dgm:prSet/>
      <dgm:spPr/>
      <dgm:t>
        <a:bodyPr/>
        <a:lstStyle/>
        <a:p>
          <a:endParaRPr lang="en-US"/>
        </a:p>
      </dgm:t>
    </dgm:pt>
    <dgm:pt modelId="{9253CD77-B5BF-4A94-A279-E77D94FB2F13}" type="sibTrans" cxnId="{1E6F89FE-E15F-4734-8E13-2D81FE691FD4}">
      <dgm:prSet/>
      <dgm:spPr/>
      <dgm:t>
        <a:bodyPr/>
        <a:lstStyle/>
        <a:p>
          <a:endParaRPr lang="en-US"/>
        </a:p>
      </dgm:t>
    </dgm:pt>
    <dgm:pt modelId="{97D499A1-3707-445A-9444-AC2F98E31340}">
      <dgm:prSet/>
      <dgm:spPr/>
      <dgm:t>
        <a:bodyPr/>
        <a:lstStyle/>
        <a:p>
          <a:r>
            <a:rPr lang="en-US"/>
            <a:t>Security mechanism</a:t>
          </a:r>
        </a:p>
      </dgm:t>
    </dgm:pt>
    <dgm:pt modelId="{7FB49AD2-9AEF-4A07-A31A-BB24DF7FDABC}" type="parTrans" cxnId="{D7CFCBED-3535-40A8-9832-2AB0B2E1A3E9}">
      <dgm:prSet/>
      <dgm:spPr/>
      <dgm:t>
        <a:bodyPr/>
        <a:lstStyle/>
        <a:p>
          <a:endParaRPr lang="en-US"/>
        </a:p>
      </dgm:t>
    </dgm:pt>
    <dgm:pt modelId="{518C7C1F-1EFB-4859-822F-A1BCF2A4E154}" type="sibTrans" cxnId="{D7CFCBED-3535-40A8-9832-2AB0B2E1A3E9}">
      <dgm:prSet/>
      <dgm:spPr/>
      <dgm:t>
        <a:bodyPr/>
        <a:lstStyle/>
        <a:p>
          <a:endParaRPr lang="en-US"/>
        </a:p>
      </dgm:t>
    </dgm:pt>
    <dgm:pt modelId="{C977AB28-00E1-46B9-8F18-FA4E673F1CE5}">
      <dgm:prSet/>
      <dgm:spPr/>
      <dgm:t>
        <a:bodyPr/>
        <a:lstStyle/>
        <a:p>
          <a:r>
            <a:rPr lang="en-US"/>
            <a:t>A process (or a device incorporating such a process) that is designed to detect, prevent, or recover from a security attack</a:t>
          </a:r>
        </a:p>
      </dgm:t>
    </dgm:pt>
    <dgm:pt modelId="{0BF98240-F7BF-441A-BA9B-22BBD4A0D2ED}" type="parTrans" cxnId="{7561C805-0C42-46FB-9CAF-E832F91CE777}">
      <dgm:prSet/>
      <dgm:spPr/>
      <dgm:t>
        <a:bodyPr/>
        <a:lstStyle/>
        <a:p>
          <a:endParaRPr lang="en-US"/>
        </a:p>
      </dgm:t>
    </dgm:pt>
    <dgm:pt modelId="{86D2EF11-D6EA-4C5F-8EC4-DC7AD373D67F}" type="sibTrans" cxnId="{7561C805-0C42-46FB-9CAF-E832F91CE777}">
      <dgm:prSet/>
      <dgm:spPr/>
      <dgm:t>
        <a:bodyPr/>
        <a:lstStyle/>
        <a:p>
          <a:endParaRPr lang="en-US"/>
        </a:p>
      </dgm:t>
    </dgm:pt>
    <dgm:pt modelId="{42386D46-FABE-4CEF-B11B-CBEB7190EDF1}" type="pres">
      <dgm:prSet presAssocID="{389619B7-A4C4-4F06-9B82-35B23027F51C}" presName="Name0" presStyleCnt="0">
        <dgm:presLayoutVars>
          <dgm:dir/>
          <dgm:animLvl val="lvl"/>
          <dgm:resizeHandles val="exact"/>
        </dgm:presLayoutVars>
      </dgm:prSet>
      <dgm:spPr/>
    </dgm:pt>
    <dgm:pt modelId="{6860CD9E-376E-4A07-8FDD-A298716ADE13}" type="pres">
      <dgm:prSet presAssocID="{88F542D0-62CF-488A-8CF8-6CC0F774CAAE}" presName="composite" presStyleCnt="0"/>
      <dgm:spPr/>
    </dgm:pt>
    <dgm:pt modelId="{7CA67D3A-2718-4725-A76C-AF6ED33C336F}" type="pres">
      <dgm:prSet presAssocID="{88F542D0-62CF-488A-8CF8-6CC0F774CAAE}" presName="parTx" presStyleLbl="alignNode1" presStyleIdx="0" presStyleCnt="2">
        <dgm:presLayoutVars>
          <dgm:chMax val="0"/>
          <dgm:chPref val="0"/>
          <dgm:bulletEnabled val="1"/>
        </dgm:presLayoutVars>
      </dgm:prSet>
      <dgm:spPr/>
    </dgm:pt>
    <dgm:pt modelId="{BAE80540-56A1-446B-A096-05C5A7290E2D}" type="pres">
      <dgm:prSet presAssocID="{88F542D0-62CF-488A-8CF8-6CC0F774CAAE}" presName="desTx" presStyleLbl="alignAccFollowNode1" presStyleIdx="0" presStyleCnt="2">
        <dgm:presLayoutVars>
          <dgm:bulletEnabled val="1"/>
        </dgm:presLayoutVars>
      </dgm:prSet>
      <dgm:spPr/>
    </dgm:pt>
    <dgm:pt modelId="{CA58FB9F-0BBF-476C-A795-62EE24F9B0AE}" type="pres">
      <dgm:prSet presAssocID="{FC9281FB-3E9C-4FAF-B8A7-34328FAB9933}" presName="space" presStyleCnt="0"/>
      <dgm:spPr/>
    </dgm:pt>
    <dgm:pt modelId="{0817B3B4-322E-4FBD-B574-5B2A26DF2512}" type="pres">
      <dgm:prSet presAssocID="{1679A404-CE27-43FD-A8B9-BCD657FA726A}" presName="composite" presStyleCnt="0"/>
      <dgm:spPr/>
    </dgm:pt>
    <dgm:pt modelId="{09DF399B-830A-4F70-B8E6-71C1C2FADEC0}" type="pres">
      <dgm:prSet presAssocID="{1679A404-CE27-43FD-A8B9-BCD657FA726A}" presName="parTx" presStyleLbl="alignNode1" presStyleIdx="1" presStyleCnt="2">
        <dgm:presLayoutVars>
          <dgm:chMax val="0"/>
          <dgm:chPref val="0"/>
          <dgm:bulletEnabled val="1"/>
        </dgm:presLayoutVars>
      </dgm:prSet>
      <dgm:spPr/>
    </dgm:pt>
    <dgm:pt modelId="{5E46DEBF-595D-4280-9437-143CD2B6194A}" type="pres">
      <dgm:prSet presAssocID="{1679A404-CE27-43FD-A8B9-BCD657FA726A}" presName="desTx" presStyleLbl="alignAccFollowNode1" presStyleIdx="1" presStyleCnt="2">
        <dgm:presLayoutVars>
          <dgm:bulletEnabled val="1"/>
        </dgm:presLayoutVars>
      </dgm:prSet>
      <dgm:spPr/>
    </dgm:pt>
  </dgm:ptLst>
  <dgm:cxnLst>
    <dgm:cxn modelId="{7561C805-0C42-46FB-9CAF-E832F91CE777}" srcId="{97D499A1-3707-445A-9444-AC2F98E31340}" destId="{C977AB28-00E1-46B9-8F18-FA4E673F1CE5}" srcOrd="0" destOrd="0" parTransId="{0BF98240-F7BF-441A-BA9B-22BBD4A0D2ED}" sibTransId="{86D2EF11-D6EA-4C5F-8EC4-DC7AD373D67F}"/>
    <dgm:cxn modelId="{F1188106-B232-48DB-B8FA-0D8078CD7208}" type="presOf" srcId="{88F542D0-62CF-488A-8CF8-6CC0F774CAAE}" destId="{7CA67D3A-2718-4725-A76C-AF6ED33C336F}" srcOrd="0" destOrd="0" presId="urn:microsoft.com/office/officeart/2005/8/layout/hList1"/>
    <dgm:cxn modelId="{0C566124-DD48-46A1-A24F-53AF6F3A0462}" type="presOf" srcId="{164BC72A-4D01-455A-9F1B-12135F30D9FC}" destId="{5E46DEBF-595D-4280-9437-143CD2B6194A}" srcOrd="0" destOrd="0" presId="urn:microsoft.com/office/officeart/2005/8/layout/hList1"/>
    <dgm:cxn modelId="{7586DE36-F47A-4BAC-BCBB-9051FAF036C6}" type="presOf" srcId="{97D499A1-3707-445A-9444-AC2F98E31340}" destId="{5E46DEBF-595D-4280-9437-143CD2B6194A}" srcOrd="0" destOrd="2" presId="urn:microsoft.com/office/officeart/2005/8/layout/hList1"/>
    <dgm:cxn modelId="{A2D43F3F-0E10-461A-AFBE-3E19E188A23E}" type="presOf" srcId="{EBCCD206-F152-4534-A257-2C2588DF6A33}" destId="{5E46DEBF-595D-4280-9437-143CD2B6194A}" srcOrd="0" destOrd="1" presId="urn:microsoft.com/office/officeart/2005/8/layout/hList1"/>
    <dgm:cxn modelId="{9C7DA871-B9B4-489B-8A55-AF1B3B5B9719}" srcId="{88F542D0-62CF-488A-8CF8-6CC0F774CAAE}" destId="{6E529D2B-8372-4718-B2BE-726962298D46}" srcOrd="0" destOrd="0" parTransId="{50C71E47-A6BC-47E1-A182-3EC9E0B64FDE}" sibTransId="{2CF17514-5F24-4E4C-B62B-343E77DA6807}"/>
    <dgm:cxn modelId="{CFF9BE71-FB74-42DC-9DCC-1D2E6837DADE}" type="presOf" srcId="{C977AB28-00E1-46B9-8F18-FA4E673F1CE5}" destId="{5E46DEBF-595D-4280-9437-143CD2B6194A}" srcOrd="0" destOrd="3" presId="urn:microsoft.com/office/officeart/2005/8/layout/hList1"/>
    <dgm:cxn modelId="{CAB3417E-61A2-4313-B696-941A98EBAEB7}" type="presOf" srcId="{389619B7-A4C4-4F06-9B82-35B23027F51C}" destId="{42386D46-FABE-4CEF-B11B-CBEB7190EDF1}" srcOrd="0" destOrd="0" presId="urn:microsoft.com/office/officeart/2005/8/layout/hList1"/>
    <dgm:cxn modelId="{52DD1AA1-C589-42D4-9CFB-944EE73ABC13}" srcId="{1679A404-CE27-43FD-A8B9-BCD657FA726A}" destId="{164BC72A-4D01-455A-9F1B-12135F30D9FC}" srcOrd="0" destOrd="0" parTransId="{B6EDE53E-90EF-4D62-8A14-6A2943714D71}" sibTransId="{32229B73-7485-4841-B51E-E47644A3AC33}"/>
    <dgm:cxn modelId="{F015FFE8-3189-4247-84BA-D7D762DA2E48}" srcId="{389619B7-A4C4-4F06-9B82-35B23027F51C}" destId="{1679A404-CE27-43FD-A8B9-BCD657FA726A}" srcOrd="1" destOrd="0" parTransId="{2C0EDA3F-FDB3-46CA-A8AD-BD08F43F8142}" sibTransId="{7BE1131C-B53D-44A2-B553-01EF05607DD0}"/>
    <dgm:cxn modelId="{D7CFCBED-3535-40A8-9832-2AB0B2E1A3E9}" srcId="{1679A404-CE27-43FD-A8B9-BCD657FA726A}" destId="{97D499A1-3707-445A-9444-AC2F98E31340}" srcOrd="1" destOrd="0" parTransId="{7FB49AD2-9AEF-4A07-A31A-BB24DF7FDABC}" sibTransId="{518C7C1F-1EFB-4859-822F-A1BCF2A4E154}"/>
    <dgm:cxn modelId="{AB499CEF-1F61-43F5-87D4-B264E6657502}" type="presOf" srcId="{6E529D2B-8372-4718-B2BE-726962298D46}" destId="{BAE80540-56A1-446B-A096-05C5A7290E2D}" srcOrd="0" destOrd="0" presId="urn:microsoft.com/office/officeart/2005/8/layout/hList1"/>
    <dgm:cxn modelId="{EEFF44F1-35B9-4A77-B867-0FEB5219E659}" srcId="{389619B7-A4C4-4F06-9B82-35B23027F51C}" destId="{88F542D0-62CF-488A-8CF8-6CC0F774CAAE}" srcOrd="0" destOrd="0" parTransId="{147F8B22-846E-4A2B-9C61-A5FB47FAFB3D}" sibTransId="{FC9281FB-3E9C-4FAF-B8A7-34328FAB9933}"/>
    <dgm:cxn modelId="{166652F2-5925-4C39-A8C9-736123752167}" type="presOf" srcId="{1679A404-CE27-43FD-A8B9-BCD657FA726A}" destId="{09DF399B-830A-4F70-B8E6-71C1C2FADEC0}" srcOrd="0" destOrd="0" presId="urn:microsoft.com/office/officeart/2005/8/layout/hList1"/>
    <dgm:cxn modelId="{1E6F89FE-E15F-4734-8E13-2D81FE691FD4}" srcId="{164BC72A-4D01-455A-9F1B-12135F30D9FC}" destId="{EBCCD206-F152-4534-A257-2C2588DF6A33}" srcOrd="0" destOrd="0" parTransId="{47592FD2-FEA6-408A-96F5-7654921DF545}" sibTransId="{9253CD77-B5BF-4A94-A279-E77D94FB2F13}"/>
    <dgm:cxn modelId="{150F73C0-4AF8-42E7-802C-D042B8CA9965}" type="presParOf" srcId="{42386D46-FABE-4CEF-B11B-CBEB7190EDF1}" destId="{6860CD9E-376E-4A07-8FDD-A298716ADE13}" srcOrd="0" destOrd="0" presId="urn:microsoft.com/office/officeart/2005/8/layout/hList1"/>
    <dgm:cxn modelId="{98D779DB-E29D-4FAF-991D-6CE120B1436F}" type="presParOf" srcId="{6860CD9E-376E-4A07-8FDD-A298716ADE13}" destId="{7CA67D3A-2718-4725-A76C-AF6ED33C336F}" srcOrd="0" destOrd="0" presId="urn:microsoft.com/office/officeart/2005/8/layout/hList1"/>
    <dgm:cxn modelId="{7429C21D-6C4D-4A13-A010-C16D30DEB8BE}" type="presParOf" srcId="{6860CD9E-376E-4A07-8FDD-A298716ADE13}" destId="{BAE80540-56A1-446B-A096-05C5A7290E2D}" srcOrd="1" destOrd="0" presId="urn:microsoft.com/office/officeart/2005/8/layout/hList1"/>
    <dgm:cxn modelId="{F36ED3A6-E238-46BD-86C0-B10DF63E5968}" type="presParOf" srcId="{42386D46-FABE-4CEF-B11B-CBEB7190EDF1}" destId="{CA58FB9F-0BBF-476C-A795-62EE24F9B0AE}" srcOrd="1" destOrd="0" presId="urn:microsoft.com/office/officeart/2005/8/layout/hList1"/>
    <dgm:cxn modelId="{5EEB55C0-0F8A-4551-878F-550EE22D4F3B}" type="presParOf" srcId="{42386D46-FABE-4CEF-B11B-CBEB7190EDF1}" destId="{0817B3B4-322E-4FBD-B574-5B2A26DF2512}" srcOrd="2" destOrd="0" presId="urn:microsoft.com/office/officeart/2005/8/layout/hList1"/>
    <dgm:cxn modelId="{B43EDD4F-21DE-40B0-8EAC-4F0CEF4328BE}" type="presParOf" srcId="{0817B3B4-322E-4FBD-B574-5B2A26DF2512}" destId="{09DF399B-830A-4F70-B8E6-71C1C2FADEC0}" srcOrd="0" destOrd="0" presId="urn:microsoft.com/office/officeart/2005/8/layout/hList1"/>
    <dgm:cxn modelId="{07BDD416-58BA-4D76-9B69-525FB0FE0975}" type="presParOf" srcId="{0817B3B4-322E-4FBD-B574-5B2A26DF2512}" destId="{5E46DEBF-595D-4280-9437-143CD2B6194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A23DCF8-72E3-144A-A633-71F28C732000}" type="doc">
      <dgm:prSet loTypeId="urn:microsoft.com/office/officeart/2018/2/layout/IconVerticalSolidList" loCatId="icon" qsTypeId="urn:microsoft.com/office/officeart/2005/8/quickstyle/simple4" qsCatId="simple" csTypeId="urn:microsoft.com/office/officeart/2005/8/colors/accent2_2" csCatId="accent2" phldr="1"/>
      <dgm:spPr/>
      <dgm:t>
        <a:bodyPr/>
        <a:lstStyle/>
        <a:p>
          <a:endParaRPr lang="en-US"/>
        </a:p>
      </dgm:t>
    </dgm:pt>
    <dgm:pt modelId="{6B08B88F-A009-1948-9A73-AB7494904C9E}">
      <dgm:prSet/>
      <dgm:spPr/>
      <dgm:t>
        <a:bodyPr/>
        <a:lstStyle/>
        <a:p>
          <a:pPr>
            <a:lnSpc>
              <a:spcPct val="100000"/>
            </a:lnSpc>
          </a:pPr>
          <a:r>
            <a:rPr lang="en-US">
              <a:effectLst>
                <a:outerShdw blurRad="38100" dist="38100" dir="2700000" algn="tl">
                  <a:srgbClr val="000000">
                    <a:alpha val="43137"/>
                  </a:srgbClr>
                </a:outerShdw>
              </a:effectLst>
            </a:rPr>
            <a:t>Masquerade</a:t>
          </a:r>
        </a:p>
      </dgm:t>
    </dgm:pt>
    <dgm:pt modelId="{BABD4BF5-0E42-354D-A9E1-85E860D66F46}" type="parTrans" cxnId="{BCB84A2D-559B-C24F-AB0C-B91D6622BE68}">
      <dgm:prSet/>
      <dgm:spPr/>
      <dgm:t>
        <a:bodyPr/>
        <a:lstStyle/>
        <a:p>
          <a:endParaRPr lang="en-US"/>
        </a:p>
      </dgm:t>
    </dgm:pt>
    <dgm:pt modelId="{4F397F3A-444F-734E-BDEE-61A6DF37E628}" type="sibTrans" cxnId="{BCB84A2D-559B-C24F-AB0C-B91D6622BE68}">
      <dgm:prSet/>
      <dgm:spPr/>
      <dgm:t>
        <a:bodyPr/>
        <a:lstStyle/>
        <a:p>
          <a:endParaRPr lang="en-US"/>
        </a:p>
      </dgm:t>
    </dgm:pt>
    <dgm:pt modelId="{E9FDC65B-0D60-1F4F-B97F-0EA7C0235755}">
      <dgm:prSet/>
      <dgm:spPr/>
      <dgm:t>
        <a:bodyPr/>
        <a:lstStyle/>
        <a:p>
          <a:pPr>
            <a:lnSpc>
              <a:spcPct val="100000"/>
            </a:lnSpc>
          </a:pPr>
          <a:r>
            <a:rPr lang="en-US" dirty="0"/>
            <a:t>Takes place when one entity pretends to be a different entity</a:t>
          </a:r>
        </a:p>
      </dgm:t>
    </dgm:pt>
    <dgm:pt modelId="{C4EB62D4-2F13-3D4A-A46E-576FFAFFC107}" type="parTrans" cxnId="{77345D43-3A60-B146-A5D5-0D744B8317D4}">
      <dgm:prSet/>
      <dgm:spPr/>
      <dgm:t>
        <a:bodyPr/>
        <a:lstStyle/>
        <a:p>
          <a:endParaRPr lang="en-US"/>
        </a:p>
      </dgm:t>
    </dgm:pt>
    <dgm:pt modelId="{FB66449C-9275-984F-A3F3-55052371A716}" type="sibTrans" cxnId="{77345D43-3A60-B146-A5D5-0D744B8317D4}">
      <dgm:prSet/>
      <dgm:spPr/>
      <dgm:t>
        <a:bodyPr/>
        <a:lstStyle/>
        <a:p>
          <a:endParaRPr lang="en-US"/>
        </a:p>
      </dgm:t>
    </dgm:pt>
    <dgm:pt modelId="{85A25129-D75F-8547-9C34-AB3C73204E9D}">
      <dgm:prSet/>
      <dgm:spPr/>
      <dgm:t>
        <a:bodyPr/>
        <a:lstStyle/>
        <a:p>
          <a:pPr>
            <a:lnSpc>
              <a:spcPct val="100000"/>
            </a:lnSpc>
          </a:pPr>
          <a:r>
            <a:rPr lang="en-US"/>
            <a:t>Usually includes one of the other forms of active attack</a:t>
          </a:r>
        </a:p>
      </dgm:t>
    </dgm:pt>
    <dgm:pt modelId="{18809EE1-A86D-CF4F-B0CE-9891BBCC5EB7}" type="parTrans" cxnId="{83A57E6C-1020-7642-8FB5-FD7A8F73221C}">
      <dgm:prSet/>
      <dgm:spPr/>
      <dgm:t>
        <a:bodyPr/>
        <a:lstStyle/>
        <a:p>
          <a:endParaRPr lang="en-US"/>
        </a:p>
      </dgm:t>
    </dgm:pt>
    <dgm:pt modelId="{BB8F67A8-EB49-8E4C-855F-5A0354C6E9E1}" type="sibTrans" cxnId="{83A57E6C-1020-7642-8FB5-FD7A8F73221C}">
      <dgm:prSet/>
      <dgm:spPr/>
      <dgm:t>
        <a:bodyPr/>
        <a:lstStyle/>
        <a:p>
          <a:endParaRPr lang="en-US"/>
        </a:p>
      </dgm:t>
    </dgm:pt>
    <dgm:pt modelId="{684654ED-11BD-C940-9C72-F844DFF81F0E}">
      <dgm:prSet/>
      <dgm:spPr/>
      <dgm:t>
        <a:bodyPr/>
        <a:lstStyle/>
        <a:p>
          <a:pPr>
            <a:lnSpc>
              <a:spcPct val="100000"/>
            </a:lnSpc>
          </a:pPr>
          <a:r>
            <a:rPr lang="en-US">
              <a:effectLst>
                <a:outerShdw blurRad="38100" dist="38100" dir="2700000" algn="tl">
                  <a:srgbClr val="000000">
                    <a:alpha val="43137"/>
                  </a:srgbClr>
                </a:outerShdw>
              </a:effectLst>
            </a:rPr>
            <a:t>Replay</a:t>
          </a:r>
        </a:p>
      </dgm:t>
    </dgm:pt>
    <dgm:pt modelId="{3EB481BD-EEE5-894D-986B-49F64ADBCD4B}" type="parTrans" cxnId="{21C33BDF-CACE-0F4D-BB0A-0771A61AF058}">
      <dgm:prSet/>
      <dgm:spPr/>
      <dgm:t>
        <a:bodyPr/>
        <a:lstStyle/>
        <a:p>
          <a:endParaRPr lang="en-US"/>
        </a:p>
      </dgm:t>
    </dgm:pt>
    <dgm:pt modelId="{CE6651BB-25BA-274D-9E08-EC94B1877C65}" type="sibTrans" cxnId="{21C33BDF-CACE-0F4D-BB0A-0771A61AF058}">
      <dgm:prSet/>
      <dgm:spPr/>
      <dgm:t>
        <a:bodyPr/>
        <a:lstStyle/>
        <a:p>
          <a:endParaRPr lang="en-US"/>
        </a:p>
      </dgm:t>
    </dgm:pt>
    <dgm:pt modelId="{F29AC745-5B80-1540-A77A-8EFC6343F5CF}">
      <dgm:prSet/>
      <dgm:spPr/>
      <dgm:t>
        <a:bodyPr/>
        <a:lstStyle/>
        <a:p>
          <a:pPr>
            <a:lnSpc>
              <a:spcPct val="100000"/>
            </a:lnSpc>
          </a:pPr>
          <a:r>
            <a:rPr lang="en-US" dirty="0"/>
            <a:t>Involves the passive capture of a data unit and its subsequent retransmission to produce an unauthorized effect</a:t>
          </a:r>
        </a:p>
      </dgm:t>
    </dgm:pt>
    <dgm:pt modelId="{E0733D8E-7962-234C-810C-90C4C4DF3E31}" type="parTrans" cxnId="{34439DAA-AACE-1F48-BCD5-A061B0AFD3F8}">
      <dgm:prSet/>
      <dgm:spPr/>
      <dgm:t>
        <a:bodyPr/>
        <a:lstStyle/>
        <a:p>
          <a:endParaRPr lang="en-US"/>
        </a:p>
      </dgm:t>
    </dgm:pt>
    <dgm:pt modelId="{CB541CEA-6765-054F-94D6-EA9035F2DB48}" type="sibTrans" cxnId="{34439DAA-AACE-1F48-BCD5-A061B0AFD3F8}">
      <dgm:prSet/>
      <dgm:spPr/>
      <dgm:t>
        <a:bodyPr/>
        <a:lstStyle/>
        <a:p>
          <a:endParaRPr lang="en-US"/>
        </a:p>
      </dgm:t>
    </dgm:pt>
    <dgm:pt modelId="{08F38FFA-8ADF-244C-B24E-9DC9EBBE1C4A}">
      <dgm:prSet/>
      <dgm:spPr/>
      <dgm:t>
        <a:bodyPr/>
        <a:lstStyle/>
        <a:p>
          <a:pPr>
            <a:lnSpc>
              <a:spcPct val="100000"/>
            </a:lnSpc>
          </a:pPr>
          <a:r>
            <a:rPr lang="en-US">
              <a:effectLst>
                <a:outerShdw blurRad="38100" dist="38100" dir="2700000" algn="tl">
                  <a:srgbClr val="000000">
                    <a:alpha val="43137"/>
                  </a:srgbClr>
                </a:outerShdw>
              </a:effectLst>
            </a:rPr>
            <a:t>Modification of messages </a:t>
          </a:r>
        </a:p>
      </dgm:t>
    </dgm:pt>
    <dgm:pt modelId="{7E87CB23-FAAC-B546-B850-2DB1E9D89BA2}" type="parTrans" cxnId="{16398D4C-26B7-794D-829E-D81E2A24715B}">
      <dgm:prSet/>
      <dgm:spPr/>
      <dgm:t>
        <a:bodyPr/>
        <a:lstStyle/>
        <a:p>
          <a:endParaRPr lang="en-US"/>
        </a:p>
      </dgm:t>
    </dgm:pt>
    <dgm:pt modelId="{EF949317-1634-8C48-A6B0-543CEA09999F}" type="sibTrans" cxnId="{16398D4C-26B7-794D-829E-D81E2A24715B}">
      <dgm:prSet/>
      <dgm:spPr/>
      <dgm:t>
        <a:bodyPr/>
        <a:lstStyle/>
        <a:p>
          <a:endParaRPr lang="en-US"/>
        </a:p>
      </dgm:t>
    </dgm:pt>
    <dgm:pt modelId="{CC1C70FB-85AF-6244-B643-6B95499E6E93}">
      <dgm:prSet/>
      <dgm:spPr/>
      <dgm:t>
        <a:bodyPr/>
        <a:lstStyle/>
        <a:p>
          <a:pPr>
            <a:lnSpc>
              <a:spcPct val="100000"/>
            </a:lnSpc>
          </a:pPr>
          <a:r>
            <a:rPr lang="en-US" dirty="0"/>
            <a:t>Some portion of a legitimate message is altered, or messages are delayed or reordered to produce an unauthorized effect</a:t>
          </a:r>
        </a:p>
      </dgm:t>
    </dgm:pt>
    <dgm:pt modelId="{DB776C5B-EF5D-6D4B-BB9A-C34BC253264F}" type="parTrans" cxnId="{E32FB86D-8CDD-E441-B7DF-D4CF624D4B95}">
      <dgm:prSet/>
      <dgm:spPr/>
      <dgm:t>
        <a:bodyPr/>
        <a:lstStyle/>
        <a:p>
          <a:endParaRPr lang="en-US"/>
        </a:p>
      </dgm:t>
    </dgm:pt>
    <dgm:pt modelId="{5735F4B0-1362-2E41-9B9D-9009230C3363}" type="sibTrans" cxnId="{E32FB86D-8CDD-E441-B7DF-D4CF624D4B95}">
      <dgm:prSet/>
      <dgm:spPr/>
      <dgm:t>
        <a:bodyPr/>
        <a:lstStyle/>
        <a:p>
          <a:endParaRPr lang="en-US"/>
        </a:p>
      </dgm:t>
    </dgm:pt>
    <dgm:pt modelId="{30ADB79F-CA4C-6F4A-A35A-DE0761546418}">
      <dgm:prSet/>
      <dgm:spPr/>
      <dgm:t>
        <a:bodyPr/>
        <a:lstStyle/>
        <a:p>
          <a:pPr>
            <a:lnSpc>
              <a:spcPct val="100000"/>
            </a:lnSpc>
          </a:pPr>
          <a:r>
            <a:rPr lang="en-US">
              <a:effectLst>
                <a:outerShdw blurRad="38100" dist="38100" dir="2700000" algn="tl">
                  <a:srgbClr val="000000">
                    <a:alpha val="43137"/>
                  </a:srgbClr>
                </a:outerShdw>
              </a:effectLst>
            </a:rPr>
            <a:t>Denial of service</a:t>
          </a:r>
        </a:p>
      </dgm:t>
    </dgm:pt>
    <dgm:pt modelId="{19330D82-32F4-C344-B9C8-258F409B90D0}" type="parTrans" cxnId="{7CF4FD84-92C8-CB47-915C-E5C062209235}">
      <dgm:prSet/>
      <dgm:spPr/>
      <dgm:t>
        <a:bodyPr/>
        <a:lstStyle/>
        <a:p>
          <a:endParaRPr lang="en-US"/>
        </a:p>
      </dgm:t>
    </dgm:pt>
    <dgm:pt modelId="{6D2724A0-2B2E-5D48-B49A-5179AE5B6F9F}" type="sibTrans" cxnId="{7CF4FD84-92C8-CB47-915C-E5C062209235}">
      <dgm:prSet/>
      <dgm:spPr/>
      <dgm:t>
        <a:bodyPr/>
        <a:lstStyle/>
        <a:p>
          <a:endParaRPr lang="en-US"/>
        </a:p>
      </dgm:t>
    </dgm:pt>
    <dgm:pt modelId="{51CBC6AB-F765-0E48-BAB6-3306A69BFB80}">
      <dgm:prSet/>
      <dgm:spPr/>
      <dgm:t>
        <a:bodyPr/>
        <a:lstStyle/>
        <a:p>
          <a:pPr>
            <a:lnSpc>
              <a:spcPct val="100000"/>
            </a:lnSpc>
          </a:pPr>
          <a:r>
            <a:rPr lang="en-US" dirty="0"/>
            <a:t>Prevents or inhibits the normal use or management of communications facilities</a:t>
          </a:r>
        </a:p>
      </dgm:t>
    </dgm:pt>
    <dgm:pt modelId="{4FB1C887-E474-F149-AF8A-C71581115502}" type="parTrans" cxnId="{D11F5749-0EF5-454B-B549-A77BBA8FC2EE}">
      <dgm:prSet/>
      <dgm:spPr/>
      <dgm:t>
        <a:bodyPr/>
        <a:lstStyle/>
        <a:p>
          <a:endParaRPr lang="en-US"/>
        </a:p>
      </dgm:t>
    </dgm:pt>
    <dgm:pt modelId="{630C2376-8BC4-604A-8CFA-8E02CE2826BE}" type="sibTrans" cxnId="{D11F5749-0EF5-454B-B549-A77BBA8FC2EE}">
      <dgm:prSet/>
      <dgm:spPr/>
      <dgm:t>
        <a:bodyPr/>
        <a:lstStyle/>
        <a:p>
          <a:endParaRPr lang="en-US"/>
        </a:p>
      </dgm:t>
    </dgm:pt>
    <dgm:pt modelId="{BC318F59-1CB5-495D-A547-684E9F902A9C}" type="pres">
      <dgm:prSet presAssocID="{8A23DCF8-72E3-144A-A633-71F28C732000}" presName="root" presStyleCnt="0">
        <dgm:presLayoutVars>
          <dgm:dir/>
          <dgm:resizeHandles val="exact"/>
        </dgm:presLayoutVars>
      </dgm:prSet>
      <dgm:spPr/>
    </dgm:pt>
    <dgm:pt modelId="{FE4107FB-6E20-49F0-BCD3-D8CCBD959745}" type="pres">
      <dgm:prSet presAssocID="{6B08B88F-A009-1948-9A73-AB7494904C9E}" presName="compNode" presStyleCnt="0"/>
      <dgm:spPr/>
    </dgm:pt>
    <dgm:pt modelId="{6E54EA02-BEDD-41EC-9F9C-D3DA49960E6E}" type="pres">
      <dgm:prSet presAssocID="{6B08B88F-A009-1948-9A73-AB7494904C9E}" presName="bgRect" presStyleLbl="bgShp" presStyleIdx="0" presStyleCnt="4" custLinFactNeighborX="-1485" custLinFactNeighborY="2497"/>
      <dgm:spPr/>
    </dgm:pt>
    <dgm:pt modelId="{5A2083D4-B07C-4FC5-8545-F586E11FC491}" type="pres">
      <dgm:prSet presAssocID="{6B08B88F-A009-1948-9A73-AB7494904C9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arty Mask"/>
        </a:ext>
      </dgm:extLst>
    </dgm:pt>
    <dgm:pt modelId="{74E8B828-B1DD-4C72-ADB7-C06313A38D9C}" type="pres">
      <dgm:prSet presAssocID="{6B08B88F-A009-1948-9A73-AB7494904C9E}" presName="spaceRect" presStyleCnt="0"/>
      <dgm:spPr/>
    </dgm:pt>
    <dgm:pt modelId="{D99C33BD-A305-4CC7-B31D-5027E66B7805}" type="pres">
      <dgm:prSet presAssocID="{6B08B88F-A009-1948-9A73-AB7494904C9E}" presName="parTx" presStyleLbl="revTx" presStyleIdx="0" presStyleCnt="8">
        <dgm:presLayoutVars>
          <dgm:chMax val="0"/>
          <dgm:chPref val="0"/>
        </dgm:presLayoutVars>
      </dgm:prSet>
      <dgm:spPr/>
    </dgm:pt>
    <dgm:pt modelId="{E475916E-8273-40E0-A9B4-55370E9A50D7}" type="pres">
      <dgm:prSet presAssocID="{6B08B88F-A009-1948-9A73-AB7494904C9E}" presName="desTx" presStyleLbl="revTx" presStyleIdx="1" presStyleCnt="8" custScaleX="123013" custLinFactNeighborX="-6210" custLinFactNeighborY="-624">
        <dgm:presLayoutVars/>
      </dgm:prSet>
      <dgm:spPr/>
    </dgm:pt>
    <dgm:pt modelId="{536A23B3-3C3D-48A6-8231-56EAB7DB85FC}" type="pres">
      <dgm:prSet presAssocID="{4F397F3A-444F-734E-BDEE-61A6DF37E628}" presName="sibTrans" presStyleCnt="0"/>
      <dgm:spPr/>
    </dgm:pt>
    <dgm:pt modelId="{778F0EAF-05F2-4564-8F91-98EE7E71430B}" type="pres">
      <dgm:prSet presAssocID="{684654ED-11BD-C940-9C72-F844DFF81F0E}" presName="compNode" presStyleCnt="0"/>
      <dgm:spPr/>
    </dgm:pt>
    <dgm:pt modelId="{B6D52B56-7DB1-4A39-B354-46EA51B65ED4}" type="pres">
      <dgm:prSet presAssocID="{684654ED-11BD-C940-9C72-F844DFF81F0E}" presName="bgRect" presStyleLbl="bgShp" presStyleIdx="1" presStyleCnt="4" custLinFactNeighborX="791" custLinFactNeighborY="-1248"/>
      <dgm:spPr/>
    </dgm:pt>
    <dgm:pt modelId="{54C90839-6F3D-4236-8FD6-321618B738E1}" type="pres">
      <dgm:prSet presAssocID="{684654ED-11BD-C940-9C72-F844DFF81F0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2D8FF876-130D-4F53-A87F-E460AB65CEA7}" type="pres">
      <dgm:prSet presAssocID="{684654ED-11BD-C940-9C72-F844DFF81F0E}" presName="spaceRect" presStyleCnt="0"/>
      <dgm:spPr/>
    </dgm:pt>
    <dgm:pt modelId="{1298BBFF-2EB6-4A2F-8306-B78BDF5C709F}" type="pres">
      <dgm:prSet presAssocID="{684654ED-11BD-C940-9C72-F844DFF81F0E}" presName="parTx" presStyleLbl="revTx" presStyleIdx="2" presStyleCnt="8">
        <dgm:presLayoutVars>
          <dgm:chMax val="0"/>
          <dgm:chPref val="0"/>
        </dgm:presLayoutVars>
      </dgm:prSet>
      <dgm:spPr/>
    </dgm:pt>
    <dgm:pt modelId="{4A7A0A86-7AE4-4B8A-BC9F-8421A9FC5777}" type="pres">
      <dgm:prSet presAssocID="{684654ED-11BD-C940-9C72-F844DFF81F0E}" presName="desTx" presStyleLbl="revTx" presStyleIdx="3" presStyleCnt="8" custScaleX="158405" custLinFactNeighborX="-27541" custLinFactNeighborY="-624">
        <dgm:presLayoutVars/>
      </dgm:prSet>
      <dgm:spPr/>
    </dgm:pt>
    <dgm:pt modelId="{D7C258CC-532B-4398-B032-412DC38CAD95}" type="pres">
      <dgm:prSet presAssocID="{CE6651BB-25BA-274D-9E08-EC94B1877C65}" presName="sibTrans" presStyleCnt="0"/>
      <dgm:spPr/>
    </dgm:pt>
    <dgm:pt modelId="{773D881A-B3CA-490D-97AE-72D2EA8EB947}" type="pres">
      <dgm:prSet presAssocID="{08F38FFA-8ADF-244C-B24E-9DC9EBBE1C4A}" presName="compNode" presStyleCnt="0"/>
      <dgm:spPr/>
    </dgm:pt>
    <dgm:pt modelId="{410BAA3F-DA2A-4565-9B84-A9F1A0FDA9BA}" type="pres">
      <dgm:prSet presAssocID="{08F38FFA-8ADF-244C-B24E-9DC9EBBE1C4A}" presName="bgRect" presStyleLbl="bgShp" presStyleIdx="2" presStyleCnt="4"/>
      <dgm:spPr/>
    </dgm:pt>
    <dgm:pt modelId="{4B5CB63A-0BCD-4709-B650-0E4E2F35CBBA}" type="pres">
      <dgm:prSet presAssocID="{08F38FFA-8ADF-244C-B24E-9DC9EBBE1C4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Irritant"/>
        </a:ext>
      </dgm:extLst>
    </dgm:pt>
    <dgm:pt modelId="{CD601560-76F6-4EB4-BBDB-4167003D37D9}" type="pres">
      <dgm:prSet presAssocID="{08F38FFA-8ADF-244C-B24E-9DC9EBBE1C4A}" presName="spaceRect" presStyleCnt="0"/>
      <dgm:spPr/>
    </dgm:pt>
    <dgm:pt modelId="{FCB9E6AB-FA53-4B08-AF22-51F1004CCE47}" type="pres">
      <dgm:prSet presAssocID="{08F38FFA-8ADF-244C-B24E-9DC9EBBE1C4A}" presName="parTx" presStyleLbl="revTx" presStyleIdx="4" presStyleCnt="8">
        <dgm:presLayoutVars>
          <dgm:chMax val="0"/>
          <dgm:chPref val="0"/>
        </dgm:presLayoutVars>
      </dgm:prSet>
      <dgm:spPr/>
    </dgm:pt>
    <dgm:pt modelId="{BFD1177F-842D-45F3-AE6A-E611411D075C}" type="pres">
      <dgm:prSet presAssocID="{08F38FFA-8ADF-244C-B24E-9DC9EBBE1C4A}" presName="desTx" presStyleLbl="revTx" presStyleIdx="5" presStyleCnt="8" custScaleX="126321" custLinFactNeighborX="-5940" custLinFactNeighborY="-624">
        <dgm:presLayoutVars/>
      </dgm:prSet>
      <dgm:spPr/>
    </dgm:pt>
    <dgm:pt modelId="{99651788-FDF3-4D48-ABAF-01DC4A72BB0A}" type="pres">
      <dgm:prSet presAssocID="{EF949317-1634-8C48-A6B0-543CEA09999F}" presName="sibTrans" presStyleCnt="0"/>
      <dgm:spPr/>
    </dgm:pt>
    <dgm:pt modelId="{E488B8AD-7715-463A-90E1-8795DDE55443}" type="pres">
      <dgm:prSet presAssocID="{30ADB79F-CA4C-6F4A-A35A-DE0761546418}" presName="compNode" presStyleCnt="0"/>
      <dgm:spPr/>
    </dgm:pt>
    <dgm:pt modelId="{9D2EBA5D-7084-419E-94BB-17E00C7DEFD4}" type="pres">
      <dgm:prSet presAssocID="{30ADB79F-CA4C-6F4A-A35A-DE0761546418}" presName="bgRect" presStyleLbl="bgShp" presStyleIdx="3" presStyleCnt="4"/>
      <dgm:spPr/>
    </dgm:pt>
    <dgm:pt modelId="{D0BBBA71-9253-4D0B-BB3A-0E6F6B9E3379}" type="pres">
      <dgm:prSet presAssocID="{30ADB79F-CA4C-6F4A-A35A-DE076154641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Judge"/>
        </a:ext>
      </dgm:extLst>
    </dgm:pt>
    <dgm:pt modelId="{D5E6CAFC-8456-4F98-9099-D1DB9DDCB50D}" type="pres">
      <dgm:prSet presAssocID="{30ADB79F-CA4C-6F4A-A35A-DE0761546418}" presName="spaceRect" presStyleCnt="0"/>
      <dgm:spPr/>
    </dgm:pt>
    <dgm:pt modelId="{1917A6D7-5E9E-4ADB-BFBF-6BE62BA8ADB1}" type="pres">
      <dgm:prSet presAssocID="{30ADB79F-CA4C-6F4A-A35A-DE0761546418}" presName="parTx" presStyleLbl="revTx" presStyleIdx="6" presStyleCnt="8">
        <dgm:presLayoutVars>
          <dgm:chMax val="0"/>
          <dgm:chPref val="0"/>
        </dgm:presLayoutVars>
      </dgm:prSet>
      <dgm:spPr/>
    </dgm:pt>
    <dgm:pt modelId="{E10F5793-F58E-43E4-8822-590EA03BDCFC}" type="pres">
      <dgm:prSet presAssocID="{30ADB79F-CA4C-6F4A-A35A-DE0761546418}" presName="desTx" presStyleLbl="revTx" presStyleIdx="7" presStyleCnt="8">
        <dgm:presLayoutVars/>
      </dgm:prSet>
      <dgm:spPr/>
    </dgm:pt>
  </dgm:ptLst>
  <dgm:cxnLst>
    <dgm:cxn modelId="{30AFA723-AB5E-4930-9FE5-BCC7BF675409}" type="presOf" srcId="{08F38FFA-8ADF-244C-B24E-9DC9EBBE1C4A}" destId="{FCB9E6AB-FA53-4B08-AF22-51F1004CCE47}" srcOrd="0" destOrd="0" presId="urn:microsoft.com/office/officeart/2018/2/layout/IconVerticalSolidList"/>
    <dgm:cxn modelId="{BCB84A2D-559B-C24F-AB0C-B91D6622BE68}" srcId="{8A23DCF8-72E3-144A-A633-71F28C732000}" destId="{6B08B88F-A009-1948-9A73-AB7494904C9E}" srcOrd="0" destOrd="0" parTransId="{BABD4BF5-0E42-354D-A9E1-85E860D66F46}" sibTransId="{4F397F3A-444F-734E-BDEE-61A6DF37E628}"/>
    <dgm:cxn modelId="{95B66B38-C27E-405B-9332-CE4625C005A8}" type="presOf" srcId="{85A25129-D75F-8547-9C34-AB3C73204E9D}" destId="{E475916E-8273-40E0-A9B4-55370E9A50D7}" srcOrd="0" destOrd="1" presId="urn:microsoft.com/office/officeart/2018/2/layout/IconVerticalSolidList"/>
    <dgm:cxn modelId="{C074A53D-6DBF-4928-A4B9-03B07E4233FC}" type="presOf" srcId="{8A23DCF8-72E3-144A-A633-71F28C732000}" destId="{BC318F59-1CB5-495D-A547-684E9F902A9C}" srcOrd="0" destOrd="0" presId="urn:microsoft.com/office/officeart/2018/2/layout/IconVerticalSolidList"/>
    <dgm:cxn modelId="{77345D43-3A60-B146-A5D5-0D744B8317D4}" srcId="{6B08B88F-A009-1948-9A73-AB7494904C9E}" destId="{E9FDC65B-0D60-1F4F-B97F-0EA7C0235755}" srcOrd="0" destOrd="0" parTransId="{C4EB62D4-2F13-3D4A-A46E-576FFAFFC107}" sibTransId="{FB66449C-9275-984F-A3F3-55052371A716}"/>
    <dgm:cxn modelId="{D11F5749-0EF5-454B-B549-A77BBA8FC2EE}" srcId="{30ADB79F-CA4C-6F4A-A35A-DE0761546418}" destId="{51CBC6AB-F765-0E48-BAB6-3306A69BFB80}" srcOrd="0" destOrd="0" parTransId="{4FB1C887-E474-F149-AF8A-C71581115502}" sibTransId="{630C2376-8BC4-604A-8CFA-8E02CE2826BE}"/>
    <dgm:cxn modelId="{83A57E6C-1020-7642-8FB5-FD7A8F73221C}" srcId="{6B08B88F-A009-1948-9A73-AB7494904C9E}" destId="{85A25129-D75F-8547-9C34-AB3C73204E9D}" srcOrd="1" destOrd="0" parTransId="{18809EE1-A86D-CF4F-B0CE-9891BBCC5EB7}" sibTransId="{BB8F67A8-EB49-8E4C-855F-5A0354C6E9E1}"/>
    <dgm:cxn modelId="{16398D4C-26B7-794D-829E-D81E2A24715B}" srcId="{8A23DCF8-72E3-144A-A633-71F28C732000}" destId="{08F38FFA-8ADF-244C-B24E-9DC9EBBE1C4A}" srcOrd="2" destOrd="0" parTransId="{7E87CB23-FAAC-B546-B850-2DB1E9D89BA2}" sibTransId="{EF949317-1634-8C48-A6B0-543CEA09999F}"/>
    <dgm:cxn modelId="{E32FB86D-8CDD-E441-B7DF-D4CF624D4B95}" srcId="{08F38FFA-8ADF-244C-B24E-9DC9EBBE1C4A}" destId="{CC1C70FB-85AF-6244-B643-6B95499E6E93}" srcOrd="0" destOrd="0" parTransId="{DB776C5B-EF5D-6D4B-BB9A-C34BC253264F}" sibTransId="{5735F4B0-1362-2E41-9B9D-9009230C3363}"/>
    <dgm:cxn modelId="{454E756E-4A9B-4249-BAEB-614EEDC56828}" type="presOf" srcId="{CC1C70FB-85AF-6244-B643-6B95499E6E93}" destId="{BFD1177F-842D-45F3-AE6A-E611411D075C}" srcOrd="0" destOrd="0" presId="urn:microsoft.com/office/officeart/2018/2/layout/IconVerticalSolidList"/>
    <dgm:cxn modelId="{24891B74-2874-452C-93AF-A6D63633A16C}" type="presOf" srcId="{F29AC745-5B80-1540-A77A-8EFC6343F5CF}" destId="{4A7A0A86-7AE4-4B8A-BC9F-8421A9FC5777}" srcOrd="0" destOrd="0" presId="urn:microsoft.com/office/officeart/2018/2/layout/IconVerticalSolidList"/>
    <dgm:cxn modelId="{96CAAA80-EB06-42E4-9579-B32C4554607D}" type="presOf" srcId="{684654ED-11BD-C940-9C72-F844DFF81F0E}" destId="{1298BBFF-2EB6-4A2F-8306-B78BDF5C709F}" srcOrd="0" destOrd="0" presId="urn:microsoft.com/office/officeart/2018/2/layout/IconVerticalSolidList"/>
    <dgm:cxn modelId="{7CF4FD84-92C8-CB47-915C-E5C062209235}" srcId="{8A23DCF8-72E3-144A-A633-71F28C732000}" destId="{30ADB79F-CA4C-6F4A-A35A-DE0761546418}" srcOrd="3" destOrd="0" parTransId="{19330D82-32F4-C344-B9C8-258F409B90D0}" sibTransId="{6D2724A0-2B2E-5D48-B49A-5179AE5B6F9F}"/>
    <dgm:cxn modelId="{74B62BA4-3E24-4508-8639-831694EF9E24}" type="presOf" srcId="{6B08B88F-A009-1948-9A73-AB7494904C9E}" destId="{D99C33BD-A305-4CC7-B31D-5027E66B7805}" srcOrd="0" destOrd="0" presId="urn:microsoft.com/office/officeart/2018/2/layout/IconVerticalSolidList"/>
    <dgm:cxn modelId="{34439DAA-AACE-1F48-BCD5-A061B0AFD3F8}" srcId="{684654ED-11BD-C940-9C72-F844DFF81F0E}" destId="{F29AC745-5B80-1540-A77A-8EFC6343F5CF}" srcOrd="0" destOrd="0" parTransId="{E0733D8E-7962-234C-810C-90C4C4DF3E31}" sibTransId="{CB541CEA-6765-054F-94D6-EA9035F2DB48}"/>
    <dgm:cxn modelId="{E5A5AFB3-0E80-4810-BD7F-2FEEC61687FA}" type="presOf" srcId="{E9FDC65B-0D60-1F4F-B97F-0EA7C0235755}" destId="{E475916E-8273-40E0-A9B4-55370E9A50D7}" srcOrd="0" destOrd="0" presId="urn:microsoft.com/office/officeart/2018/2/layout/IconVerticalSolidList"/>
    <dgm:cxn modelId="{7830E2C7-6300-4D98-A9F2-BBBA481FEEFB}" type="presOf" srcId="{51CBC6AB-F765-0E48-BAB6-3306A69BFB80}" destId="{E10F5793-F58E-43E4-8822-590EA03BDCFC}" srcOrd="0" destOrd="0" presId="urn:microsoft.com/office/officeart/2018/2/layout/IconVerticalSolidList"/>
    <dgm:cxn modelId="{21C33BDF-CACE-0F4D-BB0A-0771A61AF058}" srcId="{8A23DCF8-72E3-144A-A633-71F28C732000}" destId="{684654ED-11BD-C940-9C72-F844DFF81F0E}" srcOrd="1" destOrd="0" parTransId="{3EB481BD-EEE5-894D-986B-49F64ADBCD4B}" sibTransId="{CE6651BB-25BA-274D-9E08-EC94B1877C65}"/>
    <dgm:cxn modelId="{9F472BF9-9C4E-48B7-BE68-1BB88B89061A}" type="presOf" srcId="{30ADB79F-CA4C-6F4A-A35A-DE0761546418}" destId="{1917A6D7-5E9E-4ADB-BFBF-6BE62BA8ADB1}" srcOrd="0" destOrd="0" presId="urn:microsoft.com/office/officeart/2018/2/layout/IconVerticalSolidList"/>
    <dgm:cxn modelId="{F305E308-2E8F-4F22-8192-FD55F6B6AB5C}" type="presParOf" srcId="{BC318F59-1CB5-495D-A547-684E9F902A9C}" destId="{FE4107FB-6E20-49F0-BCD3-D8CCBD959745}" srcOrd="0" destOrd="0" presId="urn:microsoft.com/office/officeart/2018/2/layout/IconVerticalSolidList"/>
    <dgm:cxn modelId="{6400EEB4-F33D-46BA-B780-708E6CFF5199}" type="presParOf" srcId="{FE4107FB-6E20-49F0-BCD3-D8CCBD959745}" destId="{6E54EA02-BEDD-41EC-9F9C-D3DA49960E6E}" srcOrd="0" destOrd="0" presId="urn:microsoft.com/office/officeart/2018/2/layout/IconVerticalSolidList"/>
    <dgm:cxn modelId="{880DC1CF-3F7B-4CF5-84E7-6C3490DB3381}" type="presParOf" srcId="{FE4107FB-6E20-49F0-BCD3-D8CCBD959745}" destId="{5A2083D4-B07C-4FC5-8545-F586E11FC491}" srcOrd="1" destOrd="0" presId="urn:microsoft.com/office/officeart/2018/2/layout/IconVerticalSolidList"/>
    <dgm:cxn modelId="{A0282FF3-4FA1-4B78-B22E-834037DB3AC3}" type="presParOf" srcId="{FE4107FB-6E20-49F0-BCD3-D8CCBD959745}" destId="{74E8B828-B1DD-4C72-ADB7-C06313A38D9C}" srcOrd="2" destOrd="0" presId="urn:microsoft.com/office/officeart/2018/2/layout/IconVerticalSolidList"/>
    <dgm:cxn modelId="{E6864CC3-465F-4243-AF25-1A8D01AA6F10}" type="presParOf" srcId="{FE4107FB-6E20-49F0-BCD3-D8CCBD959745}" destId="{D99C33BD-A305-4CC7-B31D-5027E66B7805}" srcOrd="3" destOrd="0" presId="urn:microsoft.com/office/officeart/2018/2/layout/IconVerticalSolidList"/>
    <dgm:cxn modelId="{97DF2ADD-552E-429B-8B97-F0C235CC466B}" type="presParOf" srcId="{FE4107FB-6E20-49F0-BCD3-D8CCBD959745}" destId="{E475916E-8273-40E0-A9B4-55370E9A50D7}" srcOrd="4" destOrd="0" presId="urn:microsoft.com/office/officeart/2018/2/layout/IconVerticalSolidList"/>
    <dgm:cxn modelId="{7E59FCEE-C644-41D5-AAEC-8F56CD45B137}" type="presParOf" srcId="{BC318F59-1CB5-495D-A547-684E9F902A9C}" destId="{536A23B3-3C3D-48A6-8231-56EAB7DB85FC}" srcOrd="1" destOrd="0" presId="urn:microsoft.com/office/officeart/2018/2/layout/IconVerticalSolidList"/>
    <dgm:cxn modelId="{5695C66C-61D2-44A1-BB84-0C3F37C35615}" type="presParOf" srcId="{BC318F59-1CB5-495D-A547-684E9F902A9C}" destId="{778F0EAF-05F2-4564-8F91-98EE7E71430B}" srcOrd="2" destOrd="0" presId="urn:microsoft.com/office/officeart/2018/2/layout/IconVerticalSolidList"/>
    <dgm:cxn modelId="{4ACA4C2D-EDED-483C-A17C-45BBA202F44D}" type="presParOf" srcId="{778F0EAF-05F2-4564-8F91-98EE7E71430B}" destId="{B6D52B56-7DB1-4A39-B354-46EA51B65ED4}" srcOrd="0" destOrd="0" presId="urn:microsoft.com/office/officeart/2018/2/layout/IconVerticalSolidList"/>
    <dgm:cxn modelId="{05A563BE-A3ED-4E76-8325-5AF0DF860233}" type="presParOf" srcId="{778F0EAF-05F2-4564-8F91-98EE7E71430B}" destId="{54C90839-6F3D-4236-8FD6-321618B738E1}" srcOrd="1" destOrd="0" presId="urn:microsoft.com/office/officeart/2018/2/layout/IconVerticalSolidList"/>
    <dgm:cxn modelId="{31E60074-5A9B-4210-997A-DAAF015F506A}" type="presParOf" srcId="{778F0EAF-05F2-4564-8F91-98EE7E71430B}" destId="{2D8FF876-130D-4F53-A87F-E460AB65CEA7}" srcOrd="2" destOrd="0" presId="urn:microsoft.com/office/officeart/2018/2/layout/IconVerticalSolidList"/>
    <dgm:cxn modelId="{C16F93FA-F210-4191-AD3C-0D6D8BC0458C}" type="presParOf" srcId="{778F0EAF-05F2-4564-8F91-98EE7E71430B}" destId="{1298BBFF-2EB6-4A2F-8306-B78BDF5C709F}" srcOrd="3" destOrd="0" presId="urn:microsoft.com/office/officeart/2018/2/layout/IconVerticalSolidList"/>
    <dgm:cxn modelId="{34E4A4B0-F061-44AC-B527-85C01651026A}" type="presParOf" srcId="{778F0EAF-05F2-4564-8F91-98EE7E71430B}" destId="{4A7A0A86-7AE4-4B8A-BC9F-8421A9FC5777}" srcOrd="4" destOrd="0" presId="urn:microsoft.com/office/officeart/2018/2/layout/IconVerticalSolidList"/>
    <dgm:cxn modelId="{455A63D5-DD33-4F6E-B100-418F6DA7FF1D}" type="presParOf" srcId="{BC318F59-1CB5-495D-A547-684E9F902A9C}" destId="{D7C258CC-532B-4398-B032-412DC38CAD95}" srcOrd="3" destOrd="0" presId="urn:microsoft.com/office/officeart/2018/2/layout/IconVerticalSolidList"/>
    <dgm:cxn modelId="{66E71602-4133-46BE-B7F8-7387D07E194E}" type="presParOf" srcId="{BC318F59-1CB5-495D-A547-684E9F902A9C}" destId="{773D881A-B3CA-490D-97AE-72D2EA8EB947}" srcOrd="4" destOrd="0" presId="urn:microsoft.com/office/officeart/2018/2/layout/IconVerticalSolidList"/>
    <dgm:cxn modelId="{559AECA8-87A5-41E5-B7CF-08C029EA31E4}" type="presParOf" srcId="{773D881A-B3CA-490D-97AE-72D2EA8EB947}" destId="{410BAA3F-DA2A-4565-9B84-A9F1A0FDA9BA}" srcOrd="0" destOrd="0" presId="urn:microsoft.com/office/officeart/2018/2/layout/IconVerticalSolidList"/>
    <dgm:cxn modelId="{F978E52E-E284-48CF-AC99-CE2892FFF722}" type="presParOf" srcId="{773D881A-B3CA-490D-97AE-72D2EA8EB947}" destId="{4B5CB63A-0BCD-4709-B650-0E4E2F35CBBA}" srcOrd="1" destOrd="0" presId="urn:microsoft.com/office/officeart/2018/2/layout/IconVerticalSolidList"/>
    <dgm:cxn modelId="{5B123723-1F0C-4A18-9EA5-A970B248BA7C}" type="presParOf" srcId="{773D881A-B3CA-490D-97AE-72D2EA8EB947}" destId="{CD601560-76F6-4EB4-BBDB-4167003D37D9}" srcOrd="2" destOrd="0" presId="urn:microsoft.com/office/officeart/2018/2/layout/IconVerticalSolidList"/>
    <dgm:cxn modelId="{BA2801D4-B19D-4DC7-BB8B-42E074D60687}" type="presParOf" srcId="{773D881A-B3CA-490D-97AE-72D2EA8EB947}" destId="{FCB9E6AB-FA53-4B08-AF22-51F1004CCE47}" srcOrd="3" destOrd="0" presId="urn:microsoft.com/office/officeart/2018/2/layout/IconVerticalSolidList"/>
    <dgm:cxn modelId="{C4975049-DDE2-46EA-A1F8-C5320A8620CD}" type="presParOf" srcId="{773D881A-B3CA-490D-97AE-72D2EA8EB947}" destId="{BFD1177F-842D-45F3-AE6A-E611411D075C}" srcOrd="4" destOrd="0" presId="urn:microsoft.com/office/officeart/2018/2/layout/IconVerticalSolidList"/>
    <dgm:cxn modelId="{685D32A9-19A4-4E54-BAEC-656443FED480}" type="presParOf" srcId="{BC318F59-1CB5-495D-A547-684E9F902A9C}" destId="{99651788-FDF3-4D48-ABAF-01DC4A72BB0A}" srcOrd="5" destOrd="0" presId="urn:microsoft.com/office/officeart/2018/2/layout/IconVerticalSolidList"/>
    <dgm:cxn modelId="{64EC049B-2820-454E-AA5A-32F37D7EC987}" type="presParOf" srcId="{BC318F59-1CB5-495D-A547-684E9F902A9C}" destId="{E488B8AD-7715-463A-90E1-8795DDE55443}" srcOrd="6" destOrd="0" presId="urn:microsoft.com/office/officeart/2018/2/layout/IconVerticalSolidList"/>
    <dgm:cxn modelId="{42EA2A6A-CB3C-4F47-94FA-0EFF5FF3986F}" type="presParOf" srcId="{E488B8AD-7715-463A-90E1-8795DDE55443}" destId="{9D2EBA5D-7084-419E-94BB-17E00C7DEFD4}" srcOrd="0" destOrd="0" presId="urn:microsoft.com/office/officeart/2018/2/layout/IconVerticalSolidList"/>
    <dgm:cxn modelId="{4B6AD9A3-4085-4B3D-B003-60FCEA95B912}" type="presParOf" srcId="{E488B8AD-7715-463A-90E1-8795DDE55443}" destId="{D0BBBA71-9253-4D0B-BB3A-0E6F6B9E3379}" srcOrd="1" destOrd="0" presId="urn:microsoft.com/office/officeart/2018/2/layout/IconVerticalSolidList"/>
    <dgm:cxn modelId="{4A382E8E-C13F-4B5B-9002-D405A19092F4}" type="presParOf" srcId="{E488B8AD-7715-463A-90E1-8795DDE55443}" destId="{D5E6CAFC-8456-4F98-9099-D1DB9DDCB50D}" srcOrd="2" destOrd="0" presId="urn:microsoft.com/office/officeart/2018/2/layout/IconVerticalSolidList"/>
    <dgm:cxn modelId="{447EC3AC-225E-45C7-B405-B87159ADD938}" type="presParOf" srcId="{E488B8AD-7715-463A-90E1-8795DDE55443}" destId="{1917A6D7-5E9E-4ADB-BFBF-6BE62BA8ADB1}" srcOrd="3" destOrd="0" presId="urn:microsoft.com/office/officeart/2018/2/layout/IconVerticalSolidList"/>
    <dgm:cxn modelId="{238423C0-E673-4198-B084-95E8EAC80B2A}" type="presParOf" srcId="{E488B8AD-7715-463A-90E1-8795DDE55443}" destId="{E10F5793-F58E-43E4-8822-590EA03BDCFC}"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6698614-C68E-4AC0-ABAF-ECA80878956D}" type="doc">
      <dgm:prSet loTypeId="urn:microsoft.com/office/officeart/2005/8/layout/list1" loCatId="list" qsTypeId="urn:microsoft.com/office/officeart/2005/8/quickstyle/simple4" qsCatId="simple" csTypeId="urn:microsoft.com/office/officeart/2005/8/colors/accent4_2" csCatId="accent4"/>
      <dgm:spPr/>
      <dgm:t>
        <a:bodyPr/>
        <a:lstStyle/>
        <a:p>
          <a:endParaRPr lang="en-US"/>
        </a:p>
      </dgm:t>
    </dgm:pt>
    <dgm:pt modelId="{7959F8C6-4E07-4BB5-887F-81700FDA54C2}">
      <dgm:prSet/>
      <dgm:spPr/>
      <dgm:t>
        <a:bodyPr/>
        <a:lstStyle/>
        <a:p>
          <a:r>
            <a:rPr lang="en-GB" b="1"/>
            <a:t>Internal Threats</a:t>
          </a:r>
          <a:endParaRPr lang="en-US"/>
        </a:p>
      </dgm:t>
    </dgm:pt>
    <dgm:pt modelId="{1E41EE3E-691F-4C95-A073-C2589281FD5D}" type="parTrans" cxnId="{62E82F11-A23E-43D0-B398-784BE5F4CC5C}">
      <dgm:prSet/>
      <dgm:spPr/>
      <dgm:t>
        <a:bodyPr/>
        <a:lstStyle/>
        <a:p>
          <a:endParaRPr lang="en-US"/>
        </a:p>
      </dgm:t>
    </dgm:pt>
    <dgm:pt modelId="{D6AF4D6F-0241-492D-A1C0-93AEAF1D8A64}" type="sibTrans" cxnId="{62E82F11-A23E-43D0-B398-784BE5F4CC5C}">
      <dgm:prSet/>
      <dgm:spPr/>
      <dgm:t>
        <a:bodyPr/>
        <a:lstStyle/>
        <a:p>
          <a:endParaRPr lang="en-US"/>
        </a:p>
      </dgm:t>
    </dgm:pt>
    <dgm:pt modelId="{01FA304E-9298-4123-ABC2-31726E205663}">
      <dgm:prSet/>
      <dgm:spPr/>
      <dgm:t>
        <a:bodyPr/>
        <a:lstStyle/>
        <a:p>
          <a:r>
            <a:rPr lang="en-GB" b="1"/>
            <a:t>Insider Threats:</a:t>
          </a:r>
          <a:endParaRPr lang="en-US"/>
        </a:p>
      </dgm:t>
    </dgm:pt>
    <dgm:pt modelId="{6C89747E-0F3B-4EAF-8967-878C269A3915}" type="parTrans" cxnId="{5A409C88-87D7-40B0-A13B-88092B55767A}">
      <dgm:prSet/>
      <dgm:spPr/>
      <dgm:t>
        <a:bodyPr/>
        <a:lstStyle/>
        <a:p>
          <a:endParaRPr lang="en-US"/>
        </a:p>
      </dgm:t>
    </dgm:pt>
    <dgm:pt modelId="{49AE4E67-39D1-4EFA-99DD-C5662715AAD8}" type="sibTrans" cxnId="{5A409C88-87D7-40B0-A13B-88092B55767A}">
      <dgm:prSet/>
      <dgm:spPr/>
      <dgm:t>
        <a:bodyPr/>
        <a:lstStyle/>
        <a:p>
          <a:endParaRPr lang="en-US"/>
        </a:p>
      </dgm:t>
    </dgm:pt>
    <dgm:pt modelId="{B9D05572-0FCF-4F77-A1FC-1CC0016F512C}">
      <dgm:prSet/>
      <dgm:spPr/>
      <dgm:t>
        <a:bodyPr/>
        <a:lstStyle/>
        <a:p>
          <a:r>
            <a:rPr lang="en-GB"/>
            <a:t>Malicious actions by authorized individuals (employees, contractors)</a:t>
          </a:r>
          <a:endParaRPr lang="en-US"/>
        </a:p>
      </dgm:t>
    </dgm:pt>
    <dgm:pt modelId="{7BC51E71-D739-4031-BAB6-82CA21B27F70}" type="parTrans" cxnId="{3FB2BB2A-8511-471F-9053-88C5C7ECC919}">
      <dgm:prSet/>
      <dgm:spPr/>
      <dgm:t>
        <a:bodyPr/>
        <a:lstStyle/>
        <a:p>
          <a:endParaRPr lang="en-US"/>
        </a:p>
      </dgm:t>
    </dgm:pt>
    <dgm:pt modelId="{BFB3D62E-76D2-4987-9232-4AC7A3031DBD}" type="sibTrans" cxnId="{3FB2BB2A-8511-471F-9053-88C5C7ECC919}">
      <dgm:prSet/>
      <dgm:spPr/>
      <dgm:t>
        <a:bodyPr/>
        <a:lstStyle/>
        <a:p>
          <a:endParaRPr lang="en-US"/>
        </a:p>
      </dgm:t>
    </dgm:pt>
    <dgm:pt modelId="{9E94CD75-217C-4C5A-A8DD-BAACEFF2360F}">
      <dgm:prSet/>
      <dgm:spPr/>
      <dgm:t>
        <a:bodyPr/>
        <a:lstStyle/>
        <a:p>
          <a:r>
            <a:rPr lang="en-GB"/>
            <a:t>Examples: Data theft, sabotage, fraud</a:t>
          </a:r>
          <a:endParaRPr lang="en-US"/>
        </a:p>
      </dgm:t>
    </dgm:pt>
    <dgm:pt modelId="{24CD76E1-697E-4485-8A4F-5CC1AF7766F1}" type="parTrans" cxnId="{A330E2EF-BEEC-4A16-B525-C5E197C7AA03}">
      <dgm:prSet/>
      <dgm:spPr/>
      <dgm:t>
        <a:bodyPr/>
        <a:lstStyle/>
        <a:p>
          <a:endParaRPr lang="en-US"/>
        </a:p>
      </dgm:t>
    </dgm:pt>
    <dgm:pt modelId="{A85512C3-4D0B-4B43-9868-A9BDE9F4001B}" type="sibTrans" cxnId="{A330E2EF-BEEC-4A16-B525-C5E197C7AA03}">
      <dgm:prSet/>
      <dgm:spPr/>
      <dgm:t>
        <a:bodyPr/>
        <a:lstStyle/>
        <a:p>
          <a:endParaRPr lang="en-US"/>
        </a:p>
      </dgm:t>
    </dgm:pt>
    <dgm:pt modelId="{6D266F22-2993-4743-86A6-ED4C9DFC4374}">
      <dgm:prSet/>
      <dgm:spPr/>
      <dgm:t>
        <a:bodyPr/>
        <a:lstStyle/>
        <a:p>
          <a:r>
            <a:rPr lang="en-GB" b="1"/>
            <a:t>Accidental Errors:</a:t>
          </a:r>
          <a:r>
            <a:rPr lang="en-GB"/>
            <a:t> Human mistakes leading to security breaches </a:t>
          </a:r>
          <a:endParaRPr lang="en-US"/>
        </a:p>
      </dgm:t>
    </dgm:pt>
    <dgm:pt modelId="{8449917F-300D-40E7-827E-EADB95FE9E89}" type="parTrans" cxnId="{DE800072-FAE3-4770-98F9-3B2216EE1287}">
      <dgm:prSet/>
      <dgm:spPr/>
      <dgm:t>
        <a:bodyPr/>
        <a:lstStyle/>
        <a:p>
          <a:endParaRPr lang="en-US"/>
        </a:p>
      </dgm:t>
    </dgm:pt>
    <dgm:pt modelId="{266FAB49-CA95-4BEA-A0D3-716C6FC49B62}" type="sibTrans" cxnId="{DE800072-FAE3-4770-98F9-3B2216EE1287}">
      <dgm:prSet/>
      <dgm:spPr/>
      <dgm:t>
        <a:bodyPr/>
        <a:lstStyle/>
        <a:p>
          <a:endParaRPr lang="en-US"/>
        </a:p>
      </dgm:t>
    </dgm:pt>
    <dgm:pt modelId="{AA4F3C34-9B9E-4444-9C70-38A8D79F2042}">
      <dgm:prSet/>
      <dgm:spPr/>
      <dgm:t>
        <a:bodyPr/>
        <a:lstStyle/>
        <a:p>
          <a:r>
            <a:rPr lang="en-GB"/>
            <a:t>Examples: Misconfigurations, weak passwords</a:t>
          </a:r>
          <a:endParaRPr lang="en-US"/>
        </a:p>
      </dgm:t>
    </dgm:pt>
    <dgm:pt modelId="{ECDDA915-629C-4E4D-B015-5F2423466560}" type="parTrans" cxnId="{D3A79D96-6220-4294-982B-3BAB827E8BB6}">
      <dgm:prSet/>
      <dgm:spPr/>
      <dgm:t>
        <a:bodyPr/>
        <a:lstStyle/>
        <a:p>
          <a:endParaRPr lang="en-US"/>
        </a:p>
      </dgm:t>
    </dgm:pt>
    <dgm:pt modelId="{F370399A-C11B-4E4E-A3B4-71D30DFFFC46}" type="sibTrans" cxnId="{D3A79D96-6220-4294-982B-3BAB827E8BB6}">
      <dgm:prSet/>
      <dgm:spPr/>
      <dgm:t>
        <a:bodyPr/>
        <a:lstStyle/>
        <a:p>
          <a:endParaRPr lang="en-US"/>
        </a:p>
      </dgm:t>
    </dgm:pt>
    <dgm:pt modelId="{883DE8CE-74B1-4FD5-B9C5-5A157BA29758}">
      <dgm:prSet/>
      <dgm:spPr/>
      <dgm:t>
        <a:bodyPr/>
        <a:lstStyle/>
        <a:p>
          <a:r>
            <a:rPr lang="en-CA" b="1"/>
            <a:t>External Threats</a:t>
          </a:r>
          <a:endParaRPr lang="en-US"/>
        </a:p>
      </dgm:t>
    </dgm:pt>
    <dgm:pt modelId="{BDACB9BF-A3A7-485F-B58A-9CE746FFC406}" type="parTrans" cxnId="{A0F57367-6B52-427C-B831-7D6D1D0C051D}">
      <dgm:prSet/>
      <dgm:spPr/>
      <dgm:t>
        <a:bodyPr/>
        <a:lstStyle/>
        <a:p>
          <a:endParaRPr lang="en-US"/>
        </a:p>
      </dgm:t>
    </dgm:pt>
    <dgm:pt modelId="{B20A09B1-1B71-4320-9AE7-93B4C2EB4A1B}" type="sibTrans" cxnId="{A0F57367-6B52-427C-B831-7D6D1D0C051D}">
      <dgm:prSet/>
      <dgm:spPr/>
      <dgm:t>
        <a:bodyPr/>
        <a:lstStyle/>
        <a:p>
          <a:endParaRPr lang="en-US"/>
        </a:p>
      </dgm:t>
    </dgm:pt>
    <dgm:pt modelId="{21B5F5DA-0913-4589-BD47-D253771B1D1F}">
      <dgm:prSet/>
      <dgm:spPr/>
      <dgm:t>
        <a:bodyPr/>
        <a:lstStyle/>
        <a:p>
          <a:r>
            <a:rPr lang="en-CA" b="1"/>
            <a:t>Hackers:</a:t>
          </a:r>
          <a:r>
            <a:rPr lang="en-CA"/>
            <a:t> Individuals or groups with malicious intent </a:t>
          </a:r>
          <a:endParaRPr lang="en-US"/>
        </a:p>
      </dgm:t>
    </dgm:pt>
    <dgm:pt modelId="{8C39B78B-7953-486A-859E-F1A85B415C25}" type="parTrans" cxnId="{41253305-F541-4A30-AF69-2729D936E9FD}">
      <dgm:prSet/>
      <dgm:spPr/>
      <dgm:t>
        <a:bodyPr/>
        <a:lstStyle/>
        <a:p>
          <a:endParaRPr lang="en-US"/>
        </a:p>
      </dgm:t>
    </dgm:pt>
    <dgm:pt modelId="{2BB0AED8-603D-488B-ADA4-007228BEAFD8}" type="sibTrans" cxnId="{41253305-F541-4A30-AF69-2729D936E9FD}">
      <dgm:prSet/>
      <dgm:spPr/>
      <dgm:t>
        <a:bodyPr/>
        <a:lstStyle/>
        <a:p>
          <a:endParaRPr lang="en-US"/>
        </a:p>
      </dgm:t>
    </dgm:pt>
    <dgm:pt modelId="{8F122C5D-93FE-46D8-90E9-5CD090582EE3}">
      <dgm:prSet/>
      <dgm:spPr/>
      <dgm:t>
        <a:bodyPr/>
        <a:lstStyle/>
        <a:p>
          <a:r>
            <a:rPr lang="en-CA"/>
            <a:t>Examples: Malware, phishing, DDoS attacks</a:t>
          </a:r>
          <a:endParaRPr lang="en-US"/>
        </a:p>
      </dgm:t>
    </dgm:pt>
    <dgm:pt modelId="{3D502E4F-5B27-4D6D-B169-8EDF7692D24F}" type="parTrans" cxnId="{474BB367-6C18-43F3-82F2-51915F2BB2C3}">
      <dgm:prSet/>
      <dgm:spPr/>
      <dgm:t>
        <a:bodyPr/>
        <a:lstStyle/>
        <a:p>
          <a:endParaRPr lang="en-US"/>
        </a:p>
      </dgm:t>
    </dgm:pt>
    <dgm:pt modelId="{E19E6A54-35F4-406E-A6B5-E139C0D80B18}" type="sibTrans" cxnId="{474BB367-6C18-43F3-82F2-51915F2BB2C3}">
      <dgm:prSet/>
      <dgm:spPr/>
      <dgm:t>
        <a:bodyPr/>
        <a:lstStyle/>
        <a:p>
          <a:endParaRPr lang="en-US"/>
        </a:p>
      </dgm:t>
    </dgm:pt>
    <dgm:pt modelId="{7EAF903A-C3ED-45F4-8B7B-4B69FE117BAB}">
      <dgm:prSet/>
      <dgm:spPr/>
      <dgm:t>
        <a:bodyPr/>
        <a:lstStyle/>
        <a:p>
          <a:r>
            <a:rPr lang="en-CA" b="1"/>
            <a:t>Nation-State Actors:</a:t>
          </a:r>
          <a:r>
            <a:rPr lang="en-CA"/>
            <a:t> Governments targeting critical infrastructure </a:t>
          </a:r>
          <a:endParaRPr lang="en-US"/>
        </a:p>
      </dgm:t>
    </dgm:pt>
    <dgm:pt modelId="{F6A5811A-C563-4B52-861E-CACF1F35FEFB}" type="parTrans" cxnId="{85380A8A-BC7B-4964-80E5-273DD4984769}">
      <dgm:prSet/>
      <dgm:spPr/>
      <dgm:t>
        <a:bodyPr/>
        <a:lstStyle/>
        <a:p>
          <a:endParaRPr lang="en-US"/>
        </a:p>
      </dgm:t>
    </dgm:pt>
    <dgm:pt modelId="{D55084CC-CE07-4CC5-A5F5-691A9C45403B}" type="sibTrans" cxnId="{85380A8A-BC7B-4964-80E5-273DD4984769}">
      <dgm:prSet/>
      <dgm:spPr/>
      <dgm:t>
        <a:bodyPr/>
        <a:lstStyle/>
        <a:p>
          <a:endParaRPr lang="en-US"/>
        </a:p>
      </dgm:t>
    </dgm:pt>
    <dgm:pt modelId="{BEE2C3B7-7F12-479C-B833-D94A71F069D1}">
      <dgm:prSet/>
      <dgm:spPr/>
      <dgm:t>
        <a:bodyPr/>
        <a:lstStyle/>
        <a:p>
          <a:r>
            <a:rPr lang="en-CA"/>
            <a:t>Examples: Espionage, cyber warfare</a:t>
          </a:r>
          <a:endParaRPr lang="en-US"/>
        </a:p>
      </dgm:t>
    </dgm:pt>
    <dgm:pt modelId="{EFC05A9E-E7D7-4B03-A6D9-AE0DF254111B}" type="parTrans" cxnId="{7EFCF553-E6DC-452C-980A-4989D0D372A4}">
      <dgm:prSet/>
      <dgm:spPr/>
      <dgm:t>
        <a:bodyPr/>
        <a:lstStyle/>
        <a:p>
          <a:endParaRPr lang="en-US"/>
        </a:p>
      </dgm:t>
    </dgm:pt>
    <dgm:pt modelId="{75B2A5FC-D6FD-4587-871A-ABB29DA412B0}" type="sibTrans" cxnId="{7EFCF553-E6DC-452C-980A-4989D0D372A4}">
      <dgm:prSet/>
      <dgm:spPr/>
      <dgm:t>
        <a:bodyPr/>
        <a:lstStyle/>
        <a:p>
          <a:endParaRPr lang="en-US"/>
        </a:p>
      </dgm:t>
    </dgm:pt>
    <dgm:pt modelId="{6848B1CC-78C9-4886-8FDB-AABD84040162}">
      <dgm:prSet/>
      <dgm:spPr/>
      <dgm:t>
        <a:bodyPr/>
        <a:lstStyle/>
        <a:p>
          <a:r>
            <a:rPr lang="en-CA" b="1"/>
            <a:t>Organized Crime:</a:t>
          </a:r>
          <a:r>
            <a:rPr lang="en-CA"/>
            <a:t> Criminal groups seeking financial gain </a:t>
          </a:r>
          <a:endParaRPr lang="en-US"/>
        </a:p>
      </dgm:t>
    </dgm:pt>
    <dgm:pt modelId="{D2A8E71C-D655-4E99-AECC-2D21D8D647BC}" type="parTrans" cxnId="{CB46F441-57DA-44DE-831D-05E2B4D30E98}">
      <dgm:prSet/>
      <dgm:spPr/>
      <dgm:t>
        <a:bodyPr/>
        <a:lstStyle/>
        <a:p>
          <a:endParaRPr lang="en-US"/>
        </a:p>
      </dgm:t>
    </dgm:pt>
    <dgm:pt modelId="{618925FC-2F81-4C8C-86EE-AD164DDABA17}" type="sibTrans" cxnId="{CB46F441-57DA-44DE-831D-05E2B4D30E98}">
      <dgm:prSet/>
      <dgm:spPr/>
      <dgm:t>
        <a:bodyPr/>
        <a:lstStyle/>
        <a:p>
          <a:endParaRPr lang="en-US"/>
        </a:p>
      </dgm:t>
    </dgm:pt>
    <dgm:pt modelId="{77BA46BA-E3EA-4511-B828-28961CDAA468}">
      <dgm:prSet/>
      <dgm:spPr/>
      <dgm:t>
        <a:bodyPr/>
        <a:lstStyle/>
        <a:p>
          <a:r>
            <a:rPr lang="en-CA"/>
            <a:t>Examples: Ransomware, identity theft</a:t>
          </a:r>
          <a:endParaRPr lang="en-US"/>
        </a:p>
      </dgm:t>
    </dgm:pt>
    <dgm:pt modelId="{8BAEBD0C-00C7-4ED6-BB1B-182C704279E2}" type="parTrans" cxnId="{D570B694-47DF-4FE1-9011-D8B436A885BD}">
      <dgm:prSet/>
      <dgm:spPr/>
      <dgm:t>
        <a:bodyPr/>
        <a:lstStyle/>
        <a:p>
          <a:endParaRPr lang="en-US"/>
        </a:p>
      </dgm:t>
    </dgm:pt>
    <dgm:pt modelId="{A9C071AA-9B18-4C0E-9D59-BDF160613CEE}" type="sibTrans" cxnId="{D570B694-47DF-4FE1-9011-D8B436A885BD}">
      <dgm:prSet/>
      <dgm:spPr/>
      <dgm:t>
        <a:bodyPr/>
        <a:lstStyle/>
        <a:p>
          <a:endParaRPr lang="en-US"/>
        </a:p>
      </dgm:t>
    </dgm:pt>
    <dgm:pt modelId="{6BDFE2DA-41EA-4A0C-95C5-23DF08E9EA4E}" type="pres">
      <dgm:prSet presAssocID="{26698614-C68E-4AC0-ABAF-ECA80878956D}" presName="linear" presStyleCnt="0">
        <dgm:presLayoutVars>
          <dgm:dir/>
          <dgm:animLvl val="lvl"/>
          <dgm:resizeHandles val="exact"/>
        </dgm:presLayoutVars>
      </dgm:prSet>
      <dgm:spPr/>
    </dgm:pt>
    <dgm:pt modelId="{F037AA4F-4661-472E-A5A3-88021BE340C5}" type="pres">
      <dgm:prSet presAssocID="{7959F8C6-4E07-4BB5-887F-81700FDA54C2}" presName="parentLin" presStyleCnt="0"/>
      <dgm:spPr/>
    </dgm:pt>
    <dgm:pt modelId="{4C2BBB43-3307-45CD-B5DA-33BA68FF7530}" type="pres">
      <dgm:prSet presAssocID="{7959F8C6-4E07-4BB5-887F-81700FDA54C2}" presName="parentLeftMargin" presStyleLbl="node1" presStyleIdx="0" presStyleCnt="2"/>
      <dgm:spPr/>
    </dgm:pt>
    <dgm:pt modelId="{26BA8B6A-60E8-44D3-8420-80F50E410361}" type="pres">
      <dgm:prSet presAssocID="{7959F8C6-4E07-4BB5-887F-81700FDA54C2}" presName="parentText" presStyleLbl="node1" presStyleIdx="0" presStyleCnt="2">
        <dgm:presLayoutVars>
          <dgm:chMax val="0"/>
          <dgm:bulletEnabled val="1"/>
        </dgm:presLayoutVars>
      </dgm:prSet>
      <dgm:spPr/>
    </dgm:pt>
    <dgm:pt modelId="{A910BAA6-D230-454E-BCC9-B87190C629A0}" type="pres">
      <dgm:prSet presAssocID="{7959F8C6-4E07-4BB5-887F-81700FDA54C2}" presName="negativeSpace" presStyleCnt="0"/>
      <dgm:spPr/>
    </dgm:pt>
    <dgm:pt modelId="{40B08A1E-6D1B-46B7-BEED-31A05382C1FD}" type="pres">
      <dgm:prSet presAssocID="{7959F8C6-4E07-4BB5-887F-81700FDA54C2}" presName="childText" presStyleLbl="conFgAcc1" presStyleIdx="0" presStyleCnt="2">
        <dgm:presLayoutVars>
          <dgm:bulletEnabled val="1"/>
        </dgm:presLayoutVars>
      </dgm:prSet>
      <dgm:spPr/>
    </dgm:pt>
    <dgm:pt modelId="{9A45208C-9A58-456E-8539-411FBB2D92ED}" type="pres">
      <dgm:prSet presAssocID="{D6AF4D6F-0241-492D-A1C0-93AEAF1D8A64}" presName="spaceBetweenRectangles" presStyleCnt="0"/>
      <dgm:spPr/>
    </dgm:pt>
    <dgm:pt modelId="{D1064D2B-2313-4FBB-AD60-91A1400C98A2}" type="pres">
      <dgm:prSet presAssocID="{883DE8CE-74B1-4FD5-B9C5-5A157BA29758}" presName="parentLin" presStyleCnt="0"/>
      <dgm:spPr/>
    </dgm:pt>
    <dgm:pt modelId="{9A257755-B619-4037-B4BF-7F6231F94309}" type="pres">
      <dgm:prSet presAssocID="{883DE8CE-74B1-4FD5-B9C5-5A157BA29758}" presName="parentLeftMargin" presStyleLbl="node1" presStyleIdx="0" presStyleCnt="2"/>
      <dgm:spPr/>
    </dgm:pt>
    <dgm:pt modelId="{719F07F7-400F-44C0-B2B1-586C8DC6C06B}" type="pres">
      <dgm:prSet presAssocID="{883DE8CE-74B1-4FD5-B9C5-5A157BA29758}" presName="parentText" presStyleLbl="node1" presStyleIdx="1" presStyleCnt="2">
        <dgm:presLayoutVars>
          <dgm:chMax val="0"/>
          <dgm:bulletEnabled val="1"/>
        </dgm:presLayoutVars>
      </dgm:prSet>
      <dgm:spPr/>
    </dgm:pt>
    <dgm:pt modelId="{0695C31F-D7E8-445B-9CB5-569434ECBA1C}" type="pres">
      <dgm:prSet presAssocID="{883DE8CE-74B1-4FD5-B9C5-5A157BA29758}" presName="negativeSpace" presStyleCnt="0"/>
      <dgm:spPr/>
    </dgm:pt>
    <dgm:pt modelId="{2834BBD4-4115-44F8-A642-1F6055B485D2}" type="pres">
      <dgm:prSet presAssocID="{883DE8CE-74B1-4FD5-B9C5-5A157BA29758}" presName="childText" presStyleLbl="conFgAcc1" presStyleIdx="1" presStyleCnt="2">
        <dgm:presLayoutVars>
          <dgm:bulletEnabled val="1"/>
        </dgm:presLayoutVars>
      </dgm:prSet>
      <dgm:spPr/>
    </dgm:pt>
  </dgm:ptLst>
  <dgm:cxnLst>
    <dgm:cxn modelId="{41253305-F541-4A30-AF69-2729D936E9FD}" srcId="{883DE8CE-74B1-4FD5-B9C5-5A157BA29758}" destId="{21B5F5DA-0913-4589-BD47-D253771B1D1F}" srcOrd="0" destOrd="0" parTransId="{8C39B78B-7953-486A-859E-F1A85B415C25}" sibTransId="{2BB0AED8-603D-488B-ADA4-007228BEAFD8}"/>
    <dgm:cxn modelId="{8A138C0D-7AF5-48B5-8A62-8DD5513D7521}" type="presOf" srcId="{7959F8C6-4E07-4BB5-887F-81700FDA54C2}" destId="{26BA8B6A-60E8-44D3-8420-80F50E410361}" srcOrd="1" destOrd="0" presId="urn:microsoft.com/office/officeart/2005/8/layout/list1"/>
    <dgm:cxn modelId="{62E82F11-A23E-43D0-B398-784BE5F4CC5C}" srcId="{26698614-C68E-4AC0-ABAF-ECA80878956D}" destId="{7959F8C6-4E07-4BB5-887F-81700FDA54C2}" srcOrd="0" destOrd="0" parTransId="{1E41EE3E-691F-4C95-A073-C2589281FD5D}" sibTransId="{D6AF4D6F-0241-492D-A1C0-93AEAF1D8A64}"/>
    <dgm:cxn modelId="{0B60E117-581B-415D-82B7-B41BE520D4CE}" type="presOf" srcId="{21B5F5DA-0913-4589-BD47-D253771B1D1F}" destId="{2834BBD4-4115-44F8-A642-1F6055B485D2}" srcOrd="0" destOrd="0" presId="urn:microsoft.com/office/officeart/2005/8/layout/list1"/>
    <dgm:cxn modelId="{3FB2BB2A-8511-471F-9053-88C5C7ECC919}" srcId="{01FA304E-9298-4123-ABC2-31726E205663}" destId="{B9D05572-0FCF-4F77-A1FC-1CC0016F512C}" srcOrd="0" destOrd="0" parTransId="{7BC51E71-D739-4031-BAB6-82CA21B27F70}" sibTransId="{BFB3D62E-76D2-4987-9232-4AC7A3031DBD}"/>
    <dgm:cxn modelId="{A08EDB3D-6195-404B-8ED5-25193A2DD718}" type="presOf" srcId="{883DE8CE-74B1-4FD5-B9C5-5A157BA29758}" destId="{9A257755-B619-4037-B4BF-7F6231F94309}" srcOrd="0" destOrd="0" presId="urn:microsoft.com/office/officeart/2005/8/layout/list1"/>
    <dgm:cxn modelId="{69FA7940-D10B-4558-BBE2-8B3116ACFDB4}" type="presOf" srcId="{77BA46BA-E3EA-4511-B828-28961CDAA468}" destId="{2834BBD4-4115-44F8-A642-1F6055B485D2}" srcOrd="0" destOrd="5" presId="urn:microsoft.com/office/officeart/2005/8/layout/list1"/>
    <dgm:cxn modelId="{CB46F441-57DA-44DE-831D-05E2B4D30E98}" srcId="{883DE8CE-74B1-4FD5-B9C5-5A157BA29758}" destId="{6848B1CC-78C9-4886-8FDB-AABD84040162}" srcOrd="2" destOrd="0" parTransId="{D2A8E71C-D655-4E99-AECC-2D21D8D647BC}" sibTransId="{618925FC-2F81-4C8C-86EE-AD164DDABA17}"/>
    <dgm:cxn modelId="{A0F57367-6B52-427C-B831-7D6D1D0C051D}" srcId="{26698614-C68E-4AC0-ABAF-ECA80878956D}" destId="{883DE8CE-74B1-4FD5-B9C5-5A157BA29758}" srcOrd="1" destOrd="0" parTransId="{BDACB9BF-A3A7-485F-B58A-9CE746FFC406}" sibTransId="{B20A09B1-1B71-4320-9AE7-93B4C2EB4A1B}"/>
    <dgm:cxn modelId="{474BB367-6C18-43F3-82F2-51915F2BB2C3}" srcId="{21B5F5DA-0913-4589-BD47-D253771B1D1F}" destId="{8F122C5D-93FE-46D8-90E9-5CD090582EE3}" srcOrd="0" destOrd="0" parTransId="{3D502E4F-5B27-4D6D-B169-8EDF7692D24F}" sibTransId="{E19E6A54-35F4-406E-A6B5-E139C0D80B18}"/>
    <dgm:cxn modelId="{31533848-8073-4FB9-88EA-9C95CB4BA1D8}" type="presOf" srcId="{883DE8CE-74B1-4FD5-B9C5-5A157BA29758}" destId="{719F07F7-400F-44C0-B2B1-586C8DC6C06B}" srcOrd="1" destOrd="0" presId="urn:microsoft.com/office/officeart/2005/8/layout/list1"/>
    <dgm:cxn modelId="{DE800072-FAE3-4770-98F9-3B2216EE1287}" srcId="{7959F8C6-4E07-4BB5-887F-81700FDA54C2}" destId="{6D266F22-2993-4743-86A6-ED4C9DFC4374}" srcOrd="1" destOrd="0" parTransId="{8449917F-300D-40E7-827E-EADB95FE9E89}" sibTransId="{266FAB49-CA95-4BEA-A0D3-716C6FC49B62}"/>
    <dgm:cxn modelId="{03A4EA72-E8C0-467C-839D-A70CBB36C5A7}" type="presOf" srcId="{01FA304E-9298-4123-ABC2-31726E205663}" destId="{40B08A1E-6D1B-46B7-BEED-31A05382C1FD}" srcOrd="0" destOrd="0" presId="urn:microsoft.com/office/officeart/2005/8/layout/list1"/>
    <dgm:cxn modelId="{7EFCF553-E6DC-452C-980A-4989D0D372A4}" srcId="{7EAF903A-C3ED-45F4-8B7B-4B69FE117BAB}" destId="{BEE2C3B7-7F12-479C-B833-D94A71F069D1}" srcOrd="0" destOrd="0" parTransId="{EFC05A9E-E7D7-4B03-A6D9-AE0DF254111B}" sibTransId="{75B2A5FC-D6FD-4587-871A-ABB29DA412B0}"/>
    <dgm:cxn modelId="{A31C5478-2AF6-4A5C-96B6-1D8470DE8CD0}" type="presOf" srcId="{6848B1CC-78C9-4886-8FDB-AABD84040162}" destId="{2834BBD4-4115-44F8-A642-1F6055B485D2}" srcOrd="0" destOrd="4" presId="urn:microsoft.com/office/officeart/2005/8/layout/list1"/>
    <dgm:cxn modelId="{BB499080-BDCE-4180-8935-A6219B557366}" type="presOf" srcId="{8F122C5D-93FE-46D8-90E9-5CD090582EE3}" destId="{2834BBD4-4115-44F8-A642-1F6055B485D2}" srcOrd="0" destOrd="1" presId="urn:microsoft.com/office/officeart/2005/8/layout/list1"/>
    <dgm:cxn modelId="{5A409C88-87D7-40B0-A13B-88092B55767A}" srcId="{7959F8C6-4E07-4BB5-887F-81700FDA54C2}" destId="{01FA304E-9298-4123-ABC2-31726E205663}" srcOrd="0" destOrd="0" parTransId="{6C89747E-0F3B-4EAF-8967-878C269A3915}" sibTransId="{49AE4E67-39D1-4EFA-99DD-C5662715AAD8}"/>
    <dgm:cxn modelId="{2664C989-D427-41FB-9968-E52C0752843E}" type="presOf" srcId="{B9D05572-0FCF-4F77-A1FC-1CC0016F512C}" destId="{40B08A1E-6D1B-46B7-BEED-31A05382C1FD}" srcOrd="0" destOrd="1" presId="urn:microsoft.com/office/officeart/2005/8/layout/list1"/>
    <dgm:cxn modelId="{85380A8A-BC7B-4964-80E5-273DD4984769}" srcId="{883DE8CE-74B1-4FD5-B9C5-5A157BA29758}" destId="{7EAF903A-C3ED-45F4-8B7B-4B69FE117BAB}" srcOrd="1" destOrd="0" parTransId="{F6A5811A-C563-4B52-861E-CACF1F35FEFB}" sibTransId="{D55084CC-CE07-4CC5-A5F5-691A9C45403B}"/>
    <dgm:cxn modelId="{D570B694-47DF-4FE1-9011-D8B436A885BD}" srcId="{6848B1CC-78C9-4886-8FDB-AABD84040162}" destId="{77BA46BA-E3EA-4511-B828-28961CDAA468}" srcOrd="0" destOrd="0" parTransId="{8BAEBD0C-00C7-4ED6-BB1B-182C704279E2}" sibTransId="{A9C071AA-9B18-4C0E-9D59-BDF160613CEE}"/>
    <dgm:cxn modelId="{D3A79D96-6220-4294-982B-3BAB827E8BB6}" srcId="{6D266F22-2993-4743-86A6-ED4C9DFC4374}" destId="{AA4F3C34-9B9E-4444-9C70-38A8D79F2042}" srcOrd="0" destOrd="0" parTransId="{ECDDA915-629C-4E4D-B015-5F2423466560}" sibTransId="{F370399A-C11B-4E4E-A3B4-71D30DFFFC46}"/>
    <dgm:cxn modelId="{E75D3BAB-F507-4810-812A-461E40EAB469}" type="presOf" srcId="{7EAF903A-C3ED-45F4-8B7B-4B69FE117BAB}" destId="{2834BBD4-4115-44F8-A642-1F6055B485D2}" srcOrd="0" destOrd="2" presId="urn:microsoft.com/office/officeart/2005/8/layout/list1"/>
    <dgm:cxn modelId="{3DF84DAE-1041-4385-BE5B-D84C1C8E580B}" type="presOf" srcId="{26698614-C68E-4AC0-ABAF-ECA80878956D}" destId="{6BDFE2DA-41EA-4A0C-95C5-23DF08E9EA4E}" srcOrd="0" destOrd="0" presId="urn:microsoft.com/office/officeart/2005/8/layout/list1"/>
    <dgm:cxn modelId="{94872EC4-9B77-477A-884E-C6D1F7DF501B}" type="presOf" srcId="{BEE2C3B7-7F12-479C-B833-D94A71F069D1}" destId="{2834BBD4-4115-44F8-A642-1F6055B485D2}" srcOrd="0" destOrd="3" presId="urn:microsoft.com/office/officeart/2005/8/layout/list1"/>
    <dgm:cxn modelId="{2B0E8AD9-A1D1-447B-8BE2-3493B3394324}" type="presOf" srcId="{7959F8C6-4E07-4BB5-887F-81700FDA54C2}" destId="{4C2BBB43-3307-45CD-B5DA-33BA68FF7530}" srcOrd="0" destOrd="0" presId="urn:microsoft.com/office/officeart/2005/8/layout/list1"/>
    <dgm:cxn modelId="{E0B704EF-7E16-4900-99FB-4F527FE9ED8E}" type="presOf" srcId="{AA4F3C34-9B9E-4444-9C70-38A8D79F2042}" destId="{40B08A1E-6D1B-46B7-BEED-31A05382C1FD}" srcOrd="0" destOrd="4" presId="urn:microsoft.com/office/officeart/2005/8/layout/list1"/>
    <dgm:cxn modelId="{A330E2EF-BEEC-4A16-B525-C5E197C7AA03}" srcId="{01FA304E-9298-4123-ABC2-31726E205663}" destId="{9E94CD75-217C-4C5A-A8DD-BAACEFF2360F}" srcOrd="1" destOrd="0" parTransId="{24CD76E1-697E-4485-8A4F-5CC1AF7766F1}" sibTransId="{A85512C3-4D0B-4B43-9868-A9BDE9F4001B}"/>
    <dgm:cxn modelId="{A05E4AF7-4805-4726-94FB-69999D888753}" type="presOf" srcId="{9E94CD75-217C-4C5A-A8DD-BAACEFF2360F}" destId="{40B08A1E-6D1B-46B7-BEED-31A05382C1FD}" srcOrd="0" destOrd="2" presId="urn:microsoft.com/office/officeart/2005/8/layout/list1"/>
    <dgm:cxn modelId="{97992FFF-2DAF-4722-A224-EF15F9D46D48}" type="presOf" srcId="{6D266F22-2993-4743-86A6-ED4C9DFC4374}" destId="{40B08A1E-6D1B-46B7-BEED-31A05382C1FD}" srcOrd="0" destOrd="3" presId="urn:microsoft.com/office/officeart/2005/8/layout/list1"/>
    <dgm:cxn modelId="{0D1F4871-4273-4EF5-BD2E-B722BA56BAC6}" type="presParOf" srcId="{6BDFE2DA-41EA-4A0C-95C5-23DF08E9EA4E}" destId="{F037AA4F-4661-472E-A5A3-88021BE340C5}" srcOrd="0" destOrd="0" presId="urn:microsoft.com/office/officeart/2005/8/layout/list1"/>
    <dgm:cxn modelId="{065B304D-3F73-49FA-A6FE-6FECE526C19D}" type="presParOf" srcId="{F037AA4F-4661-472E-A5A3-88021BE340C5}" destId="{4C2BBB43-3307-45CD-B5DA-33BA68FF7530}" srcOrd="0" destOrd="0" presId="urn:microsoft.com/office/officeart/2005/8/layout/list1"/>
    <dgm:cxn modelId="{864D17A0-0513-4184-B219-1A913262A491}" type="presParOf" srcId="{F037AA4F-4661-472E-A5A3-88021BE340C5}" destId="{26BA8B6A-60E8-44D3-8420-80F50E410361}" srcOrd="1" destOrd="0" presId="urn:microsoft.com/office/officeart/2005/8/layout/list1"/>
    <dgm:cxn modelId="{AECC3431-0D4E-4F0A-82A2-C0E8830E5B5E}" type="presParOf" srcId="{6BDFE2DA-41EA-4A0C-95C5-23DF08E9EA4E}" destId="{A910BAA6-D230-454E-BCC9-B87190C629A0}" srcOrd="1" destOrd="0" presId="urn:microsoft.com/office/officeart/2005/8/layout/list1"/>
    <dgm:cxn modelId="{707B16C6-0674-4B50-8B77-AAD84542A133}" type="presParOf" srcId="{6BDFE2DA-41EA-4A0C-95C5-23DF08E9EA4E}" destId="{40B08A1E-6D1B-46B7-BEED-31A05382C1FD}" srcOrd="2" destOrd="0" presId="urn:microsoft.com/office/officeart/2005/8/layout/list1"/>
    <dgm:cxn modelId="{839BBA05-9F91-410A-99A8-886014EB6DC2}" type="presParOf" srcId="{6BDFE2DA-41EA-4A0C-95C5-23DF08E9EA4E}" destId="{9A45208C-9A58-456E-8539-411FBB2D92ED}" srcOrd="3" destOrd="0" presId="urn:microsoft.com/office/officeart/2005/8/layout/list1"/>
    <dgm:cxn modelId="{6D7F0C09-27F2-4281-B36F-DDDA7730AF9D}" type="presParOf" srcId="{6BDFE2DA-41EA-4A0C-95C5-23DF08E9EA4E}" destId="{D1064D2B-2313-4FBB-AD60-91A1400C98A2}" srcOrd="4" destOrd="0" presId="urn:microsoft.com/office/officeart/2005/8/layout/list1"/>
    <dgm:cxn modelId="{D5817D53-F992-4DE1-A33F-A5B5754533F6}" type="presParOf" srcId="{D1064D2B-2313-4FBB-AD60-91A1400C98A2}" destId="{9A257755-B619-4037-B4BF-7F6231F94309}" srcOrd="0" destOrd="0" presId="urn:microsoft.com/office/officeart/2005/8/layout/list1"/>
    <dgm:cxn modelId="{A4874F75-C5D2-4C1E-B876-3DA36D9ACA1C}" type="presParOf" srcId="{D1064D2B-2313-4FBB-AD60-91A1400C98A2}" destId="{719F07F7-400F-44C0-B2B1-586C8DC6C06B}" srcOrd="1" destOrd="0" presId="urn:microsoft.com/office/officeart/2005/8/layout/list1"/>
    <dgm:cxn modelId="{8456FA3B-D92D-4596-BF3F-7666C3176BDB}" type="presParOf" srcId="{6BDFE2DA-41EA-4A0C-95C5-23DF08E9EA4E}" destId="{0695C31F-D7E8-445B-9CB5-569434ECBA1C}" srcOrd="5" destOrd="0" presId="urn:microsoft.com/office/officeart/2005/8/layout/list1"/>
    <dgm:cxn modelId="{625B0D2D-8107-47AA-8D88-A56B78409A6A}" type="presParOf" srcId="{6BDFE2DA-41EA-4A0C-95C5-23DF08E9EA4E}" destId="{2834BBD4-4115-44F8-A642-1F6055B485D2}"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702E79B-8D0F-4EA9-8AC7-7D713AF85B0F}" type="doc">
      <dgm:prSet loTypeId="urn:microsoft.com/office/officeart/2005/8/layout/list1" loCatId="list" qsTypeId="urn:microsoft.com/office/officeart/2005/8/quickstyle/simple4" qsCatId="simple" csTypeId="urn:microsoft.com/office/officeart/2005/8/colors/accent5_2" csCatId="accent5"/>
      <dgm:spPr/>
      <dgm:t>
        <a:bodyPr/>
        <a:lstStyle/>
        <a:p>
          <a:endParaRPr lang="en-US"/>
        </a:p>
      </dgm:t>
    </dgm:pt>
    <dgm:pt modelId="{3433B6DC-4FD9-487A-92B8-0A9B822A2839}">
      <dgm:prSet/>
      <dgm:spPr/>
      <dgm:t>
        <a:bodyPr/>
        <a:lstStyle/>
        <a:p>
          <a:r>
            <a:rPr lang="en-GB" b="1"/>
            <a:t>Natural Threats</a:t>
          </a:r>
          <a:endParaRPr lang="en-US"/>
        </a:p>
      </dgm:t>
    </dgm:pt>
    <dgm:pt modelId="{7CD25E0E-27C3-49A2-B662-5126EE5D3615}" type="parTrans" cxnId="{37625455-EDDD-4974-953B-54B4B49C7AA6}">
      <dgm:prSet/>
      <dgm:spPr/>
      <dgm:t>
        <a:bodyPr/>
        <a:lstStyle/>
        <a:p>
          <a:endParaRPr lang="en-US"/>
        </a:p>
      </dgm:t>
    </dgm:pt>
    <dgm:pt modelId="{F121DBF7-A19C-4F2B-9143-F636E9113E3B}" type="sibTrans" cxnId="{37625455-EDDD-4974-953B-54B4B49C7AA6}">
      <dgm:prSet/>
      <dgm:spPr/>
      <dgm:t>
        <a:bodyPr/>
        <a:lstStyle/>
        <a:p>
          <a:endParaRPr lang="en-US"/>
        </a:p>
      </dgm:t>
    </dgm:pt>
    <dgm:pt modelId="{FB007558-36D0-48AD-AE21-29B5F2A73067}">
      <dgm:prSet/>
      <dgm:spPr/>
      <dgm:t>
        <a:bodyPr/>
        <a:lstStyle/>
        <a:p>
          <a:r>
            <a:rPr lang="en-GB" b="1"/>
            <a:t>Disasters:</a:t>
          </a:r>
          <a:r>
            <a:rPr lang="en-GB"/>
            <a:t> Natural events that can disrupt operations </a:t>
          </a:r>
          <a:endParaRPr lang="en-US"/>
        </a:p>
      </dgm:t>
    </dgm:pt>
    <dgm:pt modelId="{53EADF72-F1D9-451D-9956-DFE578394DBD}" type="parTrans" cxnId="{B9439A59-67AF-410A-9614-2933716B186D}">
      <dgm:prSet/>
      <dgm:spPr/>
      <dgm:t>
        <a:bodyPr/>
        <a:lstStyle/>
        <a:p>
          <a:endParaRPr lang="en-US"/>
        </a:p>
      </dgm:t>
    </dgm:pt>
    <dgm:pt modelId="{4E2511F2-E8B7-4DD1-B553-04BD0B8988A0}" type="sibTrans" cxnId="{B9439A59-67AF-410A-9614-2933716B186D}">
      <dgm:prSet/>
      <dgm:spPr/>
      <dgm:t>
        <a:bodyPr/>
        <a:lstStyle/>
        <a:p>
          <a:endParaRPr lang="en-US"/>
        </a:p>
      </dgm:t>
    </dgm:pt>
    <dgm:pt modelId="{13F002A4-4B4F-4D22-AF0B-182530EF0F7B}">
      <dgm:prSet/>
      <dgm:spPr/>
      <dgm:t>
        <a:bodyPr/>
        <a:lstStyle/>
        <a:p>
          <a:r>
            <a:rPr lang="en-GB"/>
            <a:t>Examples: Fires, floods, earthquakes</a:t>
          </a:r>
          <a:endParaRPr lang="en-US"/>
        </a:p>
      </dgm:t>
    </dgm:pt>
    <dgm:pt modelId="{186338B2-CD0C-4E7F-9D6E-3EEEC6845CF1}" type="parTrans" cxnId="{5BDF0869-7A68-4D6C-9AB9-2A67B5E67F1B}">
      <dgm:prSet/>
      <dgm:spPr/>
      <dgm:t>
        <a:bodyPr/>
        <a:lstStyle/>
        <a:p>
          <a:endParaRPr lang="en-US"/>
        </a:p>
      </dgm:t>
    </dgm:pt>
    <dgm:pt modelId="{F48EEA63-EEFF-4A51-B6D8-A2D2CFAB16DA}" type="sibTrans" cxnId="{5BDF0869-7A68-4D6C-9AB9-2A67B5E67F1B}">
      <dgm:prSet/>
      <dgm:spPr/>
      <dgm:t>
        <a:bodyPr/>
        <a:lstStyle/>
        <a:p>
          <a:endParaRPr lang="en-US"/>
        </a:p>
      </dgm:t>
    </dgm:pt>
    <dgm:pt modelId="{DDCE5EC4-8808-4313-804D-98C15573DCFD}">
      <dgm:prSet/>
      <dgm:spPr/>
      <dgm:t>
        <a:bodyPr/>
        <a:lstStyle/>
        <a:p>
          <a:r>
            <a:rPr lang="en-CA" b="1"/>
            <a:t>Technological Threats</a:t>
          </a:r>
          <a:endParaRPr lang="en-US"/>
        </a:p>
      </dgm:t>
    </dgm:pt>
    <dgm:pt modelId="{B6B7383F-EFA2-438F-818B-F55DF689809F}" type="parTrans" cxnId="{BB4B83D3-619E-4DDD-A2C1-C12A32501F56}">
      <dgm:prSet/>
      <dgm:spPr/>
      <dgm:t>
        <a:bodyPr/>
        <a:lstStyle/>
        <a:p>
          <a:endParaRPr lang="en-US"/>
        </a:p>
      </dgm:t>
    </dgm:pt>
    <dgm:pt modelId="{CCDEAF45-62D5-4CFD-9C55-08CB6BF4B252}" type="sibTrans" cxnId="{BB4B83D3-619E-4DDD-A2C1-C12A32501F56}">
      <dgm:prSet/>
      <dgm:spPr/>
      <dgm:t>
        <a:bodyPr/>
        <a:lstStyle/>
        <a:p>
          <a:endParaRPr lang="en-US"/>
        </a:p>
      </dgm:t>
    </dgm:pt>
    <dgm:pt modelId="{1D403E29-284E-4F83-9725-A56B5BD7C7B9}">
      <dgm:prSet/>
      <dgm:spPr/>
      <dgm:t>
        <a:bodyPr/>
        <a:lstStyle/>
        <a:p>
          <a:r>
            <a:rPr lang="en-CA" b="1"/>
            <a:t>Software Vulnerabilities:</a:t>
          </a:r>
          <a:r>
            <a:rPr lang="en-CA"/>
            <a:t> Weaknesses in software </a:t>
          </a:r>
          <a:endParaRPr lang="en-US"/>
        </a:p>
      </dgm:t>
    </dgm:pt>
    <dgm:pt modelId="{528AFBB3-9831-4C1D-877B-6B23F93AEE65}" type="parTrans" cxnId="{6A41C383-EC5D-42FD-ABFC-76BA95A63740}">
      <dgm:prSet/>
      <dgm:spPr/>
      <dgm:t>
        <a:bodyPr/>
        <a:lstStyle/>
        <a:p>
          <a:endParaRPr lang="en-US"/>
        </a:p>
      </dgm:t>
    </dgm:pt>
    <dgm:pt modelId="{0734D566-B5CB-4B60-B627-6CBAE3A3FA88}" type="sibTrans" cxnId="{6A41C383-EC5D-42FD-ABFC-76BA95A63740}">
      <dgm:prSet/>
      <dgm:spPr/>
      <dgm:t>
        <a:bodyPr/>
        <a:lstStyle/>
        <a:p>
          <a:endParaRPr lang="en-US"/>
        </a:p>
      </dgm:t>
    </dgm:pt>
    <dgm:pt modelId="{C56FA442-0B8B-4845-A519-CC63EDFD25CA}">
      <dgm:prSet/>
      <dgm:spPr/>
      <dgm:t>
        <a:bodyPr/>
        <a:lstStyle/>
        <a:p>
          <a:r>
            <a:rPr lang="en-CA"/>
            <a:t>Examples: Buffer overflows, SQL injection</a:t>
          </a:r>
          <a:endParaRPr lang="en-US"/>
        </a:p>
      </dgm:t>
    </dgm:pt>
    <dgm:pt modelId="{A947A754-77AD-4C27-9C10-E0F28BA83C39}" type="parTrans" cxnId="{13DA9591-788E-4496-8289-15FB9A5C2094}">
      <dgm:prSet/>
      <dgm:spPr/>
      <dgm:t>
        <a:bodyPr/>
        <a:lstStyle/>
        <a:p>
          <a:endParaRPr lang="en-US"/>
        </a:p>
      </dgm:t>
    </dgm:pt>
    <dgm:pt modelId="{54944A98-9ACB-42CC-8311-E3952AAF66BE}" type="sibTrans" cxnId="{13DA9591-788E-4496-8289-15FB9A5C2094}">
      <dgm:prSet/>
      <dgm:spPr/>
      <dgm:t>
        <a:bodyPr/>
        <a:lstStyle/>
        <a:p>
          <a:endParaRPr lang="en-US"/>
        </a:p>
      </dgm:t>
    </dgm:pt>
    <dgm:pt modelId="{AE2E98C5-93D7-4878-80C7-61CE0E563CE2}">
      <dgm:prSet/>
      <dgm:spPr/>
      <dgm:t>
        <a:bodyPr/>
        <a:lstStyle/>
        <a:p>
          <a:r>
            <a:rPr lang="en-CA" b="1"/>
            <a:t>Hardware Failures:</a:t>
          </a:r>
          <a:r>
            <a:rPr lang="en-CA"/>
            <a:t> Malfunctions of physical components </a:t>
          </a:r>
          <a:endParaRPr lang="en-US"/>
        </a:p>
      </dgm:t>
    </dgm:pt>
    <dgm:pt modelId="{754A314D-3D02-44F8-9603-CBD29558003A}" type="parTrans" cxnId="{10E012C3-A57B-42B6-9B75-944DDF47992A}">
      <dgm:prSet/>
      <dgm:spPr/>
      <dgm:t>
        <a:bodyPr/>
        <a:lstStyle/>
        <a:p>
          <a:endParaRPr lang="en-US"/>
        </a:p>
      </dgm:t>
    </dgm:pt>
    <dgm:pt modelId="{BEBF0796-7C1D-4897-855C-B08D62FAFB7D}" type="sibTrans" cxnId="{10E012C3-A57B-42B6-9B75-944DDF47992A}">
      <dgm:prSet/>
      <dgm:spPr/>
      <dgm:t>
        <a:bodyPr/>
        <a:lstStyle/>
        <a:p>
          <a:endParaRPr lang="en-US"/>
        </a:p>
      </dgm:t>
    </dgm:pt>
    <dgm:pt modelId="{373024E7-EEE6-485F-A55F-BA643427A8FD}">
      <dgm:prSet/>
      <dgm:spPr/>
      <dgm:t>
        <a:bodyPr/>
        <a:lstStyle/>
        <a:p>
          <a:r>
            <a:rPr lang="en-CA"/>
            <a:t>Examples: Disk drive failures, power outages</a:t>
          </a:r>
          <a:endParaRPr lang="en-US"/>
        </a:p>
      </dgm:t>
    </dgm:pt>
    <dgm:pt modelId="{95FBC60A-88E2-46A0-93D5-FF626C60070D}" type="parTrans" cxnId="{2025867B-AFBD-4341-9719-6A846CD88084}">
      <dgm:prSet/>
      <dgm:spPr/>
      <dgm:t>
        <a:bodyPr/>
        <a:lstStyle/>
        <a:p>
          <a:endParaRPr lang="en-US"/>
        </a:p>
      </dgm:t>
    </dgm:pt>
    <dgm:pt modelId="{2828259C-55C6-4B18-8D91-DDCF7AB2B65E}" type="sibTrans" cxnId="{2025867B-AFBD-4341-9719-6A846CD88084}">
      <dgm:prSet/>
      <dgm:spPr/>
      <dgm:t>
        <a:bodyPr/>
        <a:lstStyle/>
        <a:p>
          <a:endParaRPr lang="en-US"/>
        </a:p>
      </dgm:t>
    </dgm:pt>
    <dgm:pt modelId="{01469B71-6020-4FBE-A655-6AB6A672118D}">
      <dgm:prSet/>
      <dgm:spPr/>
      <dgm:t>
        <a:bodyPr/>
        <a:lstStyle/>
        <a:p>
          <a:r>
            <a:rPr lang="en-GB" b="1"/>
            <a:t>Emerging Threats</a:t>
          </a:r>
          <a:endParaRPr lang="en-US"/>
        </a:p>
      </dgm:t>
    </dgm:pt>
    <dgm:pt modelId="{41B61A78-0F05-42E4-8551-C5A8BAA26E80}" type="parTrans" cxnId="{80F2E15E-A819-412C-9757-9F8E530ACA1F}">
      <dgm:prSet/>
      <dgm:spPr/>
      <dgm:t>
        <a:bodyPr/>
        <a:lstStyle/>
        <a:p>
          <a:endParaRPr lang="en-US"/>
        </a:p>
      </dgm:t>
    </dgm:pt>
    <dgm:pt modelId="{019DD09B-B57E-4B5B-A406-5C8B641815D8}" type="sibTrans" cxnId="{80F2E15E-A819-412C-9757-9F8E530ACA1F}">
      <dgm:prSet/>
      <dgm:spPr/>
      <dgm:t>
        <a:bodyPr/>
        <a:lstStyle/>
        <a:p>
          <a:endParaRPr lang="en-US"/>
        </a:p>
      </dgm:t>
    </dgm:pt>
    <dgm:pt modelId="{CC1F182F-29B7-4B36-92BF-AB71C817036D}">
      <dgm:prSet/>
      <dgm:spPr/>
      <dgm:t>
        <a:bodyPr/>
        <a:lstStyle/>
        <a:p>
          <a:r>
            <a:rPr lang="en-GB" b="1"/>
            <a:t>Internet of Things (IoT) Security:</a:t>
          </a:r>
          <a:r>
            <a:rPr lang="en-GB"/>
            <a:t> Vulnerabilities in connected devices</a:t>
          </a:r>
          <a:endParaRPr lang="en-US"/>
        </a:p>
      </dgm:t>
    </dgm:pt>
    <dgm:pt modelId="{7E5D35FF-2F9E-4003-85F8-8B12C92083AE}" type="parTrans" cxnId="{36F8A529-EC5A-4101-8569-55C4891A0FFC}">
      <dgm:prSet/>
      <dgm:spPr/>
      <dgm:t>
        <a:bodyPr/>
        <a:lstStyle/>
        <a:p>
          <a:endParaRPr lang="en-US"/>
        </a:p>
      </dgm:t>
    </dgm:pt>
    <dgm:pt modelId="{EBA2CC8A-46A4-44A7-A7B7-BE2CEAA157E8}" type="sibTrans" cxnId="{36F8A529-EC5A-4101-8569-55C4891A0FFC}">
      <dgm:prSet/>
      <dgm:spPr/>
      <dgm:t>
        <a:bodyPr/>
        <a:lstStyle/>
        <a:p>
          <a:endParaRPr lang="en-US"/>
        </a:p>
      </dgm:t>
    </dgm:pt>
    <dgm:pt modelId="{C99478CA-67FA-44A8-9C95-9FB0F447515F}">
      <dgm:prSet/>
      <dgm:spPr/>
      <dgm:t>
        <a:bodyPr/>
        <a:lstStyle/>
        <a:p>
          <a:r>
            <a:rPr lang="en-GB" b="1"/>
            <a:t>Cloud Security:</a:t>
          </a:r>
          <a:r>
            <a:rPr lang="en-GB"/>
            <a:t> Threats specific to cloud-based environments</a:t>
          </a:r>
          <a:endParaRPr lang="en-US"/>
        </a:p>
      </dgm:t>
    </dgm:pt>
    <dgm:pt modelId="{9836304B-011F-4FBE-8DB6-59D000F54292}" type="parTrans" cxnId="{1233C23C-0794-4E5B-A593-5CCB80AF9E41}">
      <dgm:prSet/>
      <dgm:spPr/>
      <dgm:t>
        <a:bodyPr/>
        <a:lstStyle/>
        <a:p>
          <a:endParaRPr lang="en-US"/>
        </a:p>
      </dgm:t>
    </dgm:pt>
    <dgm:pt modelId="{DB4D6694-160F-4CD6-8BC2-F7572D6E2502}" type="sibTrans" cxnId="{1233C23C-0794-4E5B-A593-5CCB80AF9E41}">
      <dgm:prSet/>
      <dgm:spPr/>
      <dgm:t>
        <a:bodyPr/>
        <a:lstStyle/>
        <a:p>
          <a:endParaRPr lang="en-US"/>
        </a:p>
      </dgm:t>
    </dgm:pt>
    <dgm:pt modelId="{D0E4A599-717D-45A4-B056-F635CCA9520B}">
      <dgm:prSet/>
      <dgm:spPr/>
      <dgm:t>
        <a:bodyPr/>
        <a:lstStyle/>
        <a:p>
          <a:r>
            <a:rPr lang="en-GB" b="1"/>
            <a:t>Supply Chain Attacks:</a:t>
          </a:r>
          <a:r>
            <a:rPr lang="en-GB"/>
            <a:t> Targeting third-party vendors</a:t>
          </a:r>
          <a:endParaRPr lang="en-US"/>
        </a:p>
      </dgm:t>
    </dgm:pt>
    <dgm:pt modelId="{3AAD810B-94D6-4A08-837B-C1D70FA412C7}" type="parTrans" cxnId="{8E9B621D-6B90-4CF0-B2AC-84D58E9376E9}">
      <dgm:prSet/>
      <dgm:spPr/>
      <dgm:t>
        <a:bodyPr/>
        <a:lstStyle/>
        <a:p>
          <a:endParaRPr lang="en-US"/>
        </a:p>
      </dgm:t>
    </dgm:pt>
    <dgm:pt modelId="{2848CFA4-1918-47C7-ACD4-A4BF5512FC38}" type="sibTrans" cxnId="{8E9B621D-6B90-4CF0-B2AC-84D58E9376E9}">
      <dgm:prSet/>
      <dgm:spPr/>
      <dgm:t>
        <a:bodyPr/>
        <a:lstStyle/>
        <a:p>
          <a:endParaRPr lang="en-US"/>
        </a:p>
      </dgm:t>
    </dgm:pt>
    <dgm:pt modelId="{9E6DD4A9-BF41-4885-8FF7-9147883D3FEA}" type="pres">
      <dgm:prSet presAssocID="{E702E79B-8D0F-4EA9-8AC7-7D713AF85B0F}" presName="linear" presStyleCnt="0">
        <dgm:presLayoutVars>
          <dgm:dir/>
          <dgm:animLvl val="lvl"/>
          <dgm:resizeHandles val="exact"/>
        </dgm:presLayoutVars>
      </dgm:prSet>
      <dgm:spPr/>
    </dgm:pt>
    <dgm:pt modelId="{DD5A13BD-E647-49F1-880D-20260E46F9E3}" type="pres">
      <dgm:prSet presAssocID="{3433B6DC-4FD9-487A-92B8-0A9B822A2839}" presName="parentLin" presStyleCnt="0"/>
      <dgm:spPr/>
    </dgm:pt>
    <dgm:pt modelId="{4A19B736-56AF-46C3-9F9C-6D1DC233D549}" type="pres">
      <dgm:prSet presAssocID="{3433B6DC-4FD9-487A-92B8-0A9B822A2839}" presName="parentLeftMargin" presStyleLbl="node1" presStyleIdx="0" presStyleCnt="3"/>
      <dgm:spPr/>
    </dgm:pt>
    <dgm:pt modelId="{489BF09F-5F0F-4633-832F-DFF64A7C9EA5}" type="pres">
      <dgm:prSet presAssocID="{3433B6DC-4FD9-487A-92B8-0A9B822A2839}" presName="parentText" presStyleLbl="node1" presStyleIdx="0" presStyleCnt="3">
        <dgm:presLayoutVars>
          <dgm:chMax val="0"/>
          <dgm:bulletEnabled val="1"/>
        </dgm:presLayoutVars>
      </dgm:prSet>
      <dgm:spPr/>
    </dgm:pt>
    <dgm:pt modelId="{2796C08F-4CF5-4F91-85EC-966FB119FABA}" type="pres">
      <dgm:prSet presAssocID="{3433B6DC-4FD9-487A-92B8-0A9B822A2839}" presName="negativeSpace" presStyleCnt="0"/>
      <dgm:spPr/>
    </dgm:pt>
    <dgm:pt modelId="{E673DB6F-E1AA-45BC-97B2-3CE656559A41}" type="pres">
      <dgm:prSet presAssocID="{3433B6DC-4FD9-487A-92B8-0A9B822A2839}" presName="childText" presStyleLbl="conFgAcc1" presStyleIdx="0" presStyleCnt="3">
        <dgm:presLayoutVars>
          <dgm:bulletEnabled val="1"/>
        </dgm:presLayoutVars>
      </dgm:prSet>
      <dgm:spPr/>
    </dgm:pt>
    <dgm:pt modelId="{C41919F8-E893-4811-A303-C83647D0BBB6}" type="pres">
      <dgm:prSet presAssocID="{F121DBF7-A19C-4F2B-9143-F636E9113E3B}" presName="spaceBetweenRectangles" presStyleCnt="0"/>
      <dgm:spPr/>
    </dgm:pt>
    <dgm:pt modelId="{BF4C9CE1-6A5B-466B-B08E-C24B863B9CDF}" type="pres">
      <dgm:prSet presAssocID="{DDCE5EC4-8808-4313-804D-98C15573DCFD}" presName="parentLin" presStyleCnt="0"/>
      <dgm:spPr/>
    </dgm:pt>
    <dgm:pt modelId="{AAE2A423-70E1-4E4A-BBA4-935D440E8DC1}" type="pres">
      <dgm:prSet presAssocID="{DDCE5EC4-8808-4313-804D-98C15573DCFD}" presName="parentLeftMargin" presStyleLbl="node1" presStyleIdx="0" presStyleCnt="3"/>
      <dgm:spPr/>
    </dgm:pt>
    <dgm:pt modelId="{B0198881-9869-409B-9A8F-CF5BC79033F0}" type="pres">
      <dgm:prSet presAssocID="{DDCE5EC4-8808-4313-804D-98C15573DCFD}" presName="parentText" presStyleLbl="node1" presStyleIdx="1" presStyleCnt="3">
        <dgm:presLayoutVars>
          <dgm:chMax val="0"/>
          <dgm:bulletEnabled val="1"/>
        </dgm:presLayoutVars>
      </dgm:prSet>
      <dgm:spPr/>
    </dgm:pt>
    <dgm:pt modelId="{170A2CEE-A9C9-4ED3-BC11-1DA3C8BC7D19}" type="pres">
      <dgm:prSet presAssocID="{DDCE5EC4-8808-4313-804D-98C15573DCFD}" presName="negativeSpace" presStyleCnt="0"/>
      <dgm:spPr/>
    </dgm:pt>
    <dgm:pt modelId="{4515D899-8454-4709-8D1B-5C5556A814EA}" type="pres">
      <dgm:prSet presAssocID="{DDCE5EC4-8808-4313-804D-98C15573DCFD}" presName="childText" presStyleLbl="conFgAcc1" presStyleIdx="1" presStyleCnt="3">
        <dgm:presLayoutVars>
          <dgm:bulletEnabled val="1"/>
        </dgm:presLayoutVars>
      </dgm:prSet>
      <dgm:spPr/>
    </dgm:pt>
    <dgm:pt modelId="{16439D90-DA56-4932-B58D-9E4E5434FF91}" type="pres">
      <dgm:prSet presAssocID="{CCDEAF45-62D5-4CFD-9C55-08CB6BF4B252}" presName="spaceBetweenRectangles" presStyleCnt="0"/>
      <dgm:spPr/>
    </dgm:pt>
    <dgm:pt modelId="{B1EE5375-C25B-4954-8783-6300CA8962B7}" type="pres">
      <dgm:prSet presAssocID="{01469B71-6020-4FBE-A655-6AB6A672118D}" presName="parentLin" presStyleCnt="0"/>
      <dgm:spPr/>
    </dgm:pt>
    <dgm:pt modelId="{05CA741B-D665-4428-B0AD-F8A4E83D8D28}" type="pres">
      <dgm:prSet presAssocID="{01469B71-6020-4FBE-A655-6AB6A672118D}" presName="parentLeftMargin" presStyleLbl="node1" presStyleIdx="1" presStyleCnt="3"/>
      <dgm:spPr/>
    </dgm:pt>
    <dgm:pt modelId="{86C7334E-5DAE-4680-B4CD-5AA7368625A3}" type="pres">
      <dgm:prSet presAssocID="{01469B71-6020-4FBE-A655-6AB6A672118D}" presName="parentText" presStyleLbl="node1" presStyleIdx="2" presStyleCnt="3">
        <dgm:presLayoutVars>
          <dgm:chMax val="0"/>
          <dgm:bulletEnabled val="1"/>
        </dgm:presLayoutVars>
      </dgm:prSet>
      <dgm:spPr/>
    </dgm:pt>
    <dgm:pt modelId="{D01E3AEB-EBC6-4562-82B3-A66982F910EA}" type="pres">
      <dgm:prSet presAssocID="{01469B71-6020-4FBE-A655-6AB6A672118D}" presName="negativeSpace" presStyleCnt="0"/>
      <dgm:spPr/>
    </dgm:pt>
    <dgm:pt modelId="{529D1BAD-01AD-47BD-B743-2C10285BA1E6}" type="pres">
      <dgm:prSet presAssocID="{01469B71-6020-4FBE-A655-6AB6A672118D}" presName="childText" presStyleLbl="conFgAcc1" presStyleIdx="2" presStyleCnt="3">
        <dgm:presLayoutVars>
          <dgm:bulletEnabled val="1"/>
        </dgm:presLayoutVars>
      </dgm:prSet>
      <dgm:spPr/>
    </dgm:pt>
  </dgm:ptLst>
  <dgm:cxnLst>
    <dgm:cxn modelId="{36DBFD17-0F95-42D4-852C-162597BDC576}" type="presOf" srcId="{13F002A4-4B4F-4D22-AF0B-182530EF0F7B}" destId="{E673DB6F-E1AA-45BC-97B2-3CE656559A41}" srcOrd="0" destOrd="1" presId="urn:microsoft.com/office/officeart/2005/8/layout/list1"/>
    <dgm:cxn modelId="{8E9B621D-6B90-4CF0-B2AC-84D58E9376E9}" srcId="{01469B71-6020-4FBE-A655-6AB6A672118D}" destId="{D0E4A599-717D-45A4-B056-F635CCA9520B}" srcOrd="2" destOrd="0" parTransId="{3AAD810B-94D6-4A08-837B-C1D70FA412C7}" sibTransId="{2848CFA4-1918-47C7-ACD4-A4BF5512FC38}"/>
    <dgm:cxn modelId="{64A0CE23-7404-4389-B8FF-A9D8B5236872}" type="presOf" srcId="{373024E7-EEE6-485F-A55F-BA643427A8FD}" destId="{4515D899-8454-4709-8D1B-5C5556A814EA}" srcOrd="0" destOrd="3" presId="urn:microsoft.com/office/officeart/2005/8/layout/list1"/>
    <dgm:cxn modelId="{36F8A529-EC5A-4101-8569-55C4891A0FFC}" srcId="{01469B71-6020-4FBE-A655-6AB6A672118D}" destId="{CC1F182F-29B7-4B36-92BF-AB71C817036D}" srcOrd="0" destOrd="0" parTransId="{7E5D35FF-2F9E-4003-85F8-8B12C92083AE}" sibTransId="{EBA2CC8A-46A4-44A7-A7B7-BE2CEAA157E8}"/>
    <dgm:cxn modelId="{A4BC502D-E2D3-4968-93AB-5BCA50943872}" type="presOf" srcId="{01469B71-6020-4FBE-A655-6AB6A672118D}" destId="{05CA741B-D665-4428-B0AD-F8A4E83D8D28}" srcOrd="0" destOrd="0" presId="urn:microsoft.com/office/officeart/2005/8/layout/list1"/>
    <dgm:cxn modelId="{639E3434-9853-489A-AE07-CA37FDE54BB3}" type="presOf" srcId="{01469B71-6020-4FBE-A655-6AB6A672118D}" destId="{86C7334E-5DAE-4680-B4CD-5AA7368625A3}" srcOrd="1" destOrd="0" presId="urn:microsoft.com/office/officeart/2005/8/layout/list1"/>
    <dgm:cxn modelId="{99947937-EA02-4BB0-A3E0-F713918123FC}" type="presOf" srcId="{FB007558-36D0-48AD-AE21-29B5F2A73067}" destId="{E673DB6F-E1AA-45BC-97B2-3CE656559A41}" srcOrd="0" destOrd="0" presId="urn:microsoft.com/office/officeart/2005/8/layout/list1"/>
    <dgm:cxn modelId="{1233C23C-0794-4E5B-A593-5CCB80AF9E41}" srcId="{01469B71-6020-4FBE-A655-6AB6A672118D}" destId="{C99478CA-67FA-44A8-9C95-9FB0F447515F}" srcOrd="1" destOrd="0" parTransId="{9836304B-011F-4FBE-8DB6-59D000F54292}" sibTransId="{DB4D6694-160F-4CD6-8BC2-F7572D6E2502}"/>
    <dgm:cxn modelId="{80F2E15E-A819-412C-9757-9F8E530ACA1F}" srcId="{E702E79B-8D0F-4EA9-8AC7-7D713AF85B0F}" destId="{01469B71-6020-4FBE-A655-6AB6A672118D}" srcOrd="2" destOrd="0" parTransId="{41B61A78-0F05-42E4-8551-C5A8BAA26E80}" sibTransId="{019DD09B-B57E-4B5B-A406-5C8B641815D8}"/>
    <dgm:cxn modelId="{F6B44760-DBCF-4324-A33B-EBED4C8315AC}" type="presOf" srcId="{AE2E98C5-93D7-4878-80C7-61CE0E563CE2}" destId="{4515D899-8454-4709-8D1B-5C5556A814EA}" srcOrd="0" destOrd="2" presId="urn:microsoft.com/office/officeart/2005/8/layout/list1"/>
    <dgm:cxn modelId="{5BDF0869-7A68-4D6C-9AB9-2A67B5E67F1B}" srcId="{FB007558-36D0-48AD-AE21-29B5F2A73067}" destId="{13F002A4-4B4F-4D22-AF0B-182530EF0F7B}" srcOrd="0" destOrd="0" parTransId="{186338B2-CD0C-4E7F-9D6E-3EEEC6845CF1}" sibTransId="{F48EEA63-EEFF-4A51-B6D8-A2D2CFAB16DA}"/>
    <dgm:cxn modelId="{A9C90E51-0252-4F67-957F-56D01CA4AA81}" type="presOf" srcId="{E702E79B-8D0F-4EA9-8AC7-7D713AF85B0F}" destId="{9E6DD4A9-BF41-4885-8FF7-9147883D3FEA}" srcOrd="0" destOrd="0" presId="urn:microsoft.com/office/officeart/2005/8/layout/list1"/>
    <dgm:cxn modelId="{37625455-EDDD-4974-953B-54B4B49C7AA6}" srcId="{E702E79B-8D0F-4EA9-8AC7-7D713AF85B0F}" destId="{3433B6DC-4FD9-487A-92B8-0A9B822A2839}" srcOrd="0" destOrd="0" parTransId="{7CD25E0E-27C3-49A2-B662-5126EE5D3615}" sibTransId="{F121DBF7-A19C-4F2B-9143-F636E9113E3B}"/>
    <dgm:cxn modelId="{7BBF7655-AB5F-4D16-B99A-4D3BDD85E653}" type="presOf" srcId="{C56FA442-0B8B-4845-A519-CC63EDFD25CA}" destId="{4515D899-8454-4709-8D1B-5C5556A814EA}" srcOrd="0" destOrd="1" presId="urn:microsoft.com/office/officeart/2005/8/layout/list1"/>
    <dgm:cxn modelId="{B9439A59-67AF-410A-9614-2933716B186D}" srcId="{3433B6DC-4FD9-487A-92B8-0A9B822A2839}" destId="{FB007558-36D0-48AD-AE21-29B5F2A73067}" srcOrd="0" destOrd="0" parTransId="{53EADF72-F1D9-451D-9956-DFE578394DBD}" sibTransId="{4E2511F2-E8B7-4DD1-B553-04BD0B8988A0}"/>
    <dgm:cxn modelId="{2025867B-AFBD-4341-9719-6A846CD88084}" srcId="{AE2E98C5-93D7-4878-80C7-61CE0E563CE2}" destId="{373024E7-EEE6-485F-A55F-BA643427A8FD}" srcOrd="0" destOrd="0" parTransId="{95FBC60A-88E2-46A0-93D5-FF626C60070D}" sibTransId="{2828259C-55C6-4B18-8D91-DDCF7AB2B65E}"/>
    <dgm:cxn modelId="{6A41C383-EC5D-42FD-ABFC-76BA95A63740}" srcId="{DDCE5EC4-8808-4313-804D-98C15573DCFD}" destId="{1D403E29-284E-4F83-9725-A56B5BD7C7B9}" srcOrd="0" destOrd="0" parTransId="{528AFBB3-9831-4C1D-877B-6B23F93AEE65}" sibTransId="{0734D566-B5CB-4B60-B627-6CBAE3A3FA88}"/>
    <dgm:cxn modelId="{13DA9591-788E-4496-8289-15FB9A5C2094}" srcId="{1D403E29-284E-4F83-9725-A56B5BD7C7B9}" destId="{C56FA442-0B8B-4845-A519-CC63EDFD25CA}" srcOrd="0" destOrd="0" parTransId="{A947A754-77AD-4C27-9C10-E0F28BA83C39}" sibTransId="{54944A98-9ACB-42CC-8311-E3952AAF66BE}"/>
    <dgm:cxn modelId="{E2AFE2A3-B0CB-414B-AE5D-FED6166C3BBB}" type="presOf" srcId="{D0E4A599-717D-45A4-B056-F635CCA9520B}" destId="{529D1BAD-01AD-47BD-B743-2C10285BA1E6}" srcOrd="0" destOrd="2" presId="urn:microsoft.com/office/officeart/2005/8/layout/list1"/>
    <dgm:cxn modelId="{425665A7-3281-4486-B410-C0332DFA6BB6}" type="presOf" srcId="{CC1F182F-29B7-4B36-92BF-AB71C817036D}" destId="{529D1BAD-01AD-47BD-B743-2C10285BA1E6}" srcOrd="0" destOrd="0" presId="urn:microsoft.com/office/officeart/2005/8/layout/list1"/>
    <dgm:cxn modelId="{E9EFD7AD-5CF0-4182-958B-404145B52A9E}" type="presOf" srcId="{DDCE5EC4-8808-4313-804D-98C15573DCFD}" destId="{B0198881-9869-409B-9A8F-CF5BC79033F0}" srcOrd="1" destOrd="0" presId="urn:microsoft.com/office/officeart/2005/8/layout/list1"/>
    <dgm:cxn modelId="{F2262AB9-F646-4116-8A74-A9AD4D31ED46}" type="presOf" srcId="{3433B6DC-4FD9-487A-92B8-0A9B822A2839}" destId="{489BF09F-5F0F-4633-832F-DFF64A7C9EA5}" srcOrd="1" destOrd="0" presId="urn:microsoft.com/office/officeart/2005/8/layout/list1"/>
    <dgm:cxn modelId="{10E012C3-A57B-42B6-9B75-944DDF47992A}" srcId="{DDCE5EC4-8808-4313-804D-98C15573DCFD}" destId="{AE2E98C5-93D7-4878-80C7-61CE0E563CE2}" srcOrd="1" destOrd="0" parTransId="{754A314D-3D02-44F8-9603-CBD29558003A}" sibTransId="{BEBF0796-7C1D-4897-855C-B08D62FAFB7D}"/>
    <dgm:cxn modelId="{84F2AACD-668F-43A5-B492-E3093893F909}" type="presOf" srcId="{C99478CA-67FA-44A8-9C95-9FB0F447515F}" destId="{529D1BAD-01AD-47BD-B743-2C10285BA1E6}" srcOrd="0" destOrd="1" presId="urn:microsoft.com/office/officeart/2005/8/layout/list1"/>
    <dgm:cxn modelId="{BB4B83D3-619E-4DDD-A2C1-C12A32501F56}" srcId="{E702E79B-8D0F-4EA9-8AC7-7D713AF85B0F}" destId="{DDCE5EC4-8808-4313-804D-98C15573DCFD}" srcOrd="1" destOrd="0" parTransId="{B6B7383F-EFA2-438F-818B-F55DF689809F}" sibTransId="{CCDEAF45-62D5-4CFD-9C55-08CB6BF4B252}"/>
    <dgm:cxn modelId="{8FED25E1-36FC-4EE3-BF24-51ED6A384E41}" type="presOf" srcId="{DDCE5EC4-8808-4313-804D-98C15573DCFD}" destId="{AAE2A423-70E1-4E4A-BBA4-935D440E8DC1}" srcOrd="0" destOrd="0" presId="urn:microsoft.com/office/officeart/2005/8/layout/list1"/>
    <dgm:cxn modelId="{7123A9F1-F5CA-4501-8CEC-CE05E19D2ED5}" type="presOf" srcId="{1D403E29-284E-4F83-9725-A56B5BD7C7B9}" destId="{4515D899-8454-4709-8D1B-5C5556A814EA}" srcOrd="0" destOrd="0" presId="urn:microsoft.com/office/officeart/2005/8/layout/list1"/>
    <dgm:cxn modelId="{63FCCAFE-569E-43B3-8C87-A8C4634BA02C}" type="presOf" srcId="{3433B6DC-4FD9-487A-92B8-0A9B822A2839}" destId="{4A19B736-56AF-46C3-9F9C-6D1DC233D549}" srcOrd="0" destOrd="0" presId="urn:microsoft.com/office/officeart/2005/8/layout/list1"/>
    <dgm:cxn modelId="{265B2721-4E79-4A4B-9C8A-A1D5EDBEB1ED}" type="presParOf" srcId="{9E6DD4A9-BF41-4885-8FF7-9147883D3FEA}" destId="{DD5A13BD-E647-49F1-880D-20260E46F9E3}" srcOrd="0" destOrd="0" presId="urn:microsoft.com/office/officeart/2005/8/layout/list1"/>
    <dgm:cxn modelId="{736FFBCD-5F12-40B3-B635-2F393DE3D400}" type="presParOf" srcId="{DD5A13BD-E647-49F1-880D-20260E46F9E3}" destId="{4A19B736-56AF-46C3-9F9C-6D1DC233D549}" srcOrd="0" destOrd="0" presId="urn:microsoft.com/office/officeart/2005/8/layout/list1"/>
    <dgm:cxn modelId="{B8BE0297-FE5C-4A6B-8062-CC83DC99C0E4}" type="presParOf" srcId="{DD5A13BD-E647-49F1-880D-20260E46F9E3}" destId="{489BF09F-5F0F-4633-832F-DFF64A7C9EA5}" srcOrd="1" destOrd="0" presId="urn:microsoft.com/office/officeart/2005/8/layout/list1"/>
    <dgm:cxn modelId="{A4F77EA8-CD27-498A-9853-27ACB6DE3128}" type="presParOf" srcId="{9E6DD4A9-BF41-4885-8FF7-9147883D3FEA}" destId="{2796C08F-4CF5-4F91-85EC-966FB119FABA}" srcOrd="1" destOrd="0" presId="urn:microsoft.com/office/officeart/2005/8/layout/list1"/>
    <dgm:cxn modelId="{D3EE7A1B-BCBE-4CA4-AA50-BD2C43887253}" type="presParOf" srcId="{9E6DD4A9-BF41-4885-8FF7-9147883D3FEA}" destId="{E673DB6F-E1AA-45BC-97B2-3CE656559A41}" srcOrd="2" destOrd="0" presId="urn:microsoft.com/office/officeart/2005/8/layout/list1"/>
    <dgm:cxn modelId="{74579604-4A82-487F-A82C-4081243AC94B}" type="presParOf" srcId="{9E6DD4A9-BF41-4885-8FF7-9147883D3FEA}" destId="{C41919F8-E893-4811-A303-C83647D0BBB6}" srcOrd="3" destOrd="0" presId="urn:microsoft.com/office/officeart/2005/8/layout/list1"/>
    <dgm:cxn modelId="{9836DFDD-EF52-4FF1-9889-ED4016A4B35F}" type="presParOf" srcId="{9E6DD4A9-BF41-4885-8FF7-9147883D3FEA}" destId="{BF4C9CE1-6A5B-466B-B08E-C24B863B9CDF}" srcOrd="4" destOrd="0" presId="urn:microsoft.com/office/officeart/2005/8/layout/list1"/>
    <dgm:cxn modelId="{A217D009-6A37-47C9-83C5-6F91583E7B64}" type="presParOf" srcId="{BF4C9CE1-6A5B-466B-B08E-C24B863B9CDF}" destId="{AAE2A423-70E1-4E4A-BBA4-935D440E8DC1}" srcOrd="0" destOrd="0" presId="urn:microsoft.com/office/officeart/2005/8/layout/list1"/>
    <dgm:cxn modelId="{B8C47901-2DFB-46C6-9F7E-C73478C05D7B}" type="presParOf" srcId="{BF4C9CE1-6A5B-466B-B08E-C24B863B9CDF}" destId="{B0198881-9869-409B-9A8F-CF5BC79033F0}" srcOrd="1" destOrd="0" presId="urn:microsoft.com/office/officeart/2005/8/layout/list1"/>
    <dgm:cxn modelId="{AB330DA4-91A5-4782-BAC2-C0D4D8B9DF1E}" type="presParOf" srcId="{9E6DD4A9-BF41-4885-8FF7-9147883D3FEA}" destId="{170A2CEE-A9C9-4ED3-BC11-1DA3C8BC7D19}" srcOrd="5" destOrd="0" presId="urn:microsoft.com/office/officeart/2005/8/layout/list1"/>
    <dgm:cxn modelId="{58BBBD05-22D4-40AB-9ED0-47B43E68C3E3}" type="presParOf" srcId="{9E6DD4A9-BF41-4885-8FF7-9147883D3FEA}" destId="{4515D899-8454-4709-8D1B-5C5556A814EA}" srcOrd="6" destOrd="0" presId="urn:microsoft.com/office/officeart/2005/8/layout/list1"/>
    <dgm:cxn modelId="{8E484BD0-AACB-4204-96E9-B809FF25381C}" type="presParOf" srcId="{9E6DD4A9-BF41-4885-8FF7-9147883D3FEA}" destId="{16439D90-DA56-4932-B58D-9E4E5434FF91}" srcOrd="7" destOrd="0" presId="urn:microsoft.com/office/officeart/2005/8/layout/list1"/>
    <dgm:cxn modelId="{F8C90946-5F77-44FF-9335-7ED2F0529486}" type="presParOf" srcId="{9E6DD4A9-BF41-4885-8FF7-9147883D3FEA}" destId="{B1EE5375-C25B-4954-8783-6300CA8962B7}" srcOrd="8" destOrd="0" presId="urn:microsoft.com/office/officeart/2005/8/layout/list1"/>
    <dgm:cxn modelId="{8C6AF4E6-D9A2-4B6D-BB28-40CC5111A809}" type="presParOf" srcId="{B1EE5375-C25B-4954-8783-6300CA8962B7}" destId="{05CA741B-D665-4428-B0AD-F8A4E83D8D28}" srcOrd="0" destOrd="0" presId="urn:microsoft.com/office/officeart/2005/8/layout/list1"/>
    <dgm:cxn modelId="{28B4E2FF-2DD4-4617-8D60-BFEA6AE08D54}" type="presParOf" srcId="{B1EE5375-C25B-4954-8783-6300CA8962B7}" destId="{86C7334E-5DAE-4680-B4CD-5AA7368625A3}" srcOrd="1" destOrd="0" presId="urn:microsoft.com/office/officeart/2005/8/layout/list1"/>
    <dgm:cxn modelId="{16869380-4857-4610-984A-A9458D4DD22D}" type="presParOf" srcId="{9E6DD4A9-BF41-4885-8FF7-9147883D3FEA}" destId="{D01E3AEB-EBC6-4562-82B3-A66982F910EA}" srcOrd="9" destOrd="0" presId="urn:microsoft.com/office/officeart/2005/8/layout/list1"/>
    <dgm:cxn modelId="{6EB35CB8-C8CD-46B4-8678-FF035E94E298}" type="presParOf" srcId="{9E6DD4A9-BF41-4885-8FF7-9147883D3FEA}" destId="{529D1BAD-01AD-47BD-B743-2C10285BA1E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D75D127-E275-4098-B030-5BF27D2CB016}" type="doc">
      <dgm:prSet loTypeId="urn:microsoft.com/office/officeart/2005/8/layout/process4" loCatId="process" qsTypeId="urn:microsoft.com/office/officeart/2005/8/quickstyle/simple4" qsCatId="simple" csTypeId="urn:microsoft.com/office/officeart/2005/8/colors/accent0_3" csCatId="mainScheme" phldr="1"/>
      <dgm:spPr/>
      <dgm:t>
        <a:bodyPr/>
        <a:lstStyle/>
        <a:p>
          <a:endParaRPr lang="en-US"/>
        </a:p>
      </dgm:t>
    </dgm:pt>
    <dgm:pt modelId="{2C305C95-A5CF-4A7E-9989-D4C4DBB89C26}">
      <dgm:prSet/>
      <dgm:spPr/>
      <dgm:t>
        <a:bodyPr/>
        <a:lstStyle/>
        <a:p>
          <a:r>
            <a:rPr lang="en-GB"/>
            <a:t>Threat modelling is a proactive process to identify and mitigate potential security risks.</a:t>
          </a:r>
          <a:endParaRPr lang="en-US"/>
        </a:p>
      </dgm:t>
    </dgm:pt>
    <dgm:pt modelId="{D5D322FD-29D1-435D-B3B2-75F4AB22987B}" type="parTrans" cxnId="{48595E57-46F1-4171-A95F-C744DDD64854}">
      <dgm:prSet/>
      <dgm:spPr/>
      <dgm:t>
        <a:bodyPr/>
        <a:lstStyle/>
        <a:p>
          <a:endParaRPr lang="en-US"/>
        </a:p>
      </dgm:t>
    </dgm:pt>
    <dgm:pt modelId="{0C1DC719-A865-4D52-A1CE-ADF894FCA2CE}" type="sibTrans" cxnId="{48595E57-46F1-4171-A95F-C744DDD64854}">
      <dgm:prSet/>
      <dgm:spPr/>
      <dgm:t>
        <a:bodyPr/>
        <a:lstStyle/>
        <a:p>
          <a:endParaRPr lang="en-US"/>
        </a:p>
      </dgm:t>
    </dgm:pt>
    <dgm:pt modelId="{D12855DA-6B0A-420A-A13B-FADE1D61C2BA}">
      <dgm:prSet/>
      <dgm:spPr/>
      <dgm:t>
        <a:bodyPr/>
        <a:lstStyle/>
        <a:p>
          <a:r>
            <a:rPr lang="en-CA"/>
            <a:t>The Threat Modeling Process</a:t>
          </a:r>
          <a:r>
            <a:rPr lang="en-GB"/>
            <a:t>:</a:t>
          </a:r>
          <a:endParaRPr lang="en-US"/>
        </a:p>
      </dgm:t>
    </dgm:pt>
    <dgm:pt modelId="{396E2192-30C1-45A6-9187-654A0C7FAAA4}" type="parTrans" cxnId="{53D8C74B-F996-4C12-BE3E-D6401AF219A8}">
      <dgm:prSet/>
      <dgm:spPr/>
      <dgm:t>
        <a:bodyPr/>
        <a:lstStyle/>
        <a:p>
          <a:endParaRPr lang="en-US"/>
        </a:p>
      </dgm:t>
    </dgm:pt>
    <dgm:pt modelId="{42C635BE-938D-438A-A273-BAC2786C1F85}" type="sibTrans" cxnId="{53D8C74B-F996-4C12-BE3E-D6401AF219A8}">
      <dgm:prSet/>
      <dgm:spPr/>
      <dgm:t>
        <a:bodyPr/>
        <a:lstStyle/>
        <a:p>
          <a:endParaRPr lang="en-US"/>
        </a:p>
      </dgm:t>
    </dgm:pt>
    <dgm:pt modelId="{BA80E0C4-5A85-4E29-8FB1-53C873773131}">
      <dgm:prSet/>
      <dgm:spPr/>
      <dgm:t>
        <a:bodyPr/>
        <a:lstStyle/>
        <a:p>
          <a:pPr>
            <a:buFont typeface="+mj-lt"/>
            <a:buAutoNum type="arabicPeriod"/>
          </a:pPr>
          <a:r>
            <a:rPr lang="en-GB" dirty="0"/>
            <a:t>Identify Assets: Determine what you're protecting (data, systems, etc.).</a:t>
          </a:r>
          <a:endParaRPr lang="en-US" dirty="0"/>
        </a:p>
      </dgm:t>
    </dgm:pt>
    <dgm:pt modelId="{6CB0E4E3-F3C5-47E0-B50A-B025AF2E9167}" type="parTrans" cxnId="{C15AA2B8-59B2-4A3B-A09F-D69284B966DF}">
      <dgm:prSet/>
      <dgm:spPr/>
      <dgm:t>
        <a:bodyPr/>
        <a:lstStyle/>
        <a:p>
          <a:endParaRPr lang="en-US"/>
        </a:p>
      </dgm:t>
    </dgm:pt>
    <dgm:pt modelId="{5CB9BA72-79BE-45CF-9A49-73D3DE0DC6D0}" type="sibTrans" cxnId="{C15AA2B8-59B2-4A3B-A09F-D69284B966DF}">
      <dgm:prSet/>
      <dgm:spPr/>
      <dgm:t>
        <a:bodyPr/>
        <a:lstStyle/>
        <a:p>
          <a:endParaRPr lang="en-US"/>
        </a:p>
      </dgm:t>
    </dgm:pt>
    <dgm:pt modelId="{7710BD0B-24CC-46F8-96DF-A1C5539D40DC}">
      <dgm:prSet/>
      <dgm:spPr/>
      <dgm:t>
        <a:bodyPr/>
        <a:lstStyle/>
        <a:p>
          <a:pPr>
            <a:buFont typeface="+mj-lt"/>
            <a:buAutoNum type="arabicPeriod"/>
          </a:pPr>
          <a:r>
            <a:rPr lang="en-GB" dirty="0"/>
            <a:t>Identify Threats: Use techniques like STRIDE or DREAD to identify potential threats.</a:t>
          </a:r>
          <a:endParaRPr lang="en-US" dirty="0"/>
        </a:p>
      </dgm:t>
    </dgm:pt>
    <dgm:pt modelId="{9853858D-36C5-46B1-B29B-7FF1014ABD25}" type="parTrans" cxnId="{9232DF9E-F6B0-4783-AD03-F36BAF2C4BE6}">
      <dgm:prSet/>
      <dgm:spPr/>
      <dgm:t>
        <a:bodyPr/>
        <a:lstStyle/>
        <a:p>
          <a:endParaRPr lang="en-US"/>
        </a:p>
      </dgm:t>
    </dgm:pt>
    <dgm:pt modelId="{16DC3C84-3EEF-412A-BE2B-965DB8F6621A}" type="sibTrans" cxnId="{9232DF9E-F6B0-4783-AD03-F36BAF2C4BE6}">
      <dgm:prSet/>
      <dgm:spPr/>
      <dgm:t>
        <a:bodyPr/>
        <a:lstStyle/>
        <a:p>
          <a:endParaRPr lang="en-US"/>
        </a:p>
      </dgm:t>
    </dgm:pt>
    <dgm:pt modelId="{F3304F0E-F47D-4404-89CD-594C5CE1080B}">
      <dgm:prSet/>
      <dgm:spPr/>
      <dgm:t>
        <a:bodyPr/>
        <a:lstStyle/>
        <a:p>
          <a:pPr>
            <a:buFont typeface="+mj-lt"/>
            <a:buAutoNum type="arabicPeriod"/>
          </a:pPr>
          <a:r>
            <a:rPr lang="en-GB" dirty="0"/>
            <a:t>Analyse Vulnerabilities: Assess how threats could exploit vulnerabilities in your system.</a:t>
          </a:r>
          <a:endParaRPr lang="en-US" dirty="0"/>
        </a:p>
      </dgm:t>
    </dgm:pt>
    <dgm:pt modelId="{3AEAA63C-958D-436E-A74F-3ACFD23BDD22}" type="parTrans" cxnId="{63B92936-4A09-40FB-836F-331989179F97}">
      <dgm:prSet/>
      <dgm:spPr/>
      <dgm:t>
        <a:bodyPr/>
        <a:lstStyle/>
        <a:p>
          <a:endParaRPr lang="en-US"/>
        </a:p>
      </dgm:t>
    </dgm:pt>
    <dgm:pt modelId="{40DC4181-9A2B-46FD-B39D-26075210F2B6}" type="sibTrans" cxnId="{63B92936-4A09-40FB-836F-331989179F97}">
      <dgm:prSet/>
      <dgm:spPr/>
      <dgm:t>
        <a:bodyPr/>
        <a:lstStyle/>
        <a:p>
          <a:endParaRPr lang="en-US"/>
        </a:p>
      </dgm:t>
    </dgm:pt>
    <dgm:pt modelId="{C212B487-A88F-47D0-95A8-552C6098F410}">
      <dgm:prSet/>
      <dgm:spPr/>
      <dgm:t>
        <a:bodyPr/>
        <a:lstStyle/>
        <a:p>
          <a:pPr>
            <a:buFont typeface="+mj-lt"/>
            <a:buAutoNum type="arabicPeriod"/>
          </a:pPr>
          <a:r>
            <a:rPr lang="en-GB" dirty="0"/>
            <a:t>Prioritize Risks: Evaluate the likelihood and impact of each threat.</a:t>
          </a:r>
          <a:endParaRPr lang="en-US" dirty="0"/>
        </a:p>
      </dgm:t>
    </dgm:pt>
    <dgm:pt modelId="{0FA0659F-5222-41FD-8939-0058241A87BB}" type="parTrans" cxnId="{754E3A71-6BC8-49A2-AC86-E2092268C0EA}">
      <dgm:prSet/>
      <dgm:spPr/>
      <dgm:t>
        <a:bodyPr/>
        <a:lstStyle/>
        <a:p>
          <a:endParaRPr lang="en-US"/>
        </a:p>
      </dgm:t>
    </dgm:pt>
    <dgm:pt modelId="{251B1ED6-2A4B-49D1-910B-3BC52BFEBD27}" type="sibTrans" cxnId="{754E3A71-6BC8-49A2-AC86-E2092268C0EA}">
      <dgm:prSet/>
      <dgm:spPr/>
      <dgm:t>
        <a:bodyPr/>
        <a:lstStyle/>
        <a:p>
          <a:endParaRPr lang="en-US"/>
        </a:p>
      </dgm:t>
    </dgm:pt>
    <dgm:pt modelId="{50BDA7BF-0C34-4E0C-A04A-5A307EBB7DAE}">
      <dgm:prSet/>
      <dgm:spPr/>
      <dgm:t>
        <a:bodyPr/>
        <a:lstStyle/>
        <a:p>
          <a:pPr>
            <a:buFont typeface="+mj-lt"/>
            <a:buAutoNum type="arabicPeriod"/>
          </a:pPr>
          <a:r>
            <a:rPr lang="en-GB" dirty="0"/>
            <a:t>Develop Mitigation Strategies: Create plans to address identified risks.</a:t>
          </a:r>
          <a:endParaRPr lang="en-US" dirty="0"/>
        </a:p>
      </dgm:t>
    </dgm:pt>
    <dgm:pt modelId="{4B66B621-7E75-49D5-8084-F30BBC114062}" type="parTrans" cxnId="{597E20D1-2B1C-4E55-8C9A-4FCF4E02D784}">
      <dgm:prSet/>
      <dgm:spPr/>
      <dgm:t>
        <a:bodyPr/>
        <a:lstStyle/>
        <a:p>
          <a:endParaRPr lang="en-US"/>
        </a:p>
      </dgm:t>
    </dgm:pt>
    <dgm:pt modelId="{24BFE1B6-FF30-4B6B-8A35-CC22654266B4}" type="sibTrans" cxnId="{597E20D1-2B1C-4E55-8C9A-4FCF4E02D784}">
      <dgm:prSet/>
      <dgm:spPr/>
      <dgm:t>
        <a:bodyPr/>
        <a:lstStyle/>
        <a:p>
          <a:endParaRPr lang="en-US"/>
        </a:p>
      </dgm:t>
    </dgm:pt>
    <dgm:pt modelId="{09B77A86-C202-4A37-9058-9F59A4C5E9B1}" type="pres">
      <dgm:prSet presAssocID="{9D75D127-E275-4098-B030-5BF27D2CB016}" presName="Name0" presStyleCnt="0">
        <dgm:presLayoutVars>
          <dgm:dir/>
          <dgm:animLvl val="lvl"/>
          <dgm:resizeHandles val="exact"/>
        </dgm:presLayoutVars>
      </dgm:prSet>
      <dgm:spPr/>
    </dgm:pt>
    <dgm:pt modelId="{44D6A5BD-11BA-467D-BAE6-917553FE5CD3}" type="pres">
      <dgm:prSet presAssocID="{D12855DA-6B0A-420A-A13B-FADE1D61C2BA}" presName="boxAndChildren" presStyleCnt="0"/>
      <dgm:spPr/>
    </dgm:pt>
    <dgm:pt modelId="{CC80A150-C7A2-4604-9298-272317E82CDA}" type="pres">
      <dgm:prSet presAssocID="{D12855DA-6B0A-420A-A13B-FADE1D61C2BA}" presName="parentTextBox" presStyleLbl="node1" presStyleIdx="0" presStyleCnt="2"/>
      <dgm:spPr/>
    </dgm:pt>
    <dgm:pt modelId="{E02AC17C-9B9F-4F21-9648-1B0B2650B2A5}" type="pres">
      <dgm:prSet presAssocID="{D12855DA-6B0A-420A-A13B-FADE1D61C2BA}" presName="entireBox" presStyleLbl="node1" presStyleIdx="0" presStyleCnt="2"/>
      <dgm:spPr/>
    </dgm:pt>
    <dgm:pt modelId="{CED2AAAD-7B90-4C06-B341-38E2D327C5FC}" type="pres">
      <dgm:prSet presAssocID="{D12855DA-6B0A-420A-A13B-FADE1D61C2BA}" presName="descendantBox" presStyleCnt="0"/>
      <dgm:spPr/>
    </dgm:pt>
    <dgm:pt modelId="{368EA682-835A-492D-BAC8-5FBC396E5C82}" type="pres">
      <dgm:prSet presAssocID="{BA80E0C4-5A85-4E29-8FB1-53C873773131}" presName="childTextBox" presStyleLbl="fgAccFollowNode1" presStyleIdx="0" presStyleCnt="5">
        <dgm:presLayoutVars>
          <dgm:bulletEnabled val="1"/>
        </dgm:presLayoutVars>
      </dgm:prSet>
      <dgm:spPr/>
    </dgm:pt>
    <dgm:pt modelId="{830313D2-AC7C-4D95-9ED0-64C715D4E687}" type="pres">
      <dgm:prSet presAssocID="{7710BD0B-24CC-46F8-96DF-A1C5539D40DC}" presName="childTextBox" presStyleLbl="fgAccFollowNode1" presStyleIdx="1" presStyleCnt="5">
        <dgm:presLayoutVars>
          <dgm:bulletEnabled val="1"/>
        </dgm:presLayoutVars>
      </dgm:prSet>
      <dgm:spPr/>
    </dgm:pt>
    <dgm:pt modelId="{6A9482DE-C5F9-4780-9804-1549BCFCF7D2}" type="pres">
      <dgm:prSet presAssocID="{F3304F0E-F47D-4404-89CD-594C5CE1080B}" presName="childTextBox" presStyleLbl="fgAccFollowNode1" presStyleIdx="2" presStyleCnt="5">
        <dgm:presLayoutVars>
          <dgm:bulletEnabled val="1"/>
        </dgm:presLayoutVars>
      </dgm:prSet>
      <dgm:spPr/>
    </dgm:pt>
    <dgm:pt modelId="{5C8432F9-DCF4-4D99-A9C2-7D5CC36EB051}" type="pres">
      <dgm:prSet presAssocID="{C212B487-A88F-47D0-95A8-552C6098F410}" presName="childTextBox" presStyleLbl="fgAccFollowNode1" presStyleIdx="3" presStyleCnt="5">
        <dgm:presLayoutVars>
          <dgm:bulletEnabled val="1"/>
        </dgm:presLayoutVars>
      </dgm:prSet>
      <dgm:spPr/>
    </dgm:pt>
    <dgm:pt modelId="{05F908C4-5E68-4319-B5DB-40714381572A}" type="pres">
      <dgm:prSet presAssocID="{50BDA7BF-0C34-4E0C-A04A-5A307EBB7DAE}" presName="childTextBox" presStyleLbl="fgAccFollowNode1" presStyleIdx="4" presStyleCnt="5">
        <dgm:presLayoutVars>
          <dgm:bulletEnabled val="1"/>
        </dgm:presLayoutVars>
      </dgm:prSet>
      <dgm:spPr/>
    </dgm:pt>
    <dgm:pt modelId="{09C80175-1679-4B71-B38E-F6E4CA5C67D0}" type="pres">
      <dgm:prSet presAssocID="{0C1DC719-A865-4D52-A1CE-ADF894FCA2CE}" presName="sp" presStyleCnt="0"/>
      <dgm:spPr/>
    </dgm:pt>
    <dgm:pt modelId="{EFC72B40-22A6-4438-8A90-F3446607DEAE}" type="pres">
      <dgm:prSet presAssocID="{2C305C95-A5CF-4A7E-9989-D4C4DBB89C26}" presName="arrowAndChildren" presStyleCnt="0"/>
      <dgm:spPr/>
    </dgm:pt>
    <dgm:pt modelId="{F75F0F1D-BC2F-4BE6-9D64-8CD6982D1D4F}" type="pres">
      <dgm:prSet presAssocID="{2C305C95-A5CF-4A7E-9989-D4C4DBB89C26}" presName="parentTextArrow" presStyleLbl="node1" presStyleIdx="1" presStyleCnt="2"/>
      <dgm:spPr/>
    </dgm:pt>
  </dgm:ptLst>
  <dgm:cxnLst>
    <dgm:cxn modelId="{6987A103-CF2B-44FA-9EF7-DAD9BC58207E}" type="presOf" srcId="{D12855DA-6B0A-420A-A13B-FADE1D61C2BA}" destId="{CC80A150-C7A2-4604-9298-272317E82CDA}" srcOrd="0" destOrd="0" presId="urn:microsoft.com/office/officeart/2005/8/layout/process4"/>
    <dgm:cxn modelId="{D25DDE0C-D389-43DB-9848-14C3F8400C04}" type="presOf" srcId="{2C305C95-A5CF-4A7E-9989-D4C4DBB89C26}" destId="{F75F0F1D-BC2F-4BE6-9D64-8CD6982D1D4F}" srcOrd="0" destOrd="0" presId="urn:microsoft.com/office/officeart/2005/8/layout/process4"/>
    <dgm:cxn modelId="{85E3630E-369E-4ED2-83AA-22685D28FF75}" type="presOf" srcId="{9D75D127-E275-4098-B030-5BF27D2CB016}" destId="{09B77A86-C202-4A37-9058-9F59A4C5E9B1}" srcOrd="0" destOrd="0" presId="urn:microsoft.com/office/officeart/2005/8/layout/process4"/>
    <dgm:cxn modelId="{2283881B-1AE2-43FC-B2C5-1330DBB72CA0}" type="presOf" srcId="{D12855DA-6B0A-420A-A13B-FADE1D61C2BA}" destId="{E02AC17C-9B9F-4F21-9648-1B0B2650B2A5}" srcOrd="1" destOrd="0" presId="urn:microsoft.com/office/officeart/2005/8/layout/process4"/>
    <dgm:cxn modelId="{63B92936-4A09-40FB-836F-331989179F97}" srcId="{D12855DA-6B0A-420A-A13B-FADE1D61C2BA}" destId="{F3304F0E-F47D-4404-89CD-594C5CE1080B}" srcOrd="2" destOrd="0" parTransId="{3AEAA63C-958D-436E-A74F-3ACFD23BDD22}" sibTransId="{40DC4181-9A2B-46FD-B39D-26075210F2B6}"/>
    <dgm:cxn modelId="{53D8C74B-F996-4C12-BE3E-D6401AF219A8}" srcId="{9D75D127-E275-4098-B030-5BF27D2CB016}" destId="{D12855DA-6B0A-420A-A13B-FADE1D61C2BA}" srcOrd="1" destOrd="0" parTransId="{396E2192-30C1-45A6-9187-654A0C7FAAA4}" sibTransId="{42C635BE-938D-438A-A273-BAC2786C1F85}"/>
    <dgm:cxn modelId="{754E3A71-6BC8-49A2-AC86-E2092268C0EA}" srcId="{D12855DA-6B0A-420A-A13B-FADE1D61C2BA}" destId="{C212B487-A88F-47D0-95A8-552C6098F410}" srcOrd="3" destOrd="0" parTransId="{0FA0659F-5222-41FD-8939-0058241A87BB}" sibTransId="{251B1ED6-2A4B-49D1-910B-3BC52BFEBD27}"/>
    <dgm:cxn modelId="{48595E57-46F1-4171-A95F-C744DDD64854}" srcId="{9D75D127-E275-4098-B030-5BF27D2CB016}" destId="{2C305C95-A5CF-4A7E-9989-D4C4DBB89C26}" srcOrd="0" destOrd="0" parTransId="{D5D322FD-29D1-435D-B3B2-75F4AB22987B}" sibTransId="{0C1DC719-A865-4D52-A1CE-ADF894FCA2CE}"/>
    <dgm:cxn modelId="{F04BEB78-CC78-4664-9C7E-E2ACF8B2F4B7}" type="presOf" srcId="{7710BD0B-24CC-46F8-96DF-A1C5539D40DC}" destId="{830313D2-AC7C-4D95-9ED0-64C715D4E687}" srcOrd="0" destOrd="0" presId="urn:microsoft.com/office/officeart/2005/8/layout/process4"/>
    <dgm:cxn modelId="{533E1D8E-6842-4CEB-8A0C-07E95C88644A}" type="presOf" srcId="{50BDA7BF-0C34-4E0C-A04A-5A307EBB7DAE}" destId="{05F908C4-5E68-4319-B5DB-40714381572A}" srcOrd="0" destOrd="0" presId="urn:microsoft.com/office/officeart/2005/8/layout/process4"/>
    <dgm:cxn modelId="{25855399-89E4-4129-9E90-8335E56C7ACB}" type="presOf" srcId="{BA80E0C4-5A85-4E29-8FB1-53C873773131}" destId="{368EA682-835A-492D-BAC8-5FBC396E5C82}" srcOrd="0" destOrd="0" presId="urn:microsoft.com/office/officeart/2005/8/layout/process4"/>
    <dgm:cxn modelId="{9232DF9E-F6B0-4783-AD03-F36BAF2C4BE6}" srcId="{D12855DA-6B0A-420A-A13B-FADE1D61C2BA}" destId="{7710BD0B-24CC-46F8-96DF-A1C5539D40DC}" srcOrd="1" destOrd="0" parTransId="{9853858D-36C5-46B1-B29B-7FF1014ABD25}" sibTransId="{16DC3C84-3EEF-412A-BE2B-965DB8F6621A}"/>
    <dgm:cxn modelId="{C15AA2B8-59B2-4A3B-A09F-D69284B966DF}" srcId="{D12855DA-6B0A-420A-A13B-FADE1D61C2BA}" destId="{BA80E0C4-5A85-4E29-8FB1-53C873773131}" srcOrd="0" destOrd="0" parTransId="{6CB0E4E3-F3C5-47E0-B50A-B025AF2E9167}" sibTransId="{5CB9BA72-79BE-45CF-9A49-73D3DE0DC6D0}"/>
    <dgm:cxn modelId="{597E20D1-2B1C-4E55-8C9A-4FCF4E02D784}" srcId="{D12855DA-6B0A-420A-A13B-FADE1D61C2BA}" destId="{50BDA7BF-0C34-4E0C-A04A-5A307EBB7DAE}" srcOrd="4" destOrd="0" parTransId="{4B66B621-7E75-49D5-8084-F30BBC114062}" sibTransId="{24BFE1B6-FF30-4B6B-8A35-CC22654266B4}"/>
    <dgm:cxn modelId="{CD2992E7-8C2D-4DDC-9EAA-57ECF5607988}" type="presOf" srcId="{C212B487-A88F-47D0-95A8-552C6098F410}" destId="{5C8432F9-DCF4-4D99-A9C2-7D5CC36EB051}" srcOrd="0" destOrd="0" presId="urn:microsoft.com/office/officeart/2005/8/layout/process4"/>
    <dgm:cxn modelId="{EDCB20EE-18BB-498B-BD84-5CCC237D6E2D}" type="presOf" srcId="{F3304F0E-F47D-4404-89CD-594C5CE1080B}" destId="{6A9482DE-C5F9-4780-9804-1549BCFCF7D2}" srcOrd="0" destOrd="0" presId="urn:microsoft.com/office/officeart/2005/8/layout/process4"/>
    <dgm:cxn modelId="{5FD82731-4323-4CBF-8A32-F5254A2745BB}" type="presParOf" srcId="{09B77A86-C202-4A37-9058-9F59A4C5E9B1}" destId="{44D6A5BD-11BA-467D-BAE6-917553FE5CD3}" srcOrd="0" destOrd="0" presId="urn:microsoft.com/office/officeart/2005/8/layout/process4"/>
    <dgm:cxn modelId="{B3CDBEB9-BB52-49B8-A9F0-9F0F1B49BA4F}" type="presParOf" srcId="{44D6A5BD-11BA-467D-BAE6-917553FE5CD3}" destId="{CC80A150-C7A2-4604-9298-272317E82CDA}" srcOrd="0" destOrd="0" presId="urn:microsoft.com/office/officeart/2005/8/layout/process4"/>
    <dgm:cxn modelId="{2021FE7C-C9B0-47A8-8413-B344C2600BFA}" type="presParOf" srcId="{44D6A5BD-11BA-467D-BAE6-917553FE5CD3}" destId="{E02AC17C-9B9F-4F21-9648-1B0B2650B2A5}" srcOrd="1" destOrd="0" presId="urn:microsoft.com/office/officeart/2005/8/layout/process4"/>
    <dgm:cxn modelId="{BB5507D3-73D4-41DA-B09E-7338644CF1E1}" type="presParOf" srcId="{44D6A5BD-11BA-467D-BAE6-917553FE5CD3}" destId="{CED2AAAD-7B90-4C06-B341-38E2D327C5FC}" srcOrd="2" destOrd="0" presId="urn:microsoft.com/office/officeart/2005/8/layout/process4"/>
    <dgm:cxn modelId="{89995CA3-6375-4A8D-B931-5325182DCC43}" type="presParOf" srcId="{CED2AAAD-7B90-4C06-B341-38E2D327C5FC}" destId="{368EA682-835A-492D-BAC8-5FBC396E5C82}" srcOrd="0" destOrd="0" presId="urn:microsoft.com/office/officeart/2005/8/layout/process4"/>
    <dgm:cxn modelId="{950B1173-93F6-4253-8611-E0F115A1BC19}" type="presParOf" srcId="{CED2AAAD-7B90-4C06-B341-38E2D327C5FC}" destId="{830313D2-AC7C-4D95-9ED0-64C715D4E687}" srcOrd="1" destOrd="0" presId="urn:microsoft.com/office/officeart/2005/8/layout/process4"/>
    <dgm:cxn modelId="{9960A567-2B25-46C8-813B-EF1D1BEC31AC}" type="presParOf" srcId="{CED2AAAD-7B90-4C06-B341-38E2D327C5FC}" destId="{6A9482DE-C5F9-4780-9804-1549BCFCF7D2}" srcOrd="2" destOrd="0" presId="urn:microsoft.com/office/officeart/2005/8/layout/process4"/>
    <dgm:cxn modelId="{67914819-53C8-44F2-A84E-139D9D1BE435}" type="presParOf" srcId="{CED2AAAD-7B90-4C06-B341-38E2D327C5FC}" destId="{5C8432F9-DCF4-4D99-A9C2-7D5CC36EB051}" srcOrd="3" destOrd="0" presId="urn:microsoft.com/office/officeart/2005/8/layout/process4"/>
    <dgm:cxn modelId="{7D9425C7-5C6B-4B97-9DFE-7C5984B379A1}" type="presParOf" srcId="{CED2AAAD-7B90-4C06-B341-38E2D327C5FC}" destId="{05F908C4-5E68-4319-B5DB-40714381572A}" srcOrd="4" destOrd="0" presId="urn:microsoft.com/office/officeart/2005/8/layout/process4"/>
    <dgm:cxn modelId="{67D4D849-59BB-4BAD-846C-5902B1A54FDA}" type="presParOf" srcId="{09B77A86-C202-4A37-9058-9F59A4C5E9B1}" destId="{09C80175-1679-4B71-B38E-F6E4CA5C67D0}" srcOrd="1" destOrd="0" presId="urn:microsoft.com/office/officeart/2005/8/layout/process4"/>
    <dgm:cxn modelId="{4E9EF3AB-5870-41C2-9755-07A07A194657}" type="presParOf" srcId="{09B77A86-C202-4A37-9058-9F59A4C5E9B1}" destId="{EFC72B40-22A6-4438-8A90-F3446607DEAE}" srcOrd="2" destOrd="0" presId="urn:microsoft.com/office/officeart/2005/8/layout/process4"/>
    <dgm:cxn modelId="{9DED7C1C-EC0F-4461-9A5C-456D6B96222C}" type="presParOf" srcId="{EFC72B40-22A6-4438-8A90-F3446607DEAE}" destId="{F75F0F1D-BC2F-4BE6-9D64-8CD6982D1D4F}"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D7335CF-0EEC-431F-9F11-40B9B05A0B71}"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360DA422-0169-478E-B803-3E8680FAA448}">
      <dgm:prSet/>
      <dgm:spPr/>
      <dgm:t>
        <a:bodyPr/>
        <a:lstStyle/>
        <a:p>
          <a:r>
            <a:rPr lang="en-CA"/>
            <a:t>Vulnerabilities</a:t>
          </a:r>
          <a:endParaRPr lang="en-US"/>
        </a:p>
      </dgm:t>
    </dgm:pt>
    <dgm:pt modelId="{5336F9AE-6383-413D-B405-DFBD7FF80D0F}" type="parTrans" cxnId="{E3277300-5CB5-4CD3-9A7A-4015740803B7}">
      <dgm:prSet/>
      <dgm:spPr/>
      <dgm:t>
        <a:bodyPr/>
        <a:lstStyle/>
        <a:p>
          <a:endParaRPr lang="en-US"/>
        </a:p>
      </dgm:t>
    </dgm:pt>
    <dgm:pt modelId="{2BDE2E2A-1D98-489D-9273-C341E500476C}" type="sibTrans" cxnId="{E3277300-5CB5-4CD3-9A7A-4015740803B7}">
      <dgm:prSet/>
      <dgm:spPr/>
      <dgm:t>
        <a:bodyPr/>
        <a:lstStyle/>
        <a:p>
          <a:endParaRPr lang="en-US"/>
        </a:p>
      </dgm:t>
    </dgm:pt>
    <dgm:pt modelId="{A85F25F3-4921-46D3-8BC9-0E64C9F77AF3}">
      <dgm:prSet/>
      <dgm:spPr/>
      <dgm:t>
        <a:bodyPr/>
        <a:lstStyle/>
        <a:p>
          <a:r>
            <a:rPr lang="en-CA" b="1" u="sng"/>
            <a:t>Weakness</a:t>
          </a:r>
          <a:r>
            <a:rPr lang="en-CA"/>
            <a:t> in the security system</a:t>
          </a:r>
          <a:endParaRPr lang="en-US"/>
        </a:p>
      </dgm:t>
    </dgm:pt>
    <dgm:pt modelId="{41EDCF2E-D3BF-45B8-9D9E-70F76BB1CD14}" type="parTrans" cxnId="{8567732F-57DB-43A4-915D-C886E3888642}">
      <dgm:prSet/>
      <dgm:spPr/>
      <dgm:t>
        <a:bodyPr/>
        <a:lstStyle/>
        <a:p>
          <a:endParaRPr lang="en-US"/>
        </a:p>
      </dgm:t>
    </dgm:pt>
    <dgm:pt modelId="{559CBB89-79C9-4002-BB97-A1DB01452F20}" type="sibTrans" cxnId="{8567732F-57DB-43A4-915D-C886E3888642}">
      <dgm:prSet/>
      <dgm:spPr/>
      <dgm:t>
        <a:bodyPr/>
        <a:lstStyle/>
        <a:p>
          <a:endParaRPr lang="en-US"/>
        </a:p>
      </dgm:t>
    </dgm:pt>
    <dgm:pt modelId="{81D7E18D-EC67-46EC-AAF2-AA9FFB8509C7}">
      <dgm:prSet/>
      <dgm:spPr/>
      <dgm:t>
        <a:bodyPr/>
        <a:lstStyle/>
        <a:p>
          <a:r>
            <a:rPr lang="en-CA"/>
            <a:t>Vulnerable to unauthorized data manipulation </a:t>
          </a:r>
          <a:endParaRPr lang="en-US"/>
        </a:p>
      </dgm:t>
    </dgm:pt>
    <dgm:pt modelId="{C0675BD0-84A4-49E6-846B-D184495C8C92}" type="parTrans" cxnId="{7C5AA41C-D7C9-484F-996A-7E4BC23724CC}">
      <dgm:prSet/>
      <dgm:spPr/>
      <dgm:t>
        <a:bodyPr/>
        <a:lstStyle/>
        <a:p>
          <a:endParaRPr lang="en-US"/>
        </a:p>
      </dgm:t>
    </dgm:pt>
    <dgm:pt modelId="{3C20DBC6-5305-4C8C-B30E-96E224604B24}" type="sibTrans" cxnId="{7C5AA41C-D7C9-484F-996A-7E4BC23724CC}">
      <dgm:prSet/>
      <dgm:spPr/>
      <dgm:t>
        <a:bodyPr/>
        <a:lstStyle/>
        <a:p>
          <a:endParaRPr lang="en-US"/>
        </a:p>
      </dgm:t>
    </dgm:pt>
    <dgm:pt modelId="{B512F490-73A5-4FC3-9866-F5B2BD8C1A78}">
      <dgm:prSet/>
      <dgm:spPr/>
      <dgm:t>
        <a:bodyPr/>
        <a:lstStyle/>
        <a:p>
          <a:r>
            <a:rPr lang="en-CA"/>
            <a:t>Threats</a:t>
          </a:r>
          <a:endParaRPr lang="en-US"/>
        </a:p>
      </dgm:t>
    </dgm:pt>
    <dgm:pt modelId="{B77E2172-1F10-48E8-8F19-BEE8D2541702}" type="parTrans" cxnId="{4C35BA5D-1A1F-4DB7-81A1-7361C59BEE08}">
      <dgm:prSet/>
      <dgm:spPr/>
      <dgm:t>
        <a:bodyPr/>
        <a:lstStyle/>
        <a:p>
          <a:endParaRPr lang="en-US"/>
        </a:p>
      </dgm:t>
    </dgm:pt>
    <dgm:pt modelId="{D6B2D7D5-96AF-4B45-B084-D366E1F5B8C2}" type="sibTrans" cxnId="{4C35BA5D-1A1F-4DB7-81A1-7361C59BEE08}">
      <dgm:prSet/>
      <dgm:spPr/>
      <dgm:t>
        <a:bodyPr/>
        <a:lstStyle/>
        <a:p>
          <a:endParaRPr lang="en-US"/>
        </a:p>
      </dgm:t>
    </dgm:pt>
    <dgm:pt modelId="{4F501EDA-D23F-44D1-947D-7C074453B93C}">
      <dgm:prSet/>
      <dgm:spPr/>
      <dgm:t>
        <a:bodyPr/>
        <a:lstStyle/>
        <a:p>
          <a:r>
            <a:rPr lang="en-CA"/>
            <a:t>A set of </a:t>
          </a:r>
          <a:r>
            <a:rPr lang="en-CA" b="1" u="sng"/>
            <a:t>circumstances</a:t>
          </a:r>
          <a:r>
            <a:rPr lang="en-CA"/>
            <a:t> that has the </a:t>
          </a:r>
          <a:r>
            <a:rPr lang="en-CA" b="1" u="sng"/>
            <a:t>potential to cause loss or harm</a:t>
          </a:r>
          <a:endParaRPr lang="en-US"/>
        </a:p>
      </dgm:t>
    </dgm:pt>
    <dgm:pt modelId="{7024A528-0B8F-4B63-9549-1871723DD388}" type="parTrans" cxnId="{B8FFC521-6FB8-4777-8184-EB8F756DC0A2}">
      <dgm:prSet/>
      <dgm:spPr/>
      <dgm:t>
        <a:bodyPr/>
        <a:lstStyle/>
        <a:p>
          <a:endParaRPr lang="en-US"/>
        </a:p>
      </dgm:t>
    </dgm:pt>
    <dgm:pt modelId="{3F65CEE1-202C-4ADB-98AD-5DF0A9139FE9}" type="sibTrans" cxnId="{B8FFC521-6FB8-4777-8184-EB8F756DC0A2}">
      <dgm:prSet/>
      <dgm:spPr/>
      <dgm:t>
        <a:bodyPr/>
        <a:lstStyle/>
        <a:p>
          <a:endParaRPr lang="en-US"/>
        </a:p>
      </dgm:t>
    </dgm:pt>
    <dgm:pt modelId="{26E45123-8729-42D9-AE03-BD446E0E1239}">
      <dgm:prSet/>
      <dgm:spPr/>
      <dgm:t>
        <a:bodyPr/>
        <a:lstStyle/>
        <a:p>
          <a:r>
            <a:rPr lang="en-CA"/>
            <a:t>Illicit copying of program or data files</a:t>
          </a:r>
          <a:endParaRPr lang="en-US"/>
        </a:p>
      </dgm:t>
    </dgm:pt>
    <dgm:pt modelId="{CD0BDF65-0123-4CD1-9147-B9BF0FC8C451}" type="parTrans" cxnId="{6EF565DE-4765-4368-885F-58B4CCD4C768}">
      <dgm:prSet/>
      <dgm:spPr/>
      <dgm:t>
        <a:bodyPr/>
        <a:lstStyle/>
        <a:p>
          <a:endParaRPr lang="en-US"/>
        </a:p>
      </dgm:t>
    </dgm:pt>
    <dgm:pt modelId="{5438FC6A-9BF1-4E8C-92D3-88AD4E1FF33B}" type="sibTrans" cxnId="{6EF565DE-4765-4368-885F-58B4CCD4C768}">
      <dgm:prSet/>
      <dgm:spPr/>
      <dgm:t>
        <a:bodyPr/>
        <a:lstStyle/>
        <a:p>
          <a:endParaRPr lang="en-US"/>
        </a:p>
      </dgm:t>
    </dgm:pt>
    <dgm:pt modelId="{FDDE133D-E5E0-4989-B20C-B6A8AAAE8FE4}">
      <dgm:prSet/>
      <dgm:spPr/>
      <dgm:t>
        <a:bodyPr/>
        <a:lstStyle/>
        <a:p>
          <a:r>
            <a:rPr lang="en-CA"/>
            <a:t>Attacks</a:t>
          </a:r>
          <a:endParaRPr lang="en-US"/>
        </a:p>
      </dgm:t>
    </dgm:pt>
    <dgm:pt modelId="{80D3A0BD-79F0-49C8-846A-AD6EFCED9609}" type="parTrans" cxnId="{6F9145B2-C509-4993-A60A-B5C7DFE0E9D0}">
      <dgm:prSet/>
      <dgm:spPr/>
      <dgm:t>
        <a:bodyPr/>
        <a:lstStyle/>
        <a:p>
          <a:endParaRPr lang="en-US"/>
        </a:p>
      </dgm:t>
    </dgm:pt>
    <dgm:pt modelId="{0217DC07-B5EF-4B6F-80D0-99E3AF1C7B0C}" type="sibTrans" cxnId="{6F9145B2-C509-4993-A60A-B5C7DFE0E9D0}">
      <dgm:prSet/>
      <dgm:spPr/>
      <dgm:t>
        <a:bodyPr/>
        <a:lstStyle/>
        <a:p>
          <a:endParaRPr lang="en-US"/>
        </a:p>
      </dgm:t>
    </dgm:pt>
    <dgm:pt modelId="{E8A6384A-B82C-4C0B-8609-E582EB79EED2}">
      <dgm:prSet/>
      <dgm:spPr/>
      <dgm:t>
        <a:bodyPr/>
        <a:lstStyle/>
        <a:p>
          <a:r>
            <a:rPr lang="en-CA" b="1" u="sng"/>
            <a:t>Harm or loss committed </a:t>
          </a:r>
          <a:r>
            <a:rPr lang="en-CA"/>
            <a:t>by a person or system who exploit a vulnerability</a:t>
          </a:r>
          <a:endParaRPr lang="en-US"/>
        </a:p>
      </dgm:t>
    </dgm:pt>
    <dgm:pt modelId="{66CF45C6-12A6-4C9B-A960-EFAA347FC0F5}" type="parTrans" cxnId="{4DEF6FA1-E8AC-47FA-BE71-9596562B7B50}">
      <dgm:prSet/>
      <dgm:spPr/>
      <dgm:t>
        <a:bodyPr/>
        <a:lstStyle/>
        <a:p>
          <a:endParaRPr lang="en-US"/>
        </a:p>
      </dgm:t>
    </dgm:pt>
    <dgm:pt modelId="{731B360A-7EF4-4876-BEB1-3A741CB3071F}" type="sibTrans" cxnId="{4DEF6FA1-E8AC-47FA-BE71-9596562B7B50}">
      <dgm:prSet/>
      <dgm:spPr/>
      <dgm:t>
        <a:bodyPr/>
        <a:lstStyle/>
        <a:p>
          <a:endParaRPr lang="en-US"/>
        </a:p>
      </dgm:t>
    </dgm:pt>
    <dgm:pt modelId="{86352CBF-9E68-4DB2-8D78-2CB1E9836149}">
      <dgm:prSet/>
      <dgm:spPr/>
      <dgm:t>
        <a:bodyPr/>
        <a:lstStyle/>
        <a:p>
          <a:r>
            <a:rPr lang="en-CA"/>
            <a:t>DOS attack</a:t>
          </a:r>
          <a:endParaRPr lang="en-US"/>
        </a:p>
      </dgm:t>
    </dgm:pt>
    <dgm:pt modelId="{2BA53CAF-C8E6-4BFB-A3C4-7417479F0E19}" type="parTrans" cxnId="{3A780D28-E67D-430F-80F0-B89E5668E5D5}">
      <dgm:prSet/>
      <dgm:spPr/>
      <dgm:t>
        <a:bodyPr/>
        <a:lstStyle/>
        <a:p>
          <a:endParaRPr lang="en-US"/>
        </a:p>
      </dgm:t>
    </dgm:pt>
    <dgm:pt modelId="{8C00203A-3657-4142-BE39-17A228909BE5}" type="sibTrans" cxnId="{3A780D28-E67D-430F-80F0-B89E5668E5D5}">
      <dgm:prSet/>
      <dgm:spPr/>
      <dgm:t>
        <a:bodyPr/>
        <a:lstStyle/>
        <a:p>
          <a:endParaRPr lang="en-US"/>
        </a:p>
      </dgm:t>
    </dgm:pt>
    <dgm:pt modelId="{DB8482E1-9C2C-4D59-88AA-1CEE5FAC1B86}" type="pres">
      <dgm:prSet presAssocID="{9D7335CF-0EEC-431F-9F11-40B9B05A0B71}" presName="linear" presStyleCnt="0">
        <dgm:presLayoutVars>
          <dgm:animLvl val="lvl"/>
          <dgm:resizeHandles val="exact"/>
        </dgm:presLayoutVars>
      </dgm:prSet>
      <dgm:spPr/>
    </dgm:pt>
    <dgm:pt modelId="{C1343F79-4DA2-47EA-BC8E-24F691850098}" type="pres">
      <dgm:prSet presAssocID="{360DA422-0169-478E-B803-3E8680FAA448}" presName="parentText" presStyleLbl="node1" presStyleIdx="0" presStyleCnt="3">
        <dgm:presLayoutVars>
          <dgm:chMax val="0"/>
          <dgm:bulletEnabled val="1"/>
        </dgm:presLayoutVars>
      </dgm:prSet>
      <dgm:spPr/>
    </dgm:pt>
    <dgm:pt modelId="{43411398-E145-4B45-9E9A-CB75D138025D}" type="pres">
      <dgm:prSet presAssocID="{360DA422-0169-478E-B803-3E8680FAA448}" presName="childText" presStyleLbl="revTx" presStyleIdx="0" presStyleCnt="3">
        <dgm:presLayoutVars>
          <dgm:bulletEnabled val="1"/>
        </dgm:presLayoutVars>
      </dgm:prSet>
      <dgm:spPr/>
    </dgm:pt>
    <dgm:pt modelId="{00B3EEFD-908E-45E4-9B49-D97CBD35E6C3}" type="pres">
      <dgm:prSet presAssocID="{B512F490-73A5-4FC3-9866-F5B2BD8C1A78}" presName="parentText" presStyleLbl="node1" presStyleIdx="1" presStyleCnt="3">
        <dgm:presLayoutVars>
          <dgm:chMax val="0"/>
          <dgm:bulletEnabled val="1"/>
        </dgm:presLayoutVars>
      </dgm:prSet>
      <dgm:spPr/>
    </dgm:pt>
    <dgm:pt modelId="{5C60E96F-F26C-4108-A396-199A08D61615}" type="pres">
      <dgm:prSet presAssocID="{B512F490-73A5-4FC3-9866-F5B2BD8C1A78}" presName="childText" presStyleLbl="revTx" presStyleIdx="1" presStyleCnt="3">
        <dgm:presLayoutVars>
          <dgm:bulletEnabled val="1"/>
        </dgm:presLayoutVars>
      </dgm:prSet>
      <dgm:spPr/>
    </dgm:pt>
    <dgm:pt modelId="{A8E2E7F4-36DC-459C-83C6-31CF59B4EA98}" type="pres">
      <dgm:prSet presAssocID="{FDDE133D-E5E0-4989-B20C-B6A8AAAE8FE4}" presName="parentText" presStyleLbl="node1" presStyleIdx="2" presStyleCnt="3">
        <dgm:presLayoutVars>
          <dgm:chMax val="0"/>
          <dgm:bulletEnabled val="1"/>
        </dgm:presLayoutVars>
      </dgm:prSet>
      <dgm:spPr/>
    </dgm:pt>
    <dgm:pt modelId="{A58C30BC-F064-4BFF-B100-A6EC0B62B638}" type="pres">
      <dgm:prSet presAssocID="{FDDE133D-E5E0-4989-B20C-B6A8AAAE8FE4}" presName="childText" presStyleLbl="revTx" presStyleIdx="2" presStyleCnt="3">
        <dgm:presLayoutVars>
          <dgm:bulletEnabled val="1"/>
        </dgm:presLayoutVars>
      </dgm:prSet>
      <dgm:spPr/>
    </dgm:pt>
  </dgm:ptLst>
  <dgm:cxnLst>
    <dgm:cxn modelId="{E3277300-5CB5-4CD3-9A7A-4015740803B7}" srcId="{9D7335CF-0EEC-431F-9F11-40B9B05A0B71}" destId="{360DA422-0169-478E-B803-3E8680FAA448}" srcOrd="0" destOrd="0" parTransId="{5336F9AE-6383-413D-B405-DFBD7FF80D0F}" sibTransId="{2BDE2E2A-1D98-489D-9273-C341E500476C}"/>
    <dgm:cxn modelId="{7C5AA41C-D7C9-484F-996A-7E4BC23724CC}" srcId="{A85F25F3-4921-46D3-8BC9-0E64C9F77AF3}" destId="{81D7E18D-EC67-46EC-AAF2-AA9FFB8509C7}" srcOrd="0" destOrd="0" parTransId="{C0675BD0-84A4-49E6-846B-D184495C8C92}" sibTransId="{3C20DBC6-5305-4C8C-B30E-96E224604B24}"/>
    <dgm:cxn modelId="{0770041D-565D-4948-8386-1773CED08020}" type="presOf" srcId="{360DA422-0169-478E-B803-3E8680FAA448}" destId="{C1343F79-4DA2-47EA-BC8E-24F691850098}" srcOrd="0" destOrd="0" presId="urn:microsoft.com/office/officeart/2005/8/layout/vList2"/>
    <dgm:cxn modelId="{5891221D-C078-4785-873F-1E7C0B7626CE}" type="presOf" srcId="{B512F490-73A5-4FC3-9866-F5B2BD8C1A78}" destId="{00B3EEFD-908E-45E4-9B49-D97CBD35E6C3}" srcOrd="0" destOrd="0" presId="urn:microsoft.com/office/officeart/2005/8/layout/vList2"/>
    <dgm:cxn modelId="{B8FFC521-6FB8-4777-8184-EB8F756DC0A2}" srcId="{B512F490-73A5-4FC3-9866-F5B2BD8C1A78}" destId="{4F501EDA-D23F-44D1-947D-7C074453B93C}" srcOrd="0" destOrd="0" parTransId="{7024A528-0B8F-4B63-9549-1871723DD388}" sibTransId="{3F65CEE1-202C-4ADB-98AD-5DF0A9139FE9}"/>
    <dgm:cxn modelId="{3A780D28-E67D-430F-80F0-B89E5668E5D5}" srcId="{E8A6384A-B82C-4C0B-8609-E582EB79EED2}" destId="{86352CBF-9E68-4DB2-8D78-2CB1E9836149}" srcOrd="0" destOrd="0" parTransId="{2BA53CAF-C8E6-4BFB-A3C4-7417479F0E19}" sibTransId="{8C00203A-3657-4142-BE39-17A228909BE5}"/>
    <dgm:cxn modelId="{B58C482D-2514-44F7-956C-78824172EA19}" type="presOf" srcId="{9D7335CF-0EEC-431F-9F11-40B9B05A0B71}" destId="{DB8482E1-9C2C-4D59-88AA-1CEE5FAC1B86}" srcOrd="0" destOrd="0" presId="urn:microsoft.com/office/officeart/2005/8/layout/vList2"/>
    <dgm:cxn modelId="{F1A11C2E-8505-4C81-96B5-66F44C325644}" type="presOf" srcId="{81D7E18D-EC67-46EC-AAF2-AA9FFB8509C7}" destId="{43411398-E145-4B45-9E9A-CB75D138025D}" srcOrd="0" destOrd="1" presId="urn:microsoft.com/office/officeart/2005/8/layout/vList2"/>
    <dgm:cxn modelId="{8567732F-57DB-43A4-915D-C886E3888642}" srcId="{360DA422-0169-478E-B803-3E8680FAA448}" destId="{A85F25F3-4921-46D3-8BC9-0E64C9F77AF3}" srcOrd="0" destOrd="0" parTransId="{41EDCF2E-D3BF-45B8-9D9E-70F76BB1CD14}" sibTransId="{559CBB89-79C9-4002-BB97-A1DB01452F20}"/>
    <dgm:cxn modelId="{4C35BA5D-1A1F-4DB7-81A1-7361C59BEE08}" srcId="{9D7335CF-0EEC-431F-9F11-40B9B05A0B71}" destId="{B512F490-73A5-4FC3-9866-F5B2BD8C1A78}" srcOrd="1" destOrd="0" parTransId="{B77E2172-1F10-48E8-8F19-BEE8D2541702}" sibTransId="{D6B2D7D5-96AF-4B45-B084-D366E1F5B8C2}"/>
    <dgm:cxn modelId="{994B3D4C-25AB-4B8C-8878-95449DD7C3B9}" type="presOf" srcId="{FDDE133D-E5E0-4989-B20C-B6A8AAAE8FE4}" destId="{A8E2E7F4-36DC-459C-83C6-31CF59B4EA98}" srcOrd="0" destOrd="0" presId="urn:microsoft.com/office/officeart/2005/8/layout/vList2"/>
    <dgm:cxn modelId="{F1AD5877-6636-4F5E-9422-2E573F16D397}" type="presOf" srcId="{A85F25F3-4921-46D3-8BC9-0E64C9F77AF3}" destId="{43411398-E145-4B45-9E9A-CB75D138025D}" srcOrd="0" destOrd="0" presId="urn:microsoft.com/office/officeart/2005/8/layout/vList2"/>
    <dgm:cxn modelId="{1141ED5A-F700-47F4-8341-B012F32EE174}" type="presOf" srcId="{4F501EDA-D23F-44D1-947D-7C074453B93C}" destId="{5C60E96F-F26C-4108-A396-199A08D61615}" srcOrd="0" destOrd="0" presId="urn:microsoft.com/office/officeart/2005/8/layout/vList2"/>
    <dgm:cxn modelId="{0D7F0088-EF78-4B51-BCFA-1321C1D09C17}" type="presOf" srcId="{E8A6384A-B82C-4C0B-8609-E582EB79EED2}" destId="{A58C30BC-F064-4BFF-B100-A6EC0B62B638}" srcOrd="0" destOrd="0" presId="urn:microsoft.com/office/officeart/2005/8/layout/vList2"/>
    <dgm:cxn modelId="{3945D098-84FD-4DD3-9D18-F1466CA74E02}" type="presOf" srcId="{26E45123-8729-42D9-AE03-BD446E0E1239}" destId="{5C60E96F-F26C-4108-A396-199A08D61615}" srcOrd="0" destOrd="1" presId="urn:microsoft.com/office/officeart/2005/8/layout/vList2"/>
    <dgm:cxn modelId="{4DEF6FA1-E8AC-47FA-BE71-9596562B7B50}" srcId="{FDDE133D-E5E0-4989-B20C-B6A8AAAE8FE4}" destId="{E8A6384A-B82C-4C0B-8609-E582EB79EED2}" srcOrd="0" destOrd="0" parTransId="{66CF45C6-12A6-4C9B-A960-EFAA347FC0F5}" sibTransId="{731B360A-7EF4-4876-BEB1-3A741CB3071F}"/>
    <dgm:cxn modelId="{F4FE1EAB-9EC7-424C-9ADD-B59FCE9C7FD3}" type="presOf" srcId="{86352CBF-9E68-4DB2-8D78-2CB1E9836149}" destId="{A58C30BC-F064-4BFF-B100-A6EC0B62B638}" srcOrd="0" destOrd="1" presId="urn:microsoft.com/office/officeart/2005/8/layout/vList2"/>
    <dgm:cxn modelId="{6F9145B2-C509-4993-A60A-B5C7DFE0E9D0}" srcId="{9D7335CF-0EEC-431F-9F11-40B9B05A0B71}" destId="{FDDE133D-E5E0-4989-B20C-B6A8AAAE8FE4}" srcOrd="2" destOrd="0" parTransId="{80D3A0BD-79F0-49C8-846A-AD6EFCED9609}" sibTransId="{0217DC07-B5EF-4B6F-80D0-99E3AF1C7B0C}"/>
    <dgm:cxn modelId="{6EF565DE-4765-4368-885F-58B4CCD4C768}" srcId="{4F501EDA-D23F-44D1-947D-7C074453B93C}" destId="{26E45123-8729-42D9-AE03-BD446E0E1239}" srcOrd="0" destOrd="0" parTransId="{CD0BDF65-0123-4CD1-9147-B9BF0FC8C451}" sibTransId="{5438FC6A-9BF1-4E8C-92D3-88AD4E1FF33B}"/>
    <dgm:cxn modelId="{DC8322AF-62E1-49F4-A132-6C67CA15CF73}" type="presParOf" srcId="{DB8482E1-9C2C-4D59-88AA-1CEE5FAC1B86}" destId="{C1343F79-4DA2-47EA-BC8E-24F691850098}" srcOrd="0" destOrd="0" presId="urn:microsoft.com/office/officeart/2005/8/layout/vList2"/>
    <dgm:cxn modelId="{4FC07084-22AB-41AB-B5FF-E2DBD31F7DEA}" type="presParOf" srcId="{DB8482E1-9C2C-4D59-88AA-1CEE5FAC1B86}" destId="{43411398-E145-4B45-9E9A-CB75D138025D}" srcOrd="1" destOrd="0" presId="urn:microsoft.com/office/officeart/2005/8/layout/vList2"/>
    <dgm:cxn modelId="{A9C639E4-79CE-4661-BC8E-4F2B570A2467}" type="presParOf" srcId="{DB8482E1-9C2C-4D59-88AA-1CEE5FAC1B86}" destId="{00B3EEFD-908E-45E4-9B49-D97CBD35E6C3}" srcOrd="2" destOrd="0" presId="urn:microsoft.com/office/officeart/2005/8/layout/vList2"/>
    <dgm:cxn modelId="{8A58D499-A0F7-4854-AA4E-FCA922F62B05}" type="presParOf" srcId="{DB8482E1-9C2C-4D59-88AA-1CEE5FAC1B86}" destId="{5C60E96F-F26C-4108-A396-199A08D61615}" srcOrd="3" destOrd="0" presId="urn:microsoft.com/office/officeart/2005/8/layout/vList2"/>
    <dgm:cxn modelId="{52061858-1A0D-47A6-BB96-B7BD1AC7E3E8}" type="presParOf" srcId="{DB8482E1-9C2C-4D59-88AA-1CEE5FAC1B86}" destId="{A8E2E7F4-36DC-459C-83C6-31CF59B4EA98}" srcOrd="4" destOrd="0" presId="urn:microsoft.com/office/officeart/2005/8/layout/vList2"/>
    <dgm:cxn modelId="{ECA0561B-F755-4F1D-85CA-2FD260711F09}" type="presParOf" srcId="{DB8482E1-9C2C-4D59-88AA-1CEE5FAC1B86}" destId="{A58C30BC-F064-4BFF-B100-A6EC0B62B638}"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9DB7337-AFA3-4F84-9886-79AFC658A4B9}"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3419E3A9-A965-48ED-B225-8E8984117665}">
      <dgm:prSet/>
      <dgm:spPr/>
      <dgm:t>
        <a:bodyPr/>
        <a:lstStyle/>
        <a:p>
          <a:r>
            <a:rPr lang="en-GB" b="1"/>
            <a:t>Likelihood and Impact:</a:t>
          </a:r>
          <a:endParaRPr lang="en-US"/>
        </a:p>
      </dgm:t>
    </dgm:pt>
    <dgm:pt modelId="{6BBC8D00-5507-467F-981E-0B00316DC173}" type="parTrans" cxnId="{CB0655D6-E7E6-4AE2-A706-6E5F090E34A2}">
      <dgm:prSet/>
      <dgm:spPr/>
      <dgm:t>
        <a:bodyPr/>
        <a:lstStyle/>
        <a:p>
          <a:endParaRPr lang="en-US"/>
        </a:p>
      </dgm:t>
    </dgm:pt>
    <dgm:pt modelId="{EAFEE90A-F4AD-453A-952B-36C280E0B502}" type="sibTrans" cxnId="{CB0655D6-E7E6-4AE2-A706-6E5F090E34A2}">
      <dgm:prSet/>
      <dgm:spPr/>
      <dgm:t>
        <a:bodyPr/>
        <a:lstStyle/>
        <a:p>
          <a:endParaRPr lang="en-US"/>
        </a:p>
      </dgm:t>
    </dgm:pt>
    <dgm:pt modelId="{960C9D80-39B9-4CA0-BD6D-C55E6876F83A}">
      <dgm:prSet/>
      <dgm:spPr/>
      <dgm:t>
        <a:bodyPr/>
        <a:lstStyle/>
        <a:p>
          <a:r>
            <a:rPr lang="en-GB" b="1"/>
            <a:t>Likelihood:</a:t>
          </a:r>
          <a:r>
            <a:rPr lang="en-GB"/>
            <a:t> The probability that a threat will occur.</a:t>
          </a:r>
          <a:endParaRPr lang="en-US"/>
        </a:p>
      </dgm:t>
    </dgm:pt>
    <dgm:pt modelId="{5FE69B15-1F1E-4686-8555-547520034463}" type="parTrans" cxnId="{B4B4A1C5-6A21-45C2-810E-B65789C0BCAA}">
      <dgm:prSet/>
      <dgm:spPr/>
      <dgm:t>
        <a:bodyPr/>
        <a:lstStyle/>
        <a:p>
          <a:endParaRPr lang="en-US"/>
        </a:p>
      </dgm:t>
    </dgm:pt>
    <dgm:pt modelId="{CE709750-CA69-471B-9D46-CB00D35E08A2}" type="sibTrans" cxnId="{B4B4A1C5-6A21-45C2-810E-B65789C0BCAA}">
      <dgm:prSet/>
      <dgm:spPr/>
      <dgm:t>
        <a:bodyPr/>
        <a:lstStyle/>
        <a:p>
          <a:endParaRPr lang="en-US"/>
        </a:p>
      </dgm:t>
    </dgm:pt>
    <dgm:pt modelId="{2A92D8A7-87F5-4C67-A207-1A4AA6F9223A}">
      <dgm:prSet/>
      <dgm:spPr/>
      <dgm:t>
        <a:bodyPr/>
        <a:lstStyle/>
        <a:p>
          <a:r>
            <a:rPr lang="en-GB" b="1"/>
            <a:t>Impact:</a:t>
          </a:r>
          <a:r>
            <a:rPr lang="en-GB"/>
            <a:t> The severity of the consequences if the threat materializes.</a:t>
          </a:r>
          <a:endParaRPr lang="en-US"/>
        </a:p>
      </dgm:t>
    </dgm:pt>
    <dgm:pt modelId="{D574799B-1A36-4201-8360-37FA3DBA240D}" type="parTrans" cxnId="{744AD3CE-5E60-401E-B55F-4198909D0C9F}">
      <dgm:prSet/>
      <dgm:spPr/>
      <dgm:t>
        <a:bodyPr/>
        <a:lstStyle/>
        <a:p>
          <a:endParaRPr lang="en-US"/>
        </a:p>
      </dgm:t>
    </dgm:pt>
    <dgm:pt modelId="{B72D404E-F1D8-493E-87A1-06B0D747ACB9}" type="sibTrans" cxnId="{744AD3CE-5E60-401E-B55F-4198909D0C9F}">
      <dgm:prSet/>
      <dgm:spPr/>
      <dgm:t>
        <a:bodyPr/>
        <a:lstStyle/>
        <a:p>
          <a:endParaRPr lang="en-US"/>
        </a:p>
      </dgm:t>
    </dgm:pt>
    <dgm:pt modelId="{94BA1A54-C16D-4422-89FB-5B961C941048}">
      <dgm:prSet/>
      <dgm:spPr/>
      <dgm:t>
        <a:bodyPr/>
        <a:lstStyle/>
        <a:p>
          <a:r>
            <a:rPr lang="en-GB" b="1"/>
            <a:t>Risk Level:</a:t>
          </a:r>
          <a:r>
            <a:rPr lang="en-GB"/>
            <a:t> The combination of likelihood and impact.</a:t>
          </a:r>
          <a:endParaRPr lang="en-US"/>
        </a:p>
      </dgm:t>
    </dgm:pt>
    <dgm:pt modelId="{ED80430E-3FDE-4C65-A239-6A5F70876DE1}" type="parTrans" cxnId="{ED696AFD-A2B4-404B-925B-0E9237437A05}">
      <dgm:prSet/>
      <dgm:spPr/>
      <dgm:t>
        <a:bodyPr/>
        <a:lstStyle/>
        <a:p>
          <a:endParaRPr lang="en-US"/>
        </a:p>
      </dgm:t>
    </dgm:pt>
    <dgm:pt modelId="{2B51A256-FEEB-4430-8410-F9B51B100E2B}" type="sibTrans" cxnId="{ED696AFD-A2B4-404B-925B-0E9237437A05}">
      <dgm:prSet/>
      <dgm:spPr/>
      <dgm:t>
        <a:bodyPr/>
        <a:lstStyle/>
        <a:p>
          <a:endParaRPr lang="en-US"/>
        </a:p>
      </dgm:t>
    </dgm:pt>
    <dgm:pt modelId="{CEBD6B0E-FAF2-413B-8B30-AF9045071511}">
      <dgm:prSet/>
      <dgm:spPr/>
      <dgm:t>
        <a:bodyPr/>
        <a:lstStyle/>
        <a:p>
          <a:r>
            <a:rPr lang="en-CA"/>
            <a:t>Risk Assessment Techniques:</a:t>
          </a:r>
          <a:endParaRPr lang="en-US"/>
        </a:p>
      </dgm:t>
    </dgm:pt>
    <dgm:pt modelId="{303F2F65-63CE-41FF-B00F-92CEF069E3EB}" type="parTrans" cxnId="{1A36CE06-7684-452F-AA58-7C492DEDEC95}">
      <dgm:prSet/>
      <dgm:spPr/>
      <dgm:t>
        <a:bodyPr/>
        <a:lstStyle/>
        <a:p>
          <a:endParaRPr lang="en-US"/>
        </a:p>
      </dgm:t>
    </dgm:pt>
    <dgm:pt modelId="{7A2957B4-1975-4C99-88C5-E47CFB5FBF70}" type="sibTrans" cxnId="{1A36CE06-7684-452F-AA58-7C492DEDEC95}">
      <dgm:prSet/>
      <dgm:spPr/>
      <dgm:t>
        <a:bodyPr/>
        <a:lstStyle/>
        <a:p>
          <a:endParaRPr lang="en-US"/>
        </a:p>
      </dgm:t>
    </dgm:pt>
    <dgm:pt modelId="{ED520B67-BECE-486D-878B-CF2D9AB55194}">
      <dgm:prSet/>
      <dgm:spPr/>
      <dgm:t>
        <a:bodyPr/>
        <a:lstStyle/>
        <a:p>
          <a:r>
            <a:rPr lang="en-GB" b="1"/>
            <a:t>Qualitative Assessment: </a:t>
          </a:r>
          <a:r>
            <a:rPr lang="en-GB"/>
            <a:t>Using subjective judgments to assess risk.</a:t>
          </a:r>
          <a:endParaRPr lang="en-US"/>
        </a:p>
      </dgm:t>
    </dgm:pt>
    <dgm:pt modelId="{B1750D4F-8810-4F98-8DC2-183E38CCF202}" type="parTrans" cxnId="{0BC5792E-15BD-4343-8A09-B8C3F7029451}">
      <dgm:prSet/>
      <dgm:spPr/>
      <dgm:t>
        <a:bodyPr/>
        <a:lstStyle/>
        <a:p>
          <a:endParaRPr lang="en-US"/>
        </a:p>
      </dgm:t>
    </dgm:pt>
    <dgm:pt modelId="{E87E0CEA-4DAF-47BE-9CD8-76556AB813B5}" type="sibTrans" cxnId="{0BC5792E-15BD-4343-8A09-B8C3F7029451}">
      <dgm:prSet/>
      <dgm:spPr/>
      <dgm:t>
        <a:bodyPr/>
        <a:lstStyle/>
        <a:p>
          <a:endParaRPr lang="en-US"/>
        </a:p>
      </dgm:t>
    </dgm:pt>
    <dgm:pt modelId="{A889FD83-B897-4C2A-9806-FE2D9D52D7B2}">
      <dgm:prSet/>
      <dgm:spPr/>
      <dgm:t>
        <a:bodyPr/>
        <a:lstStyle/>
        <a:p>
          <a:r>
            <a:rPr lang="en-GB" b="1"/>
            <a:t>Quantitative Assessment: </a:t>
          </a:r>
          <a:r>
            <a:rPr lang="en-GB"/>
            <a:t>Using numerical values to measure risk.</a:t>
          </a:r>
          <a:endParaRPr lang="en-US"/>
        </a:p>
      </dgm:t>
    </dgm:pt>
    <dgm:pt modelId="{3E285EAF-5067-4185-9D85-CB86228C73BB}" type="parTrans" cxnId="{05A09E7C-BA9B-4BDA-A1C9-8D22883B758B}">
      <dgm:prSet/>
      <dgm:spPr/>
      <dgm:t>
        <a:bodyPr/>
        <a:lstStyle/>
        <a:p>
          <a:endParaRPr lang="en-US"/>
        </a:p>
      </dgm:t>
    </dgm:pt>
    <dgm:pt modelId="{6D2B8FF2-99E4-434F-A313-6BDCCCBA07CD}" type="sibTrans" cxnId="{05A09E7C-BA9B-4BDA-A1C9-8D22883B758B}">
      <dgm:prSet/>
      <dgm:spPr/>
      <dgm:t>
        <a:bodyPr/>
        <a:lstStyle/>
        <a:p>
          <a:endParaRPr lang="en-US"/>
        </a:p>
      </dgm:t>
    </dgm:pt>
    <dgm:pt modelId="{C0C3BFCA-E2F8-4561-9527-2F38B21BECAE}">
      <dgm:prSet/>
      <dgm:spPr/>
      <dgm:t>
        <a:bodyPr/>
        <a:lstStyle/>
        <a:p>
          <a:r>
            <a:rPr lang="en-GB" b="1"/>
            <a:t>Risk Matrix: </a:t>
          </a:r>
          <a:r>
            <a:rPr lang="en-GB"/>
            <a:t>A visual tool for representing risk levels.</a:t>
          </a:r>
          <a:endParaRPr lang="en-US"/>
        </a:p>
      </dgm:t>
    </dgm:pt>
    <dgm:pt modelId="{E182AAC1-4653-4075-B625-CBAB6D49836A}" type="parTrans" cxnId="{82377C14-E373-4B4F-A2F0-C074F526BB9E}">
      <dgm:prSet/>
      <dgm:spPr/>
      <dgm:t>
        <a:bodyPr/>
        <a:lstStyle/>
        <a:p>
          <a:endParaRPr lang="en-US"/>
        </a:p>
      </dgm:t>
    </dgm:pt>
    <dgm:pt modelId="{8BC93989-906D-4CEF-89AC-13A20FF319D9}" type="sibTrans" cxnId="{82377C14-E373-4B4F-A2F0-C074F526BB9E}">
      <dgm:prSet/>
      <dgm:spPr/>
      <dgm:t>
        <a:bodyPr/>
        <a:lstStyle/>
        <a:p>
          <a:endParaRPr lang="en-US"/>
        </a:p>
      </dgm:t>
    </dgm:pt>
    <dgm:pt modelId="{23A1968E-0329-4833-B61C-204B13A48883}" type="pres">
      <dgm:prSet presAssocID="{F9DB7337-AFA3-4F84-9886-79AFC658A4B9}" presName="linear" presStyleCnt="0">
        <dgm:presLayoutVars>
          <dgm:animLvl val="lvl"/>
          <dgm:resizeHandles val="exact"/>
        </dgm:presLayoutVars>
      </dgm:prSet>
      <dgm:spPr/>
    </dgm:pt>
    <dgm:pt modelId="{F52F9368-6076-402F-B07F-D35EF015634B}" type="pres">
      <dgm:prSet presAssocID="{3419E3A9-A965-48ED-B225-8E8984117665}" presName="parentText" presStyleLbl="node1" presStyleIdx="0" presStyleCnt="2">
        <dgm:presLayoutVars>
          <dgm:chMax val="0"/>
          <dgm:bulletEnabled val="1"/>
        </dgm:presLayoutVars>
      </dgm:prSet>
      <dgm:spPr/>
    </dgm:pt>
    <dgm:pt modelId="{9BF3FA45-CDC1-4249-9C90-79EE292376E1}" type="pres">
      <dgm:prSet presAssocID="{3419E3A9-A965-48ED-B225-8E8984117665}" presName="childText" presStyleLbl="revTx" presStyleIdx="0" presStyleCnt="2">
        <dgm:presLayoutVars>
          <dgm:bulletEnabled val="1"/>
        </dgm:presLayoutVars>
      </dgm:prSet>
      <dgm:spPr/>
    </dgm:pt>
    <dgm:pt modelId="{90D65CE5-4BB8-4FC9-A504-49DA9E8A86B2}" type="pres">
      <dgm:prSet presAssocID="{CEBD6B0E-FAF2-413B-8B30-AF9045071511}" presName="parentText" presStyleLbl="node1" presStyleIdx="1" presStyleCnt="2">
        <dgm:presLayoutVars>
          <dgm:chMax val="0"/>
          <dgm:bulletEnabled val="1"/>
        </dgm:presLayoutVars>
      </dgm:prSet>
      <dgm:spPr/>
    </dgm:pt>
    <dgm:pt modelId="{875BD00F-4655-4B57-9B6D-C549334188B4}" type="pres">
      <dgm:prSet presAssocID="{CEBD6B0E-FAF2-413B-8B30-AF9045071511}" presName="childText" presStyleLbl="revTx" presStyleIdx="1" presStyleCnt="2">
        <dgm:presLayoutVars>
          <dgm:bulletEnabled val="1"/>
        </dgm:presLayoutVars>
      </dgm:prSet>
      <dgm:spPr/>
    </dgm:pt>
  </dgm:ptLst>
  <dgm:cxnLst>
    <dgm:cxn modelId="{1A36CE06-7684-452F-AA58-7C492DEDEC95}" srcId="{F9DB7337-AFA3-4F84-9886-79AFC658A4B9}" destId="{CEBD6B0E-FAF2-413B-8B30-AF9045071511}" srcOrd="1" destOrd="0" parTransId="{303F2F65-63CE-41FF-B00F-92CEF069E3EB}" sibTransId="{7A2957B4-1975-4C99-88C5-E47CFB5FBF70}"/>
    <dgm:cxn modelId="{82377C14-E373-4B4F-A2F0-C074F526BB9E}" srcId="{CEBD6B0E-FAF2-413B-8B30-AF9045071511}" destId="{C0C3BFCA-E2F8-4561-9527-2F38B21BECAE}" srcOrd="2" destOrd="0" parTransId="{E182AAC1-4653-4075-B625-CBAB6D49836A}" sibTransId="{8BC93989-906D-4CEF-89AC-13A20FF319D9}"/>
    <dgm:cxn modelId="{EFBCA117-35DD-4381-8D21-D8B292ED7216}" type="presOf" srcId="{960C9D80-39B9-4CA0-BD6D-C55E6876F83A}" destId="{9BF3FA45-CDC1-4249-9C90-79EE292376E1}" srcOrd="0" destOrd="0" presId="urn:microsoft.com/office/officeart/2005/8/layout/vList2"/>
    <dgm:cxn modelId="{147F9024-F3B9-4EB0-829F-95C21F62CF35}" type="presOf" srcId="{A889FD83-B897-4C2A-9806-FE2D9D52D7B2}" destId="{875BD00F-4655-4B57-9B6D-C549334188B4}" srcOrd="0" destOrd="1" presId="urn:microsoft.com/office/officeart/2005/8/layout/vList2"/>
    <dgm:cxn modelId="{0BC5792E-15BD-4343-8A09-B8C3F7029451}" srcId="{CEBD6B0E-FAF2-413B-8B30-AF9045071511}" destId="{ED520B67-BECE-486D-878B-CF2D9AB55194}" srcOrd="0" destOrd="0" parTransId="{B1750D4F-8810-4F98-8DC2-183E38CCF202}" sibTransId="{E87E0CEA-4DAF-47BE-9CD8-76556AB813B5}"/>
    <dgm:cxn modelId="{BE4C9432-296B-49DC-9348-E8EBAF3EF5BE}" type="presOf" srcId="{3419E3A9-A965-48ED-B225-8E8984117665}" destId="{F52F9368-6076-402F-B07F-D35EF015634B}" srcOrd="0" destOrd="0" presId="urn:microsoft.com/office/officeart/2005/8/layout/vList2"/>
    <dgm:cxn modelId="{A5DB4862-8D5E-4F99-A059-9393DDA49527}" type="presOf" srcId="{F9DB7337-AFA3-4F84-9886-79AFC658A4B9}" destId="{23A1968E-0329-4833-B61C-204B13A48883}" srcOrd="0" destOrd="0" presId="urn:microsoft.com/office/officeart/2005/8/layout/vList2"/>
    <dgm:cxn modelId="{D6E3D642-4F2C-4E7E-A744-13EB2FC8D8A7}" type="presOf" srcId="{C0C3BFCA-E2F8-4561-9527-2F38B21BECAE}" destId="{875BD00F-4655-4B57-9B6D-C549334188B4}" srcOrd="0" destOrd="2" presId="urn:microsoft.com/office/officeart/2005/8/layout/vList2"/>
    <dgm:cxn modelId="{2C5AB375-ABA6-4B29-84AB-71CA44952338}" type="presOf" srcId="{ED520B67-BECE-486D-878B-CF2D9AB55194}" destId="{875BD00F-4655-4B57-9B6D-C549334188B4}" srcOrd="0" destOrd="0" presId="urn:microsoft.com/office/officeart/2005/8/layout/vList2"/>
    <dgm:cxn modelId="{05A09E7C-BA9B-4BDA-A1C9-8D22883B758B}" srcId="{CEBD6B0E-FAF2-413B-8B30-AF9045071511}" destId="{A889FD83-B897-4C2A-9806-FE2D9D52D7B2}" srcOrd="1" destOrd="0" parTransId="{3E285EAF-5067-4185-9D85-CB86228C73BB}" sibTransId="{6D2B8FF2-99E4-434F-A313-6BDCCCBA07CD}"/>
    <dgm:cxn modelId="{82EEE1A7-5D3A-4EED-B23D-2C7C949AFEED}" type="presOf" srcId="{CEBD6B0E-FAF2-413B-8B30-AF9045071511}" destId="{90D65CE5-4BB8-4FC9-A504-49DA9E8A86B2}" srcOrd="0" destOrd="0" presId="urn:microsoft.com/office/officeart/2005/8/layout/vList2"/>
    <dgm:cxn modelId="{CA60F7C3-C240-4A01-AAD8-4DE827B3BB7D}" type="presOf" srcId="{94BA1A54-C16D-4422-89FB-5B961C941048}" destId="{9BF3FA45-CDC1-4249-9C90-79EE292376E1}" srcOrd="0" destOrd="2" presId="urn:microsoft.com/office/officeart/2005/8/layout/vList2"/>
    <dgm:cxn modelId="{B4B4A1C5-6A21-45C2-810E-B65789C0BCAA}" srcId="{3419E3A9-A965-48ED-B225-8E8984117665}" destId="{960C9D80-39B9-4CA0-BD6D-C55E6876F83A}" srcOrd="0" destOrd="0" parTransId="{5FE69B15-1F1E-4686-8555-547520034463}" sibTransId="{CE709750-CA69-471B-9D46-CB00D35E08A2}"/>
    <dgm:cxn modelId="{744AD3CE-5E60-401E-B55F-4198909D0C9F}" srcId="{3419E3A9-A965-48ED-B225-8E8984117665}" destId="{2A92D8A7-87F5-4C67-A207-1A4AA6F9223A}" srcOrd="1" destOrd="0" parTransId="{D574799B-1A36-4201-8360-37FA3DBA240D}" sibTransId="{B72D404E-F1D8-493E-87A1-06B0D747ACB9}"/>
    <dgm:cxn modelId="{CB0655D6-E7E6-4AE2-A706-6E5F090E34A2}" srcId="{F9DB7337-AFA3-4F84-9886-79AFC658A4B9}" destId="{3419E3A9-A965-48ED-B225-8E8984117665}" srcOrd="0" destOrd="0" parTransId="{6BBC8D00-5507-467F-981E-0B00316DC173}" sibTransId="{EAFEE90A-F4AD-453A-952B-36C280E0B502}"/>
    <dgm:cxn modelId="{DD1174D9-7D27-4208-8AAE-AFB09366EAC3}" type="presOf" srcId="{2A92D8A7-87F5-4C67-A207-1A4AA6F9223A}" destId="{9BF3FA45-CDC1-4249-9C90-79EE292376E1}" srcOrd="0" destOrd="1" presId="urn:microsoft.com/office/officeart/2005/8/layout/vList2"/>
    <dgm:cxn modelId="{ED696AFD-A2B4-404B-925B-0E9237437A05}" srcId="{3419E3A9-A965-48ED-B225-8E8984117665}" destId="{94BA1A54-C16D-4422-89FB-5B961C941048}" srcOrd="2" destOrd="0" parTransId="{ED80430E-3FDE-4C65-A239-6A5F70876DE1}" sibTransId="{2B51A256-FEEB-4430-8410-F9B51B100E2B}"/>
    <dgm:cxn modelId="{C334263E-071F-4717-922F-3457B3026643}" type="presParOf" srcId="{23A1968E-0329-4833-B61C-204B13A48883}" destId="{F52F9368-6076-402F-B07F-D35EF015634B}" srcOrd="0" destOrd="0" presId="urn:microsoft.com/office/officeart/2005/8/layout/vList2"/>
    <dgm:cxn modelId="{9C0250ED-D80C-4B3B-A90C-C2433414BA05}" type="presParOf" srcId="{23A1968E-0329-4833-B61C-204B13A48883}" destId="{9BF3FA45-CDC1-4249-9C90-79EE292376E1}" srcOrd="1" destOrd="0" presId="urn:microsoft.com/office/officeart/2005/8/layout/vList2"/>
    <dgm:cxn modelId="{7F2869CD-CA51-4050-B2DA-657992B2B170}" type="presParOf" srcId="{23A1968E-0329-4833-B61C-204B13A48883}" destId="{90D65CE5-4BB8-4FC9-A504-49DA9E8A86B2}" srcOrd="2" destOrd="0" presId="urn:microsoft.com/office/officeart/2005/8/layout/vList2"/>
    <dgm:cxn modelId="{99C76DEC-4D8D-47B6-B4A5-A83DC7F9B782}" type="presParOf" srcId="{23A1968E-0329-4833-B61C-204B13A48883}" destId="{875BD00F-4655-4B57-9B6D-C549334188B4}"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2651B38-7549-4454-97EA-BBF32D43312A}" type="doc">
      <dgm:prSet loTypeId="urn:microsoft.com/office/officeart/2008/layout/LinedList" loCatId="list" qsTypeId="urn:microsoft.com/office/officeart/2005/8/quickstyle/simple4" qsCatId="simple" csTypeId="urn:microsoft.com/office/officeart/2005/8/colors/accent2_2" csCatId="accent2"/>
      <dgm:spPr/>
      <dgm:t>
        <a:bodyPr/>
        <a:lstStyle/>
        <a:p>
          <a:endParaRPr lang="en-US"/>
        </a:p>
      </dgm:t>
    </dgm:pt>
    <dgm:pt modelId="{EA04A6D2-CB3C-4320-99DC-B1C3D88990BA}">
      <dgm:prSet/>
      <dgm:spPr/>
      <dgm:t>
        <a:bodyPr/>
        <a:lstStyle/>
        <a:p>
          <a:r>
            <a:rPr lang="en-CA" b="1"/>
            <a:t>Risk Mitigation Strategies:</a:t>
          </a:r>
          <a:endParaRPr lang="en-US"/>
        </a:p>
      </dgm:t>
    </dgm:pt>
    <dgm:pt modelId="{F8F5A70E-31B7-4334-804E-37BAD59013E3}" type="parTrans" cxnId="{183B1824-D0E1-4D8E-AD5E-EC49893AA03A}">
      <dgm:prSet/>
      <dgm:spPr/>
      <dgm:t>
        <a:bodyPr/>
        <a:lstStyle/>
        <a:p>
          <a:endParaRPr lang="en-US"/>
        </a:p>
      </dgm:t>
    </dgm:pt>
    <dgm:pt modelId="{BB91FDF4-1D39-43E2-BA9F-6AC8F48E6FCA}" type="sibTrans" cxnId="{183B1824-D0E1-4D8E-AD5E-EC49893AA03A}">
      <dgm:prSet/>
      <dgm:spPr/>
      <dgm:t>
        <a:bodyPr/>
        <a:lstStyle/>
        <a:p>
          <a:endParaRPr lang="en-US"/>
        </a:p>
      </dgm:t>
    </dgm:pt>
    <dgm:pt modelId="{DF33C03E-6B87-42F2-85D4-189E6E98DC4A}">
      <dgm:prSet/>
      <dgm:spPr/>
      <dgm:t>
        <a:bodyPr/>
        <a:lstStyle/>
        <a:p>
          <a:r>
            <a:rPr lang="en-GB"/>
            <a:t>Avoidance: Eliminate the threat or vulnerability.</a:t>
          </a:r>
          <a:endParaRPr lang="en-US"/>
        </a:p>
      </dgm:t>
    </dgm:pt>
    <dgm:pt modelId="{CC2FEF42-2575-45FB-9013-B12597E600A0}" type="parTrans" cxnId="{64D4E830-017B-4F5C-B8CB-C9EFBF906B0D}">
      <dgm:prSet/>
      <dgm:spPr/>
      <dgm:t>
        <a:bodyPr/>
        <a:lstStyle/>
        <a:p>
          <a:endParaRPr lang="en-US"/>
        </a:p>
      </dgm:t>
    </dgm:pt>
    <dgm:pt modelId="{2E261596-C173-4259-A623-C3B29279939F}" type="sibTrans" cxnId="{64D4E830-017B-4F5C-B8CB-C9EFBF906B0D}">
      <dgm:prSet/>
      <dgm:spPr/>
      <dgm:t>
        <a:bodyPr/>
        <a:lstStyle/>
        <a:p>
          <a:endParaRPr lang="en-US"/>
        </a:p>
      </dgm:t>
    </dgm:pt>
    <dgm:pt modelId="{F348BF7F-E35A-4C79-BE3D-16A9B0E1BDCA}">
      <dgm:prSet/>
      <dgm:spPr/>
      <dgm:t>
        <a:bodyPr/>
        <a:lstStyle/>
        <a:p>
          <a:r>
            <a:rPr lang="en-GB"/>
            <a:t>Reduction: Reduce the likelihood or impact of the threat.</a:t>
          </a:r>
          <a:endParaRPr lang="en-US"/>
        </a:p>
      </dgm:t>
    </dgm:pt>
    <dgm:pt modelId="{A1E73268-F80C-40E8-81E8-B6BBA24DD57B}" type="parTrans" cxnId="{A61B909B-52AC-4C4E-9BC7-9ADEE87765B7}">
      <dgm:prSet/>
      <dgm:spPr/>
      <dgm:t>
        <a:bodyPr/>
        <a:lstStyle/>
        <a:p>
          <a:endParaRPr lang="en-US"/>
        </a:p>
      </dgm:t>
    </dgm:pt>
    <dgm:pt modelId="{148F6D0D-D750-4E76-979B-EE5BB474B90C}" type="sibTrans" cxnId="{A61B909B-52AC-4C4E-9BC7-9ADEE87765B7}">
      <dgm:prSet/>
      <dgm:spPr/>
      <dgm:t>
        <a:bodyPr/>
        <a:lstStyle/>
        <a:p>
          <a:endParaRPr lang="en-US"/>
        </a:p>
      </dgm:t>
    </dgm:pt>
    <dgm:pt modelId="{F27777BD-E939-45E9-8272-2B7084ACD683}">
      <dgm:prSet/>
      <dgm:spPr/>
      <dgm:t>
        <a:bodyPr/>
        <a:lstStyle/>
        <a:p>
          <a:r>
            <a:rPr lang="en-GB"/>
            <a:t>Transfer: Shift the risk to a third party (e.g., insurance).</a:t>
          </a:r>
          <a:endParaRPr lang="en-US"/>
        </a:p>
      </dgm:t>
    </dgm:pt>
    <dgm:pt modelId="{6D31DEA2-809C-4910-B3DE-C72726401B4E}" type="parTrans" cxnId="{E742555A-6D87-495C-A459-915151653B2D}">
      <dgm:prSet/>
      <dgm:spPr/>
      <dgm:t>
        <a:bodyPr/>
        <a:lstStyle/>
        <a:p>
          <a:endParaRPr lang="en-US"/>
        </a:p>
      </dgm:t>
    </dgm:pt>
    <dgm:pt modelId="{639FE8E2-976F-4E45-A866-EAEC558B1E33}" type="sibTrans" cxnId="{E742555A-6D87-495C-A459-915151653B2D}">
      <dgm:prSet/>
      <dgm:spPr/>
      <dgm:t>
        <a:bodyPr/>
        <a:lstStyle/>
        <a:p>
          <a:endParaRPr lang="en-US"/>
        </a:p>
      </dgm:t>
    </dgm:pt>
    <dgm:pt modelId="{19994E8F-056F-40B5-8FAF-3B17EE5F3A57}">
      <dgm:prSet/>
      <dgm:spPr/>
      <dgm:t>
        <a:bodyPr/>
        <a:lstStyle/>
        <a:p>
          <a:r>
            <a:rPr lang="en-GB"/>
            <a:t>Acceptance: Acknowledge the risk and decide not to take action.</a:t>
          </a:r>
          <a:endParaRPr lang="en-US"/>
        </a:p>
      </dgm:t>
    </dgm:pt>
    <dgm:pt modelId="{C91CE081-A92C-4F46-8429-67114B596950}" type="parTrans" cxnId="{65954DAA-CA23-432C-8AA9-A4B99624E947}">
      <dgm:prSet/>
      <dgm:spPr/>
      <dgm:t>
        <a:bodyPr/>
        <a:lstStyle/>
        <a:p>
          <a:endParaRPr lang="en-US"/>
        </a:p>
      </dgm:t>
    </dgm:pt>
    <dgm:pt modelId="{500FED69-DFB1-444C-A751-67CD1BD83D73}" type="sibTrans" cxnId="{65954DAA-CA23-432C-8AA9-A4B99624E947}">
      <dgm:prSet/>
      <dgm:spPr/>
      <dgm:t>
        <a:bodyPr/>
        <a:lstStyle/>
        <a:p>
          <a:endParaRPr lang="en-US"/>
        </a:p>
      </dgm:t>
    </dgm:pt>
    <dgm:pt modelId="{85E78784-33A4-4F9C-8CF7-380602AFA7BC}">
      <dgm:prSet/>
      <dgm:spPr/>
      <dgm:t>
        <a:bodyPr/>
        <a:lstStyle/>
        <a:p>
          <a:r>
            <a:rPr lang="en-CA" b="1"/>
            <a:t>Benefits of Risk Assessment:</a:t>
          </a:r>
          <a:endParaRPr lang="en-US"/>
        </a:p>
      </dgm:t>
    </dgm:pt>
    <dgm:pt modelId="{11B65498-3294-44DC-927F-B4935E178160}" type="parTrans" cxnId="{1C5C11ED-90FD-4F44-8BAE-B18CBE7AF62C}">
      <dgm:prSet/>
      <dgm:spPr/>
      <dgm:t>
        <a:bodyPr/>
        <a:lstStyle/>
        <a:p>
          <a:endParaRPr lang="en-US"/>
        </a:p>
      </dgm:t>
    </dgm:pt>
    <dgm:pt modelId="{8194C78D-3010-483D-98D3-96FA9CE256C6}" type="sibTrans" cxnId="{1C5C11ED-90FD-4F44-8BAE-B18CBE7AF62C}">
      <dgm:prSet/>
      <dgm:spPr/>
      <dgm:t>
        <a:bodyPr/>
        <a:lstStyle/>
        <a:p>
          <a:endParaRPr lang="en-US"/>
        </a:p>
      </dgm:t>
    </dgm:pt>
    <dgm:pt modelId="{36775801-10C7-4DF6-97C2-5433A8DBB5A4}">
      <dgm:prSet/>
      <dgm:spPr/>
      <dgm:t>
        <a:bodyPr/>
        <a:lstStyle/>
        <a:p>
          <a:r>
            <a:rPr lang="en-GB"/>
            <a:t>Informed Decision-Making: Allocate resources effectively.</a:t>
          </a:r>
          <a:endParaRPr lang="en-US"/>
        </a:p>
      </dgm:t>
    </dgm:pt>
    <dgm:pt modelId="{BB1CC241-D2F9-4393-B63E-5BE187EF9759}" type="parTrans" cxnId="{FFE71798-26E7-4AC0-B383-F2750C3C6250}">
      <dgm:prSet/>
      <dgm:spPr/>
      <dgm:t>
        <a:bodyPr/>
        <a:lstStyle/>
        <a:p>
          <a:endParaRPr lang="en-US"/>
        </a:p>
      </dgm:t>
    </dgm:pt>
    <dgm:pt modelId="{9EFEA401-5C45-43B9-94BC-B4319AD87D0C}" type="sibTrans" cxnId="{FFE71798-26E7-4AC0-B383-F2750C3C6250}">
      <dgm:prSet/>
      <dgm:spPr/>
      <dgm:t>
        <a:bodyPr/>
        <a:lstStyle/>
        <a:p>
          <a:endParaRPr lang="en-US"/>
        </a:p>
      </dgm:t>
    </dgm:pt>
    <dgm:pt modelId="{3B357BD7-459D-432C-B597-E71C3151488A}">
      <dgm:prSet/>
      <dgm:spPr/>
      <dgm:t>
        <a:bodyPr/>
        <a:lstStyle/>
        <a:p>
          <a:r>
            <a:rPr lang="en-GB"/>
            <a:t>Prioritized Security Efforts: Focus on the most critical threats.</a:t>
          </a:r>
          <a:endParaRPr lang="en-US"/>
        </a:p>
      </dgm:t>
    </dgm:pt>
    <dgm:pt modelId="{3453F7DA-EE39-4A70-9775-DAD86876EBA7}" type="parTrans" cxnId="{AAFEFC90-C90A-4CCF-9AA5-F0F4E782AC86}">
      <dgm:prSet/>
      <dgm:spPr/>
      <dgm:t>
        <a:bodyPr/>
        <a:lstStyle/>
        <a:p>
          <a:endParaRPr lang="en-US"/>
        </a:p>
      </dgm:t>
    </dgm:pt>
    <dgm:pt modelId="{801D7FD1-D1FC-45F1-893F-F6D282ECFCCB}" type="sibTrans" cxnId="{AAFEFC90-C90A-4CCF-9AA5-F0F4E782AC86}">
      <dgm:prSet/>
      <dgm:spPr/>
      <dgm:t>
        <a:bodyPr/>
        <a:lstStyle/>
        <a:p>
          <a:endParaRPr lang="en-US"/>
        </a:p>
      </dgm:t>
    </dgm:pt>
    <dgm:pt modelId="{03A7F0D9-D905-4926-9FC9-B83240DFD160}">
      <dgm:prSet/>
      <dgm:spPr/>
      <dgm:t>
        <a:bodyPr/>
        <a:lstStyle/>
        <a:p>
          <a:r>
            <a:rPr lang="en-GB"/>
            <a:t>Compliance: Demonstrate adherence to security standards.</a:t>
          </a:r>
          <a:endParaRPr lang="en-US"/>
        </a:p>
      </dgm:t>
    </dgm:pt>
    <dgm:pt modelId="{46C26AEC-8F9A-409B-B9D9-83A0DD1538DF}" type="parTrans" cxnId="{451FE5D9-9B76-4A1C-89E3-C91E16E1ACCE}">
      <dgm:prSet/>
      <dgm:spPr/>
      <dgm:t>
        <a:bodyPr/>
        <a:lstStyle/>
        <a:p>
          <a:endParaRPr lang="en-US"/>
        </a:p>
      </dgm:t>
    </dgm:pt>
    <dgm:pt modelId="{B926220B-5A7E-4EDD-96B7-7386A148BFB2}" type="sibTrans" cxnId="{451FE5D9-9B76-4A1C-89E3-C91E16E1ACCE}">
      <dgm:prSet/>
      <dgm:spPr/>
      <dgm:t>
        <a:bodyPr/>
        <a:lstStyle/>
        <a:p>
          <a:endParaRPr lang="en-US"/>
        </a:p>
      </dgm:t>
    </dgm:pt>
    <dgm:pt modelId="{8DCE0430-8D49-4301-8906-64F8A3BFE2E1}">
      <dgm:prSet/>
      <dgm:spPr/>
      <dgm:t>
        <a:bodyPr/>
        <a:lstStyle/>
        <a:p>
          <a:r>
            <a:rPr lang="en-GB"/>
            <a:t>Risk Management: Reduce the overall risk to the organization.</a:t>
          </a:r>
          <a:endParaRPr lang="en-US"/>
        </a:p>
      </dgm:t>
    </dgm:pt>
    <dgm:pt modelId="{A77CCF00-0B84-4E60-8015-226A736A89C0}" type="parTrans" cxnId="{CCBB6C2B-C355-490B-B61F-7350C40E457F}">
      <dgm:prSet/>
      <dgm:spPr/>
      <dgm:t>
        <a:bodyPr/>
        <a:lstStyle/>
        <a:p>
          <a:endParaRPr lang="en-US"/>
        </a:p>
      </dgm:t>
    </dgm:pt>
    <dgm:pt modelId="{FDCFAF22-EB0E-4214-AE9A-83BFCD0F7A10}" type="sibTrans" cxnId="{CCBB6C2B-C355-490B-B61F-7350C40E457F}">
      <dgm:prSet/>
      <dgm:spPr/>
      <dgm:t>
        <a:bodyPr/>
        <a:lstStyle/>
        <a:p>
          <a:endParaRPr lang="en-US"/>
        </a:p>
      </dgm:t>
    </dgm:pt>
    <dgm:pt modelId="{202FE362-D360-4766-9217-21817114C82C}" type="pres">
      <dgm:prSet presAssocID="{82651B38-7549-4454-97EA-BBF32D43312A}" presName="vert0" presStyleCnt="0">
        <dgm:presLayoutVars>
          <dgm:dir/>
          <dgm:animOne val="branch"/>
          <dgm:animLvl val="lvl"/>
        </dgm:presLayoutVars>
      </dgm:prSet>
      <dgm:spPr/>
    </dgm:pt>
    <dgm:pt modelId="{7ECF767A-E6AD-4CF5-97CA-669B3EB36FA4}" type="pres">
      <dgm:prSet presAssocID="{EA04A6D2-CB3C-4320-99DC-B1C3D88990BA}" presName="thickLine" presStyleLbl="alignNode1" presStyleIdx="0" presStyleCnt="2"/>
      <dgm:spPr/>
    </dgm:pt>
    <dgm:pt modelId="{635AC8DD-92F0-4CB2-85CF-CD08E26D3819}" type="pres">
      <dgm:prSet presAssocID="{EA04A6D2-CB3C-4320-99DC-B1C3D88990BA}" presName="horz1" presStyleCnt="0"/>
      <dgm:spPr/>
    </dgm:pt>
    <dgm:pt modelId="{BA47E6E5-4557-4184-97BE-608FE073231C}" type="pres">
      <dgm:prSet presAssocID="{EA04A6D2-CB3C-4320-99DC-B1C3D88990BA}" presName="tx1" presStyleLbl="revTx" presStyleIdx="0" presStyleCnt="10"/>
      <dgm:spPr/>
    </dgm:pt>
    <dgm:pt modelId="{9F15A6C9-E8AA-491B-BAFB-8F918A1E3D01}" type="pres">
      <dgm:prSet presAssocID="{EA04A6D2-CB3C-4320-99DC-B1C3D88990BA}" presName="vert1" presStyleCnt="0"/>
      <dgm:spPr/>
    </dgm:pt>
    <dgm:pt modelId="{F3E1846F-5EEE-4B91-9237-CB20CD30DBF3}" type="pres">
      <dgm:prSet presAssocID="{DF33C03E-6B87-42F2-85D4-189E6E98DC4A}" presName="vertSpace2a" presStyleCnt="0"/>
      <dgm:spPr/>
    </dgm:pt>
    <dgm:pt modelId="{8EB86B42-6B1E-437D-A65E-0EFAACB894F3}" type="pres">
      <dgm:prSet presAssocID="{DF33C03E-6B87-42F2-85D4-189E6E98DC4A}" presName="horz2" presStyleCnt="0"/>
      <dgm:spPr/>
    </dgm:pt>
    <dgm:pt modelId="{F4EF2C3D-59C4-4BBE-A50D-0BE05A8EB676}" type="pres">
      <dgm:prSet presAssocID="{DF33C03E-6B87-42F2-85D4-189E6E98DC4A}" presName="horzSpace2" presStyleCnt="0"/>
      <dgm:spPr/>
    </dgm:pt>
    <dgm:pt modelId="{06955AD7-DB22-4E89-8844-D18D9715C933}" type="pres">
      <dgm:prSet presAssocID="{DF33C03E-6B87-42F2-85D4-189E6E98DC4A}" presName="tx2" presStyleLbl="revTx" presStyleIdx="1" presStyleCnt="10"/>
      <dgm:spPr/>
    </dgm:pt>
    <dgm:pt modelId="{0A83864E-C175-4140-8432-6C1718F50AEC}" type="pres">
      <dgm:prSet presAssocID="{DF33C03E-6B87-42F2-85D4-189E6E98DC4A}" presName="vert2" presStyleCnt="0"/>
      <dgm:spPr/>
    </dgm:pt>
    <dgm:pt modelId="{9993C1DF-F508-4447-B207-D82084AD0325}" type="pres">
      <dgm:prSet presAssocID="{DF33C03E-6B87-42F2-85D4-189E6E98DC4A}" presName="thinLine2b" presStyleLbl="callout" presStyleIdx="0" presStyleCnt="8"/>
      <dgm:spPr/>
    </dgm:pt>
    <dgm:pt modelId="{5F4C5FEC-383B-4033-BB1F-7B27764CC744}" type="pres">
      <dgm:prSet presAssocID="{DF33C03E-6B87-42F2-85D4-189E6E98DC4A}" presName="vertSpace2b" presStyleCnt="0"/>
      <dgm:spPr/>
    </dgm:pt>
    <dgm:pt modelId="{4F44C5C8-019E-49C4-A122-7A16F0BAE747}" type="pres">
      <dgm:prSet presAssocID="{F348BF7F-E35A-4C79-BE3D-16A9B0E1BDCA}" presName="horz2" presStyleCnt="0"/>
      <dgm:spPr/>
    </dgm:pt>
    <dgm:pt modelId="{9667E408-7282-4788-A014-6BA73185604A}" type="pres">
      <dgm:prSet presAssocID="{F348BF7F-E35A-4C79-BE3D-16A9B0E1BDCA}" presName="horzSpace2" presStyleCnt="0"/>
      <dgm:spPr/>
    </dgm:pt>
    <dgm:pt modelId="{83BFF746-C233-44C1-9C89-D64B09AE95A5}" type="pres">
      <dgm:prSet presAssocID="{F348BF7F-E35A-4C79-BE3D-16A9B0E1BDCA}" presName="tx2" presStyleLbl="revTx" presStyleIdx="2" presStyleCnt="10"/>
      <dgm:spPr/>
    </dgm:pt>
    <dgm:pt modelId="{79BF2DAE-977D-46B0-8A10-27D72810C099}" type="pres">
      <dgm:prSet presAssocID="{F348BF7F-E35A-4C79-BE3D-16A9B0E1BDCA}" presName="vert2" presStyleCnt="0"/>
      <dgm:spPr/>
    </dgm:pt>
    <dgm:pt modelId="{A303B1ED-62C0-4071-B073-C99DBD2ACAA3}" type="pres">
      <dgm:prSet presAssocID="{F348BF7F-E35A-4C79-BE3D-16A9B0E1BDCA}" presName="thinLine2b" presStyleLbl="callout" presStyleIdx="1" presStyleCnt="8"/>
      <dgm:spPr/>
    </dgm:pt>
    <dgm:pt modelId="{C555C21F-9EFA-48EE-9DD3-3850BF033166}" type="pres">
      <dgm:prSet presAssocID="{F348BF7F-E35A-4C79-BE3D-16A9B0E1BDCA}" presName="vertSpace2b" presStyleCnt="0"/>
      <dgm:spPr/>
    </dgm:pt>
    <dgm:pt modelId="{C32A2365-A6DC-4E3F-989B-00350BFF4A0B}" type="pres">
      <dgm:prSet presAssocID="{F27777BD-E939-45E9-8272-2B7084ACD683}" presName="horz2" presStyleCnt="0"/>
      <dgm:spPr/>
    </dgm:pt>
    <dgm:pt modelId="{2C4D15BF-0518-416A-B639-7EE9AABABD47}" type="pres">
      <dgm:prSet presAssocID="{F27777BD-E939-45E9-8272-2B7084ACD683}" presName="horzSpace2" presStyleCnt="0"/>
      <dgm:spPr/>
    </dgm:pt>
    <dgm:pt modelId="{7EAB09C6-F230-4EE6-874F-B14DF26BCEF2}" type="pres">
      <dgm:prSet presAssocID="{F27777BD-E939-45E9-8272-2B7084ACD683}" presName="tx2" presStyleLbl="revTx" presStyleIdx="3" presStyleCnt="10"/>
      <dgm:spPr/>
    </dgm:pt>
    <dgm:pt modelId="{6B2CECA2-CB6D-41AB-BE58-CADF9B139043}" type="pres">
      <dgm:prSet presAssocID="{F27777BD-E939-45E9-8272-2B7084ACD683}" presName="vert2" presStyleCnt="0"/>
      <dgm:spPr/>
    </dgm:pt>
    <dgm:pt modelId="{F51074D9-2285-433B-935E-9F4B327CD874}" type="pres">
      <dgm:prSet presAssocID="{F27777BD-E939-45E9-8272-2B7084ACD683}" presName="thinLine2b" presStyleLbl="callout" presStyleIdx="2" presStyleCnt="8"/>
      <dgm:spPr/>
    </dgm:pt>
    <dgm:pt modelId="{06243B52-F803-407C-9B14-5869CC9A1B4F}" type="pres">
      <dgm:prSet presAssocID="{F27777BD-E939-45E9-8272-2B7084ACD683}" presName="vertSpace2b" presStyleCnt="0"/>
      <dgm:spPr/>
    </dgm:pt>
    <dgm:pt modelId="{FADF9F39-40BF-47D5-9C33-8A188DC5E7D7}" type="pres">
      <dgm:prSet presAssocID="{19994E8F-056F-40B5-8FAF-3B17EE5F3A57}" presName="horz2" presStyleCnt="0"/>
      <dgm:spPr/>
    </dgm:pt>
    <dgm:pt modelId="{5098E3E7-82E1-4EF5-B728-45F4F6CF44C1}" type="pres">
      <dgm:prSet presAssocID="{19994E8F-056F-40B5-8FAF-3B17EE5F3A57}" presName="horzSpace2" presStyleCnt="0"/>
      <dgm:spPr/>
    </dgm:pt>
    <dgm:pt modelId="{645C82D1-4A4D-49A0-A439-F94D307D3C7F}" type="pres">
      <dgm:prSet presAssocID="{19994E8F-056F-40B5-8FAF-3B17EE5F3A57}" presName="tx2" presStyleLbl="revTx" presStyleIdx="4" presStyleCnt="10"/>
      <dgm:spPr/>
    </dgm:pt>
    <dgm:pt modelId="{152B45F7-C561-475E-B966-ED91EB3AC860}" type="pres">
      <dgm:prSet presAssocID="{19994E8F-056F-40B5-8FAF-3B17EE5F3A57}" presName="vert2" presStyleCnt="0"/>
      <dgm:spPr/>
    </dgm:pt>
    <dgm:pt modelId="{693930E3-F167-4685-B84F-8BC36B44A5F3}" type="pres">
      <dgm:prSet presAssocID="{19994E8F-056F-40B5-8FAF-3B17EE5F3A57}" presName="thinLine2b" presStyleLbl="callout" presStyleIdx="3" presStyleCnt="8"/>
      <dgm:spPr/>
    </dgm:pt>
    <dgm:pt modelId="{33BA63A4-D8F3-42DD-8335-00198042CAA6}" type="pres">
      <dgm:prSet presAssocID="{19994E8F-056F-40B5-8FAF-3B17EE5F3A57}" presName="vertSpace2b" presStyleCnt="0"/>
      <dgm:spPr/>
    </dgm:pt>
    <dgm:pt modelId="{18BBEC8D-4ECF-4AF7-89E9-CBDDF7ABA278}" type="pres">
      <dgm:prSet presAssocID="{85E78784-33A4-4F9C-8CF7-380602AFA7BC}" presName="thickLine" presStyleLbl="alignNode1" presStyleIdx="1" presStyleCnt="2"/>
      <dgm:spPr/>
    </dgm:pt>
    <dgm:pt modelId="{D70C6EE9-E560-485B-9F5B-FCE4F5116CF3}" type="pres">
      <dgm:prSet presAssocID="{85E78784-33A4-4F9C-8CF7-380602AFA7BC}" presName="horz1" presStyleCnt="0"/>
      <dgm:spPr/>
    </dgm:pt>
    <dgm:pt modelId="{718E78EC-751F-44DE-BB81-0ECBF259E49C}" type="pres">
      <dgm:prSet presAssocID="{85E78784-33A4-4F9C-8CF7-380602AFA7BC}" presName="tx1" presStyleLbl="revTx" presStyleIdx="5" presStyleCnt="10"/>
      <dgm:spPr/>
    </dgm:pt>
    <dgm:pt modelId="{78D825DD-B248-4AC5-95AB-92B4C6D06E50}" type="pres">
      <dgm:prSet presAssocID="{85E78784-33A4-4F9C-8CF7-380602AFA7BC}" presName="vert1" presStyleCnt="0"/>
      <dgm:spPr/>
    </dgm:pt>
    <dgm:pt modelId="{95ADFE27-FC8E-4551-A6C5-44EC05B42D3F}" type="pres">
      <dgm:prSet presAssocID="{36775801-10C7-4DF6-97C2-5433A8DBB5A4}" presName="vertSpace2a" presStyleCnt="0"/>
      <dgm:spPr/>
    </dgm:pt>
    <dgm:pt modelId="{FF9FC111-6546-429B-8B87-1DF415AB662D}" type="pres">
      <dgm:prSet presAssocID="{36775801-10C7-4DF6-97C2-5433A8DBB5A4}" presName="horz2" presStyleCnt="0"/>
      <dgm:spPr/>
    </dgm:pt>
    <dgm:pt modelId="{EC5EA245-1BD2-4F1B-A11E-2B4BA7395D23}" type="pres">
      <dgm:prSet presAssocID="{36775801-10C7-4DF6-97C2-5433A8DBB5A4}" presName="horzSpace2" presStyleCnt="0"/>
      <dgm:spPr/>
    </dgm:pt>
    <dgm:pt modelId="{91ECDD0C-F160-41FE-BF08-79E937BD1144}" type="pres">
      <dgm:prSet presAssocID="{36775801-10C7-4DF6-97C2-5433A8DBB5A4}" presName="tx2" presStyleLbl="revTx" presStyleIdx="6" presStyleCnt="10"/>
      <dgm:spPr/>
    </dgm:pt>
    <dgm:pt modelId="{FB9F27F6-194E-4F15-B95A-F91C4518009E}" type="pres">
      <dgm:prSet presAssocID="{36775801-10C7-4DF6-97C2-5433A8DBB5A4}" presName="vert2" presStyleCnt="0"/>
      <dgm:spPr/>
    </dgm:pt>
    <dgm:pt modelId="{93E3222E-B13C-4335-AB61-DD7416339EC0}" type="pres">
      <dgm:prSet presAssocID="{36775801-10C7-4DF6-97C2-5433A8DBB5A4}" presName="thinLine2b" presStyleLbl="callout" presStyleIdx="4" presStyleCnt="8"/>
      <dgm:spPr/>
    </dgm:pt>
    <dgm:pt modelId="{ED40377F-73AE-4DC2-9653-9FC9C5CEABE7}" type="pres">
      <dgm:prSet presAssocID="{36775801-10C7-4DF6-97C2-5433A8DBB5A4}" presName="vertSpace2b" presStyleCnt="0"/>
      <dgm:spPr/>
    </dgm:pt>
    <dgm:pt modelId="{357BA10D-5D69-4044-BE4F-764AD3953E01}" type="pres">
      <dgm:prSet presAssocID="{3B357BD7-459D-432C-B597-E71C3151488A}" presName="horz2" presStyleCnt="0"/>
      <dgm:spPr/>
    </dgm:pt>
    <dgm:pt modelId="{8DE16658-0859-42BF-BFAC-594342CF5B28}" type="pres">
      <dgm:prSet presAssocID="{3B357BD7-459D-432C-B597-E71C3151488A}" presName="horzSpace2" presStyleCnt="0"/>
      <dgm:spPr/>
    </dgm:pt>
    <dgm:pt modelId="{C3E59DAC-3E96-4046-A0E5-E91F1EA2320E}" type="pres">
      <dgm:prSet presAssocID="{3B357BD7-459D-432C-B597-E71C3151488A}" presName="tx2" presStyleLbl="revTx" presStyleIdx="7" presStyleCnt="10"/>
      <dgm:spPr/>
    </dgm:pt>
    <dgm:pt modelId="{E4FFD885-CCBD-4E88-B41F-8037FD7CA8C6}" type="pres">
      <dgm:prSet presAssocID="{3B357BD7-459D-432C-B597-E71C3151488A}" presName="vert2" presStyleCnt="0"/>
      <dgm:spPr/>
    </dgm:pt>
    <dgm:pt modelId="{B979C411-E460-4A07-B3DE-C18A0F94E68C}" type="pres">
      <dgm:prSet presAssocID="{3B357BD7-459D-432C-B597-E71C3151488A}" presName="thinLine2b" presStyleLbl="callout" presStyleIdx="5" presStyleCnt="8"/>
      <dgm:spPr/>
    </dgm:pt>
    <dgm:pt modelId="{86A17358-9DE1-485A-A70F-3B492C91CFC7}" type="pres">
      <dgm:prSet presAssocID="{3B357BD7-459D-432C-B597-E71C3151488A}" presName="vertSpace2b" presStyleCnt="0"/>
      <dgm:spPr/>
    </dgm:pt>
    <dgm:pt modelId="{F491F497-D070-4EED-9B53-57172AA9E746}" type="pres">
      <dgm:prSet presAssocID="{03A7F0D9-D905-4926-9FC9-B83240DFD160}" presName="horz2" presStyleCnt="0"/>
      <dgm:spPr/>
    </dgm:pt>
    <dgm:pt modelId="{215034E5-C45B-4010-A677-5A513CA2479E}" type="pres">
      <dgm:prSet presAssocID="{03A7F0D9-D905-4926-9FC9-B83240DFD160}" presName="horzSpace2" presStyleCnt="0"/>
      <dgm:spPr/>
    </dgm:pt>
    <dgm:pt modelId="{05E11053-ED64-4609-9380-6C159119E7ED}" type="pres">
      <dgm:prSet presAssocID="{03A7F0D9-D905-4926-9FC9-B83240DFD160}" presName="tx2" presStyleLbl="revTx" presStyleIdx="8" presStyleCnt="10"/>
      <dgm:spPr/>
    </dgm:pt>
    <dgm:pt modelId="{7ABB42EB-62E2-4C79-81ED-A1197AED3F95}" type="pres">
      <dgm:prSet presAssocID="{03A7F0D9-D905-4926-9FC9-B83240DFD160}" presName="vert2" presStyleCnt="0"/>
      <dgm:spPr/>
    </dgm:pt>
    <dgm:pt modelId="{0D0B9A2B-B8AB-4C8F-921D-551F98336FFC}" type="pres">
      <dgm:prSet presAssocID="{03A7F0D9-D905-4926-9FC9-B83240DFD160}" presName="thinLine2b" presStyleLbl="callout" presStyleIdx="6" presStyleCnt="8"/>
      <dgm:spPr/>
    </dgm:pt>
    <dgm:pt modelId="{CED4F732-7B96-453C-8E65-9E233F678B60}" type="pres">
      <dgm:prSet presAssocID="{03A7F0D9-D905-4926-9FC9-B83240DFD160}" presName="vertSpace2b" presStyleCnt="0"/>
      <dgm:spPr/>
    </dgm:pt>
    <dgm:pt modelId="{289EAF7A-7A1E-4258-8F0C-D70075873E24}" type="pres">
      <dgm:prSet presAssocID="{8DCE0430-8D49-4301-8906-64F8A3BFE2E1}" presName="horz2" presStyleCnt="0"/>
      <dgm:spPr/>
    </dgm:pt>
    <dgm:pt modelId="{C889FB16-E2E1-466E-A3CF-220585B780EA}" type="pres">
      <dgm:prSet presAssocID="{8DCE0430-8D49-4301-8906-64F8A3BFE2E1}" presName="horzSpace2" presStyleCnt="0"/>
      <dgm:spPr/>
    </dgm:pt>
    <dgm:pt modelId="{206C50C3-9820-45EC-A3B4-31D783E8DFB0}" type="pres">
      <dgm:prSet presAssocID="{8DCE0430-8D49-4301-8906-64F8A3BFE2E1}" presName="tx2" presStyleLbl="revTx" presStyleIdx="9" presStyleCnt="10"/>
      <dgm:spPr/>
    </dgm:pt>
    <dgm:pt modelId="{79F3F2A2-08DB-482D-B15A-01118C17542A}" type="pres">
      <dgm:prSet presAssocID="{8DCE0430-8D49-4301-8906-64F8A3BFE2E1}" presName="vert2" presStyleCnt="0"/>
      <dgm:spPr/>
    </dgm:pt>
    <dgm:pt modelId="{D2305AB4-E0CB-434D-8D92-BFF0F1B0FAE8}" type="pres">
      <dgm:prSet presAssocID="{8DCE0430-8D49-4301-8906-64F8A3BFE2E1}" presName="thinLine2b" presStyleLbl="callout" presStyleIdx="7" presStyleCnt="8"/>
      <dgm:spPr/>
    </dgm:pt>
    <dgm:pt modelId="{7457911B-FC9D-46A3-A83A-E31561846D2A}" type="pres">
      <dgm:prSet presAssocID="{8DCE0430-8D49-4301-8906-64F8A3BFE2E1}" presName="vertSpace2b" presStyleCnt="0"/>
      <dgm:spPr/>
    </dgm:pt>
  </dgm:ptLst>
  <dgm:cxnLst>
    <dgm:cxn modelId="{183B1824-D0E1-4D8E-AD5E-EC49893AA03A}" srcId="{82651B38-7549-4454-97EA-BBF32D43312A}" destId="{EA04A6D2-CB3C-4320-99DC-B1C3D88990BA}" srcOrd="0" destOrd="0" parTransId="{F8F5A70E-31B7-4334-804E-37BAD59013E3}" sibTransId="{BB91FDF4-1D39-43E2-BA9F-6AC8F48E6FCA}"/>
    <dgm:cxn modelId="{CCBB6C2B-C355-490B-B61F-7350C40E457F}" srcId="{85E78784-33A4-4F9C-8CF7-380602AFA7BC}" destId="{8DCE0430-8D49-4301-8906-64F8A3BFE2E1}" srcOrd="3" destOrd="0" parTransId="{A77CCF00-0B84-4E60-8015-226A736A89C0}" sibTransId="{FDCFAF22-EB0E-4214-AE9A-83BFCD0F7A10}"/>
    <dgm:cxn modelId="{64D4E830-017B-4F5C-B8CB-C9EFBF906B0D}" srcId="{EA04A6D2-CB3C-4320-99DC-B1C3D88990BA}" destId="{DF33C03E-6B87-42F2-85D4-189E6E98DC4A}" srcOrd="0" destOrd="0" parTransId="{CC2FEF42-2575-45FB-9013-B12597E600A0}" sibTransId="{2E261596-C173-4259-A623-C3B29279939F}"/>
    <dgm:cxn modelId="{65657A3A-EEE7-4A5A-8E45-FEF018AEEA58}" type="presOf" srcId="{82651B38-7549-4454-97EA-BBF32D43312A}" destId="{202FE362-D360-4766-9217-21817114C82C}" srcOrd="0" destOrd="0" presId="urn:microsoft.com/office/officeart/2008/layout/LinedList"/>
    <dgm:cxn modelId="{7024A064-09B4-416B-9F77-23D427A1DACE}" type="presOf" srcId="{DF33C03E-6B87-42F2-85D4-189E6E98DC4A}" destId="{06955AD7-DB22-4E89-8844-D18D9715C933}" srcOrd="0" destOrd="0" presId="urn:microsoft.com/office/officeart/2008/layout/LinedList"/>
    <dgm:cxn modelId="{E742555A-6D87-495C-A459-915151653B2D}" srcId="{EA04A6D2-CB3C-4320-99DC-B1C3D88990BA}" destId="{F27777BD-E939-45E9-8272-2B7084ACD683}" srcOrd="2" destOrd="0" parTransId="{6D31DEA2-809C-4910-B3DE-C72726401B4E}" sibTransId="{639FE8E2-976F-4E45-A866-EAEC558B1E33}"/>
    <dgm:cxn modelId="{64DC0A7D-5366-4AB4-AED8-6CC35D9DFC57}" type="presOf" srcId="{36775801-10C7-4DF6-97C2-5433A8DBB5A4}" destId="{91ECDD0C-F160-41FE-BF08-79E937BD1144}" srcOrd="0" destOrd="0" presId="urn:microsoft.com/office/officeart/2008/layout/LinedList"/>
    <dgm:cxn modelId="{02815486-7C37-4A8B-BCBB-C507E3C3B65B}" type="presOf" srcId="{EA04A6D2-CB3C-4320-99DC-B1C3D88990BA}" destId="{BA47E6E5-4557-4184-97BE-608FE073231C}" srcOrd="0" destOrd="0" presId="urn:microsoft.com/office/officeart/2008/layout/LinedList"/>
    <dgm:cxn modelId="{AAFEFC90-C90A-4CCF-9AA5-F0F4E782AC86}" srcId="{85E78784-33A4-4F9C-8CF7-380602AFA7BC}" destId="{3B357BD7-459D-432C-B597-E71C3151488A}" srcOrd="1" destOrd="0" parTransId="{3453F7DA-EE39-4A70-9775-DAD86876EBA7}" sibTransId="{801D7FD1-D1FC-45F1-893F-F6D282ECFCCB}"/>
    <dgm:cxn modelId="{FFE71798-26E7-4AC0-B383-F2750C3C6250}" srcId="{85E78784-33A4-4F9C-8CF7-380602AFA7BC}" destId="{36775801-10C7-4DF6-97C2-5433A8DBB5A4}" srcOrd="0" destOrd="0" parTransId="{BB1CC241-D2F9-4393-B63E-5BE187EF9759}" sibTransId="{9EFEA401-5C45-43B9-94BC-B4319AD87D0C}"/>
    <dgm:cxn modelId="{26779598-B8F4-4445-8C98-0DC87EB2EABC}" type="presOf" srcId="{8DCE0430-8D49-4301-8906-64F8A3BFE2E1}" destId="{206C50C3-9820-45EC-A3B4-31D783E8DFB0}" srcOrd="0" destOrd="0" presId="urn:microsoft.com/office/officeart/2008/layout/LinedList"/>
    <dgm:cxn modelId="{A61B909B-52AC-4C4E-9BC7-9ADEE87765B7}" srcId="{EA04A6D2-CB3C-4320-99DC-B1C3D88990BA}" destId="{F348BF7F-E35A-4C79-BE3D-16A9B0E1BDCA}" srcOrd="1" destOrd="0" parTransId="{A1E73268-F80C-40E8-81E8-B6BBA24DD57B}" sibTransId="{148F6D0D-D750-4E76-979B-EE5BB474B90C}"/>
    <dgm:cxn modelId="{65954DAA-CA23-432C-8AA9-A4B99624E947}" srcId="{EA04A6D2-CB3C-4320-99DC-B1C3D88990BA}" destId="{19994E8F-056F-40B5-8FAF-3B17EE5F3A57}" srcOrd="3" destOrd="0" parTransId="{C91CE081-A92C-4F46-8429-67114B596950}" sibTransId="{500FED69-DFB1-444C-A751-67CD1BD83D73}"/>
    <dgm:cxn modelId="{5EEA63CC-4444-4084-8E00-84B8424D7ED7}" type="presOf" srcId="{19994E8F-056F-40B5-8FAF-3B17EE5F3A57}" destId="{645C82D1-4A4D-49A0-A439-F94D307D3C7F}" srcOrd="0" destOrd="0" presId="urn:microsoft.com/office/officeart/2008/layout/LinedList"/>
    <dgm:cxn modelId="{451FE5D9-9B76-4A1C-89E3-C91E16E1ACCE}" srcId="{85E78784-33A4-4F9C-8CF7-380602AFA7BC}" destId="{03A7F0D9-D905-4926-9FC9-B83240DFD160}" srcOrd="2" destOrd="0" parTransId="{46C26AEC-8F9A-409B-B9D9-83A0DD1538DF}" sibTransId="{B926220B-5A7E-4EDD-96B7-7386A148BFB2}"/>
    <dgm:cxn modelId="{CE24FEE6-3E01-4F2C-AF9B-2820241C1AE8}" type="presOf" srcId="{3B357BD7-459D-432C-B597-E71C3151488A}" destId="{C3E59DAC-3E96-4046-A0E5-E91F1EA2320E}" srcOrd="0" destOrd="0" presId="urn:microsoft.com/office/officeart/2008/layout/LinedList"/>
    <dgm:cxn modelId="{E0E112EC-899F-4204-8AC2-A1173E8EF87F}" type="presOf" srcId="{03A7F0D9-D905-4926-9FC9-B83240DFD160}" destId="{05E11053-ED64-4609-9380-6C159119E7ED}" srcOrd="0" destOrd="0" presId="urn:microsoft.com/office/officeart/2008/layout/LinedList"/>
    <dgm:cxn modelId="{1C5C11ED-90FD-4F44-8BAE-B18CBE7AF62C}" srcId="{82651B38-7549-4454-97EA-BBF32D43312A}" destId="{85E78784-33A4-4F9C-8CF7-380602AFA7BC}" srcOrd="1" destOrd="0" parTransId="{11B65498-3294-44DC-927F-B4935E178160}" sibTransId="{8194C78D-3010-483D-98D3-96FA9CE256C6}"/>
    <dgm:cxn modelId="{CD92EEED-ED86-44FA-A06D-2D5C80F4AD70}" type="presOf" srcId="{F348BF7F-E35A-4C79-BE3D-16A9B0E1BDCA}" destId="{83BFF746-C233-44C1-9C89-D64B09AE95A5}" srcOrd="0" destOrd="0" presId="urn:microsoft.com/office/officeart/2008/layout/LinedList"/>
    <dgm:cxn modelId="{094EA7F5-35CC-4CF5-8AAE-DC7080926DB8}" type="presOf" srcId="{F27777BD-E939-45E9-8272-2B7084ACD683}" destId="{7EAB09C6-F230-4EE6-874F-B14DF26BCEF2}" srcOrd="0" destOrd="0" presId="urn:microsoft.com/office/officeart/2008/layout/LinedList"/>
    <dgm:cxn modelId="{0A9C95FA-F30F-4265-8972-EEF3720DB298}" type="presOf" srcId="{85E78784-33A4-4F9C-8CF7-380602AFA7BC}" destId="{718E78EC-751F-44DE-BB81-0ECBF259E49C}" srcOrd="0" destOrd="0" presId="urn:microsoft.com/office/officeart/2008/layout/LinedList"/>
    <dgm:cxn modelId="{FD697090-F683-4978-B7DC-2C021FC2AF76}" type="presParOf" srcId="{202FE362-D360-4766-9217-21817114C82C}" destId="{7ECF767A-E6AD-4CF5-97CA-669B3EB36FA4}" srcOrd="0" destOrd="0" presId="urn:microsoft.com/office/officeart/2008/layout/LinedList"/>
    <dgm:cxn modelId="{AC891019-22D8-4216-A8BC-DCDE17DCF1CA}" type="presParOf" srcId="{202FE362-D360-4766-9217-21817114C82C}" destId="{635AC8DD-92F0-4CB2-85CF-CD08E26D3819}" srcOrd="1" destOrd="0" presId="urn:microsoft.com/office/officeart/2008/layout/LinedList"/>
    <dgm:cxn modelId="{B5AE9757-1C66-4603-8AA5-C8F83B6BD78C}" type="presParOf" srcId="{635AC8DD-92F0-4CB2-85CF-CD08E26D3819}" destId="{BA47E6E5-4557-4184-97BE-608FE073231C}" srcOrd="0" destOrd="0" presId="urn:microsoft.com/office/officeart/2008/layout/LinedList"/>
    <dgm:cxn modelId="{79BB76FC-CEAF-4A4A-B889-60BDF3658630}" type="presParOf" srcId="{635AC8DD-92F0-4CB2-85CF-CD08E26D3819}" destId="{9F15A6C9-E8AA-491B-BAFB-8F918A1E3D01}" srcOrd="1" destOrd="0" presId="urn:microsoft.com/office/officeart/2008/layout/LinedList"/>
    <dgm:cxn modelId="{1F89E8C3-2F50-42BC-AACF-4964E0935B3A}" type="presParOf" srcId="{9F15A6C9-E8AA-491B-BAFB-8F918A1E3D01}" destId="{F3E1846F-5EEE-4B91-9237-CB20CD30DBF3}" srcOrd="0" destOrd="0" presId="urn:microsoft.com/office/officeart/2008/layout/LinedList"/>
    <dgm:cxn modelId="{048B875F-ACB1-4AE0-9E29-4B9FCBB38CED}" type="presParOf" srcId="{9F15A6C9-E8AA-491B-BAFB-8F918A1E3D01}" destId="{8EB86B42-6B1E-437D-A65E-0EFAACB894F3}" srcOrd="1" destOrd="0" presId="urn:microsoft.com/office/officeart/2008/layout/LinedList"/>
    <dgm:cxn modelId="{20BB6540-DD9D-455F-B090-6790F4BEBD25}" type="presParOf" srcId="{8EB86B42-6B1E-437D-A65E-0EFAACB894F3}" destId="{F4EF2C3D-59C4-4BBE-A50D-0BE05A8EB676}" srcOrd="0" destOrd="0" presId="urn:microsoft.com/office/officeart/2008/layout/LinedList"/>
    <dgm:cxn modelId="{A65B374A-3C5A-400D-B29C-66EB71D9A85D}" type="presParOf" srcId="{8EB86B42-6B1E-437D-A65E-0EFAACB894F3}" destId="{06955AD7-DB22-4E89-8844-D18D9715C933}" srcOrd="1" destOrd="0" presId="urn:microsoft.com/office/officeart/2008/layout/LinedList"/>
    <dgm:cxn modelId="{AF87E581-675D-4468-AD50-0E79485047BE}" type="presParOf" srcId="{8EB86B42-6B1E-437D-A65E-0EFAACB894F3}" destId="{0A83864E-C175-4140-8432-6C1718F50AEC}" srcOrd="2" destOrd="0" presId="urn:microsoft.com/office/officeart/2008/layout/LinedList"/>
    <dgm:cxn modelId="{47B6E127-BD02-4FD1-89E3-B8FDD302E7FD}" type="presParOf" srcId="{9F15A6C9-E8AA-491B-BAFB-8F918A1E3D01}" destId="{9993C1DF-F508-4447-B207-D82084AD0325}" srcOrd="2" destOrd="0" presId="urn:microsoft.com/office/officeart/2008/layout/LinedList"/>
    <dgm:cxn modelId="{FDF45270-023A-4D9E-9A49-53BC61E8EA07}" type="presParOf" srcId="{9F15A6C9-E8AA-491B-BAFB-8F918A1E3D01}" destId="{5F4C5FEC-383B-4033-BB1F-7B27764CC744}" srcOrd="3" destOrd="0" presId="urn:microsoft.com/office/officeart/2008/layout/LinedList"/>
    <dgm:cxn modelId="{5D4848FF-72A9-47F8-95A5-D57DE23FD112}" type="presParOf" srcId="{9F15A6C9-E8AA-491B-BAFB-8F918A1E3D01}" destId="{4F44C5C8-019E-49C4-A122-7A16F0BAE747}" srcOrd="4" destOrd="0" presId="urn:microsoft.com/office/officeart/2008/layout/LinedList"/>
    <dgm:cxn modelId="{90476147-4BEA-41C2-8F2A-567BF9B364B2}" type="presParOf" srcId="{4F44C5C8-019E-49C4-A122-7A16F0BAE747}" destId="{9667E408-7282-4788-A014-6BA73185604A}" srcOrd="0" destOrd="0" presId="urn:microsoft.com/office/officeart/2008/layout/LinedList"/>
    <dgm:cxn modelId="{F4D772B4-6460-4BAD-B64C-9F2B51B1629B}" type="presParOf" srcId="{4F44C5C8-019E-49C4-A122-7A16F0BAE747}" destId="{83BFF746-C233-44C1-9C89-D64B09AE95A5}" srcOrd="1" destOrd="0" presId="urn:microsoft.com/office/officeart/2008/layout/LinedList"/>
    <dgm:cxn modelId="{1991A698-6E90-40E1-8182-8AAEB9836B4D}" type="presParOf" srcId="{4F44C5C8-019E-49C4-A122-7A16F0BAE747}" destId="{79BF2DAE-977D-46B0-8A10-27D72810C099}" srcOrd="2" destOrd="0" presId="urn:microsoft.com/office/officeart/2008/layout/LinedList"/>
    <dgm:cxn modelId="{2E9429D8-C7B0-4F34-ACF9-7D580B019FED}" type="presParOf" srcId="{9F15A6C9-E8AA-491B-BAFB-8F918A1E3D01}" destId="{A303B1ED-62C0-4071-B073-C99DBD2ACAA3}" srcOrd="5" destOrd="0" presId="urn:microsoft.com/office/officeart/2008/layout/LinedList"/>
    <dgm:cxn modelId="{A5D147BF-B885-4EFE-9305-30CFCD8EDAF5}" type="presParOf" srcId="{9F15A6C9-E8AA-491B-BAFB-8F918A1E3D01}" destId="{C555C21F-9EFA-48EE-9DD3-3850BF033166}" srcOrd="6" destOrd="0" presId="urn:microsoft.com/office/officeart/2008/layout/LinedList"/>
    <dgm:cxn modelId="{0504BFA7-73EA-4176-9796-5D6B559C228E}" type="presParOf" srcId="{9F15A6C9-E8AA-491B-BAFB-8F918A1E3D01}" destId="{C32A2365-A6DC-4E3F-989B-00350BFF4A0B}" srcOrd="7" destOrd="0" presId="urn:microsoft.com/office/officeart/2008/layout/LinedList"/>
    <dgm:cxn modelId="{A12575F9-9A8F-4C30-9D0E-D34FC9043FD3}" type="presParOf" srcId="{C32A2365-A6DC-4E3F-989B-00350BFF4A0B}" destId="{2C4D15BF-0518-416A-B639-7EE9AABABD47}" srcOrd="0" destOrd="0" presId="urn:microsoft.com/office/officeart/2008/layout/LinedList"/>
    <dgm:cxn modelId="{61A58F67-6FC2-473C-A7D3-78F8F6E6A27A}" type="presParOf" srcId="{C32A2365-A6DC-4E3F-989B-00350BFF4A0B}" destId="{7EAB09C6-F230-4EE6-874F-B14DF26BCEF2}" srcOrd="1" destOrd="0" presId="urn:microsoft.com/office/officeart/2008/layout/LinedList"/>
    <dgm:cxn modelId="{3CE6B9B0-5EC8-42AE-8ECD-650C73FD693A}" type="presParOf" srcId="{C32A2365-A6DC-4E3F-989B-00350BFF4A0B}" destId="{6B2CECA2-CB6D-41AB-BE58-CADF9B139043}" srcOrd="2" destOrd="0" presId="urn:microsoft.com/office/officeart/2008/layout/LinedList"/>
    <dgm:cxn modelId="{F2A13D85-25AF-4901-8E25-A68BD96C1AAB}" type="presParOf" srcId="{9F15A6C9-E8AA-491B-BAFB-8F918A1E3D01}" destId="{F51074D9-2285-433B-935E-9F4B327CD874}" srcOrd="8" destOrd="0" presId="urn:microsoft.com/office/officeart/2008/layout/LinedList"/>
    <dgm:cxn modelId="{B7CD9CFB-3324-4C97-A7E3-45162B71778D}" type="presParOf" srcId="{9F15A6C9-E8AA-491B-BAFB-8F918A1E3D01}" destId="{06243B52-F803-407C-9B14-5869CC9A1B4F}" srcOrd="9" destOrd="0" presId="urn:microsoft.com/office/officeart/2008/layout/LinedList"/>
    <dgm:cxn modelId="{CBFC0915-03F9-4EBA-ACD8-430CBAAB0810}" type="presParOf" srcId="{9F15A6C9-E8AA-491B-BAFB-8F918A1E3D01}" destId="{FADF9F39-40BF-47D5-9C33-8A188DC5E7D7}" srcOrd="10" destOrd="0" presId="urn:microsoft.com/office/officeart/2008/layout/LinedList"/>
    <dgm:cxn modelId="{B3B924F3-3BF5-47B3-84FA-61C6EAA11F01}" type="presParOf" srcId="{FADF9F39-40BF-47D5-9C33-8A188DC5E7D7}" destId="{5098E3E7-82E1-4EF5-B728-45F4F6CF44C1}" srcOrd="0" destOrd="0" presId="urn:microsoft.com/office/officeart/2008/layout/LinedList"/>
    <dgm:cxn modelId="{7D754093-5CA3-4026-B015-49F96FE2C07B}" type="presParOf" srcId="{FADF9F39-40BF-47D5-9C33-8A188DC5E7D7}" destId="{645C82D1-4A4D-49A0-A439-F94D307D3C7F}" srcOrd="1" destOrd="0" presId="urn:microsoft.com/office/officeart/2008/layout/LinedList"/>
    <dgm:cxn modelId="{67748739-29B7-4016-9F03-8458726A9604}" type="presParOf" srcId="{FADF9F39-40BF-47D5-9C33-8A188DC5E7D7}" destId="{152B45F7-C561-475E-B966-ED91EB3AC860}" srcOrd="2" destOrd="0" presId="urn:microsoft.com/office/officeart/2008/layout/LinedList"/>
    <dgm:cxn modelId="{3358852D-C554-46B5-B756-8D5C735590CA}" type="presParOf" srcId="{9F15A6C9-E8AA-491B-BAFB-8F918A1E3D01}" destId="{693930E3-F167-4685-B84F-8BC36B44A5F3}" srcOrd="11" destOrd="0" presId="urn:microsoft.com/office/officeart/2008/layout/LinedList"/>
    <dgm:cxn modelId="{75A722F2-EF3F-43F2-B9C7-CB09ADC54A83}" type="presParOf" srcId="{9F15A6C9-E8AA-491B-BAFB-8F918A1E3D01}" destId="{33BA63A4-D8F3-42DD-8335-00198042CAA6}" srcOrd="12" destOrd="0" presId="urn:microsoft.com/office/officeart/2008/layout/LinedList"/>
    <dgm:cxn modelId="{80968285-F4BC-4150-93DE-CFD9461F0740}" type="presParOf" srcId="{202FE362-D360-4766-9217-21817114C82C}" destId="{18BBEC8D-4ECF-4AF7-89E9-CBDDF7ABA278}" srcOrd="2" destOrd="0" presId="urn:microsoft.com/office/officeart/2008/layout/LinedList"/>
    <dgm:cxn modelId="{3F2E022F-76E0-48CA-93E6-E6664EF61FC2}" type="presParOf" srcId="{202FE362-D360-4766-9217-21817114C82C}" destId="{D70C6EE9-E560-485B-9F5B-FCE4F5116CF3}" srcOrd="3" destOrd="0" presId="urn:microsoft.com/office/officeart/2008/layout/LinedList"/>
    <dgm:cxn modelId="{E93946E6-E994-4C20-B28A-C87CF8696EAA}" type="presParOf" srcId="{D70C6EE9-E560-485B-9F5B-FCE4F5116CF3}" destId="{718E78EC-751F-44DE-BB81-0ECBF259E49C}" srcOrd="0" destOrd="0" presId="urn:microsoft.com/office/officeart/2008/layout/LinedList"/>
    <dgm:cxn modelId="{A9B6CB78-FD18-42F2-BE7F-59B8D60C13B6}" type="presParOf" srcId="{D70C6EE9-E560-485B-9F5B-FCE4F5116CF3}" destId="{78D825DD-B248-4AC5-95AB-92B4C6D06E50}" srcOrd="1" destOrd="0" presId="urn:microsoft.com/office/officeart/2008/layout/LinedList"/>
    <dgm:cxn modelId="{8A94DF60-E680-4F7E-8767-05C55D7E64E8}" type="presParOf" srcId="{78D825DD-B248-4AC5-95AB-92B4C6D06E50}" destId="{95ADFE27-FC8E-4551-A6C5-44EC05B42D3F}" srcOrd="0" destOrd="0" presId="urn:microsoft.com/office/officeart/2008/layout/LinedList"/>
    <dgm:cxn modelId="{C14DDF54-27DF-4B23-8918-1A525CE987A5}" type="presParOf" srcId="{78D825DD-B248-4AC5-95AB-92B4C6D06E50}" destId="{FF9FC111-6546-429B-8B87-1DF415AB662D}" srcOrd="1" destOrd="0" presId="urn:microsoft.com/office/officeart/2008/layout/LinedList"/>
    <dgm:cxn modelId="{4EF3D3E7-4A88-4635-B99E-63C9DBF76CC6}" type="presParOf" srcId="{FF9FC111-6546-429B-8B87-1DF415AB662D}" destId="{EC5EA245-1BD2-4F1B-A11E-2B4BA7395D23}" srcOrd="0" destOrd="0" presId="urn:microsoft.com/office/officeart/2008/layout/LinedList"/>
    <dgm:cxn modelId="{8B2BFAD4-9B47-45D4-B987-995C0B2E1BBB}" type="presParOf" srcId="{FF9FC111-6546-429B-8B87-1DF415AB662D}" destId="{91ECDD0C-F160-41FE-BF08-79E937BD1144}" srcOrd="1" destOrd="0" presId="urn:microsoft.com/office/officeart/2008/layout/LinedList"/>
    <dgm:cxn modelId="{2D86C328-67EE-4C00-99A0-69EC07EC019D}" type="presParOf" srcId="{FF9FC111-6546-429B-8B87-1DF415AB662D}" destId="{FB9F27F6-194E-4F15-B95A-F91C4518009E}" srcOrd="2" destOrd="0" presId="urn:microsoft.com/office/officeart/2008/layout/LinedList"/>
    <dgm:cxn modelId="{9564C495-325C-4526-9D6C-CE9455C43653}" type="presParOf" srcId="{78D825DD-B248-4AC5-95AB-92B4C6D06E50}" destId="{93E3222E-B13C-4335-AB61-DD7416339EC0}" srcOrd="2" destOrd="0" presId="urn:microsoft.com/office/officeart/2008/layout/LinedList"/>
    <dgm:cxn modelId="{B30B44BB-277A-4BD3-AE93-D9CB1690703E}" type="presParOf" srcId="{78D825DD-B248-4AC5-95AB-92B4C6D06E50}" destId="{ED40377F-73AE-4DC2-9653-9FC9C5CEABE7}" srcOrd="3" destOrd="0" presId="urn:microsoft.com/office/officeart/2008/layout/LinedList"/>
    <dgm:cxn modelId="{82D5CBCC-7F77-41E6-8C95-2C3251F51DD3}" type="presParOf" srcId="{78D825DD-B248-4AC5-95AB-92B4C6D06E50}" destId="{357BA10D-5D69-4044-BE4F-764AD3953E01}" srcOrd="4" destOrd="0" presId="urn:microsoft.com/office/officeart/2008/layout/LinedList"/>
    <dgm:cxn modelId="{3B97850E-F881-4F20-81EC-6A372E8C2DC9}" type="presParOf" srcId="{357BA10D-5D69-4044-BE4F-764AD3953E01}" destId="{8DE16658-0859-42BF-BFAC-594342CF5B28}" srcOrd="0" destOrd="0" presId="urn:microsoft.com/office/officeart/2008/layout/LinedList"/>
    <dgm:cxn modelId="{75E6B2D8-B067-40AC-96E7-FD9702ED3127}" type="presParOf" srcId="{357BA10D-5D69-4044-BE4F-764AD3953E01}" destId="{C3E59DAC-3E96-4046-A0E5-E91F1EA2320E}" srcOrd="1" destOrd="0" presId="urn:microsoft.com/office/officeart/2008/layout/LinedList"/>
    <dgm:cxn modelId="{3FB0B65D-AD82-4BAC-9E00-6BABF5424F22}" type="presParOf" srcId="{357BA10D-5D69-4044-BE4F-764AD3953E01}" destId="{E4FFD885-CCBD-4E88-B41F-8037FD7CA8C6}" srcOrd="2" destOrd="0" presId="urn:microsoft.com/office/officeart/2008/layout/LinedList"/>
    <dgm:cxn modelId="{410DBF2A-8916-461B-ADE6-3A3DA1E24C8B}" type="presParOf" srcId="{78D825DD-B248-4AC5-95AB-92B4C6D06E50}" destId="{B979C411-E460-4A07-B3DE-C18A0F94E68C}" srcOrd="5" destOrd="0" presId="urn:microsoft.com/office/officeart/2008/layout/LinedList"/>
    <dgm:cxn modelId="{1A6BD3E4-9862-4B56-A168-364313B9DACF}" type="presParOf" srcId="{78D825DD-B248-4AC5-95AB-92B4C6D06E50}" destId="{86A17358-9DE1-485A-A70F-3B492C91CFC7}" srcOrd="6" destOrd="0" presId="urn:microsoft.com/office/officeart/2008/layout/LinedList"/>
    <dgm:cxn modelId="{69B3D727-284F-4E03-8FE5-47137FC960DE}" type="presParOf" srcId="{78D825DD-B248-4AC5-95AB-92B4C6D06E50}" destId="{F491F497-D070-4EED-9B53-57172AA9E746}" srcOrd="7" destOrd="0" presId="urn:microsoft.com/office/officeart/2008/layout/LinedList"/>
    <dgm:cxn modelId="{A4F9D33E-245F-48D7-B31C-E4F5D23B7FA6}" type="presParOf" srcId="{F491F497-D070-4EED-9B53-57172AA9E746}" destId="{215034E5-C45B-4010-A677-5A513CA2479E}" srcOrd="0" destOrd="0" presId="urn:microsoft.com/office/officeart/2008/layout/LinedList"/>
    <dgm:cxn modelId="{3253478D-C636-49DF-A629-CCD555871AB5}" type="presParOf" srcId="{F491F497-D070-4EED-9B53-57172AA9E746}" destId="{05E11053-ED64-4609-9380-6C159119E7ED}" srcOrd="1" destOrd="0" presId="urn:microsoft.com/office/officeart/2008/layout/LinedList"/>
    <dgm:cxn modelId="{9CC2BD1D-68F1-48AC-B5AA-ACA8A4664E60}" type="presParOf" srcId="{F491F497-D070-4EED-9B53-57172AA9E746}" destId="{7ABB42EB-62E2-4C79-81ED-A1197AED3F95}" srcOrd="2" destOrd="0" presId="urn:microsoft.com/office/officeart/2008/layout/LinedList"/>
    <dgm:cxn modelId="{686469E3-0559-4B99-839A-484E5AC9F866}" type="presParOf" srcId="{78D825DD-B248-4AC5-95AB-92B4C6D06E50}" destId="{0D0B9A2B-B8AB-4C8F-921D-551F98336FFC}" srcOrd="8" destOrd="0" presId="urn:microsoft.com/office/officeart/2008/layout/LinedList"/>
    <dgm:cxn modelId="{B6CEA46F-8656-4507-BC71-4C7CA23150B6}" type="presParOf" srcId="{78D825DD-B248-4AC5-95AB-92B4C6D06E50}" destId="{CED4F732-7B96-453C-8E65-9E233F678B60}" srcOrd="9" destOrd="0" presId="urn:microsoft.com/office/officeart/2008/layout/LinedList"/>
    <dgm:cxn modelId="{F3F89911-0B95-4381-B7BC-F3C78C84FF2E}" type="presParOf" srcId="{78D825DD-B248-4AC5-95AB-92B4C6D06E50}" destId="{289EAF7A-7A1E-4258-8F0C-D70075873E24}" srcOrd="10" destOrd="0" presId="urn:microsoft.com/office/officeart/2008/layout/LinedList"/>
    <dgm:cxn modelId="{B2C1000A-4D3D-4D14-AA2E-5DFA6C77EE42}" type="presParOf" srcId="{289EAF7A-7A1E-4258-8F0C-D70075873E24}" destId="{C889FB16-E2E1-466E-A3CF-220585B780EA}" srcOrd="0" destOrd="0" presId="urn:microsoft.com/office/officeart/2008/layout/LinedList"/>
    <dgm:cxn modelId="{9281EC0D-95F3-4DDB-9952-F99630B15DC5}" type="presParOf" srcId="{289EAF7A-7A1E-4258-8F0C-D70075873E24}" destId="{206C50C3-9820-45EC-A3B4-31D783E8DFB0}" srcOrd="1" destOrd="0" presId="urn:microsoft.com/office/officeart/2008/layout/LinedList"/>
    <dgm:cxn modelId="{27EACF69-E244-4A03-B0F3-53039A77ED41}" type="presParOf" srcId="{289EAF7A-7A1E-4258-8F0C-D70075873E24}" destId="{79F3F2A2-08DB-482D-B15A-01118C17542A}" srcOrd="2" destOrd="0" presId="urn:microsoft.com/office/officeart/2008/layout/LinedList"/>
    <dgm:cxn modelId="{929AAAEB-7C9F-4B6C-B707-54625676F38D}" type="presParOf" srcId="{78D825DD-B248-4AC5-95AB-92B4C6D06E50}" destId="{D2305AB4-E0CB-434D-8D92-BFF0F1B0FAE8}" srcOrd="11" destOrd="0" presId="urn:microsoft.com/office/officeart/2008/layout/LinedList"/>
    <dgm:cxn modelId="{D19B84B3-ECF0-49C2-8C87-4AF0065A4717}" type="presParOf" srcId="{78D825DD-B248-4AC5-95AB-92B4C6D06E50}" destId="{7457911B-FC9D-46A3-A83A-E31561846D2A}"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F12E582-FECB-4B00-B3E8-397F981837B3}"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B3F3AF86-3AAC-413F-8C6D-F74033707FCB}">
      <dgm:prSet/>
      <dgm:spPr/>
      <dgm:t>
        <a:bodyPr/>
        <a:lstStyle/>
        <a:p>
          <a:r>
            <a:rPr lang="en-CA"/>
            <a:t>Controls</a:t>
          </a:r>
          <a:endParaRPr lang="en-US"/>
        </a:p>
      </dgm:t>
    </dgm:pt>
    <dgm:pt modelId="{7D8D976A-6C48-4EBF-8940-8522F91F7B3D}" type="parTrans" cxnId="{298ACB49-928D-4DD6-B617-F3967113E4B0}">
      <dgm:prSet/>
      <dgm:spPr/>
      <dgm:t>
        <a:bodyPr/>
        <a:lstStyle/>
        <a:p>
          <a:endParaRPr lang="en-US"/>
        </a:p>
      </dgm:t>
    </dgm:pt>
    <dgm:pt modelId="{2F48953B-DC4F-4346-9DC8-1E704BDB3451}" type="sibTrans" cxnId="{298ACB49-928D-4DD6-B617-F3967113E4B0}">
      <dgm:prSet/>
      <dgm:spPr/>
      <dgm:t>
        <a:bodyPr/>
        <a:lstStyle/>
        <a:p>
          <a:endParaRPr lang="en-US"/>
        </a:p>
      </dgm:t>
    </dgm:pt>
    <dgm:pt modelId="{32AA4193-783E-4A82-A172-A04676FA8988}">
      <dgm:prSet/>
      <dgm:spPr/>
      <dgm:t>
        <a:bodyPr/>
        <a:lstStyle/>
        <a:p>
          <a:r>
            <a:rPr lang="en-CA"/>
            <a:t>The ways to </a:t>
          </a:r>
          <a:r>
            <a:rPr lang="en-CA" b="1" u="sng"/>
            <a:t>address committed, or possible attacks</a:t>
          </a:r>
          <a:endParaRPr lang="en-US"/>
        </a:p>
      </dgm:t>
    </dgm:pt>
    <dgm:pt modelId="{4A4859CF-6DBF-45D7-AAE8-2A50F43FE406}" type="parTrans" cxnId="{7D2F62F2-7812-48E8-A43E-93A76B27FD36}">
      <dgm:prSet/>
      <dgm:spPr/>
      <dgm:t>
        <a:bodyPr/>
        <a:lstStyle/>
        <a:p>
          <a:endParaRPr lang="en-US"/>
        </a:p>
      </dgm:t>
    </dgm:pt>
    <dgm:pt modelId="{183F14F5-5A3B-477E-AA6F-E78B20B957AC}" type="sibTrans" cxnId="{7D2F62F2-7812-48E8-A43E-93A76B27FD36}">
      <dgm:prSet/>
      <dgm:spPr/>
      <dgm:t>
        <a:bodyPr/>
        <a:lstStyle/>
        <a:p>
          <a:endParaRPr lang="en-US"/>
        </a:p>
      </dgm:t>
    </dgm:pt>
    <dgm:pt modelId="{8C729D2C-B396-4473-8F78-63D3F563D34C}">
      <dgm:prSet/>
      <dgm:spPr/>
      <dgm:t>
        <a:bodyPr/>
        <a:lstStyle/>
        <a:p>
          <a:r>
            <a:rPr lang="en-CA"/>
            <a:t>The ways to </a:t>
          </a:r>
          <a:r>
            <a:rPr lang="en-CA" b="1" u="sng"/>
            <a:t>protect systems</a:t>
          </a:r>
          <a:endParaRPr lang="en-US"/>
        </a:p>
      </dgm:t>
    </dgm:pt>
    <dgm:pt modelId="{AC86AAC7-CE3A-40EE-B70D-73B74887B569}" type="parTrans" cxnId="{39F29C53-F827-41A3-8CA4-F58C1038716E}">
      <dgm:prSet/>
      <dgm:spPr/>
      <dgm:t>
        <a:bodyPr/>
        <a:lstStyle/>
        <a:p>
          <a:endParaRPr lang="en-US"/>
        </a:p>
      </dgm:t>
    </dgm:pt>
    <dgm:pt modelId="{C41C3918-A94D-4FB7-A3CC-50220708F214}" type="sibTrans" cxnId="{39F29C53-F827-41A3-8CA4-F58C1038716E}">
      <dgm:prSet/>
      <dgm:spPr/>
      <dgm:t>
        <a:bodyPr/>
        <a:lstStyle/>
        <a:p>
          <a:endParaRPr lang="en-US"/>
        </a:p>
      </dgm:t>
    </dgm:pt>
    <dgm:pt modelId="{F3868950-F91A-4DAF-879E-338E349F2FED}">
      <dgm:prSet/>
      <dgm:spPr/>
      <dgm:t>
        <a:bodyPr/>
        <a:lstStyle/>
        <a:p>
          <a:r>
            <a:rPr lang="en-CA"/>
            <a:t>Could be </a:t>
          </a:r>
          <a:r>
            <a:rPr lang="en-CA" b="1" u="sng"/>
            <a:t>actions</a:t>
          </a:r>
          <a:r>
            <a:rPr lang="en-CA"/>
            <a:t>, </a:t>
          </a:r>
          <a:r>
            <a:rPr lang="en-CA" b="1" u="sng"/>
            <a:t>devices</a:t>
          </a:r>
          <a:r>
            <a:rPr lang="en-CA"/>
            <a:t>, </a:t>
          </a:r>
          <a:r>
            <a:rPr lang="en-CA" b="1" u="sng"/>
            <a:t>procedures</a:t>
          </a:r>
          <a:r>
            <a:rPr lang="en-CA"/>
            <a:t>, or </a:t>
          </a:r>
          <a:r>
            <a:rPr lang="en-CA" b="1" u="sng"/>
            <a:t>techniques</a:t>
          </a:r>
          <a:r>
            <a:rPr lang="en-CA"/>
            <a:t> that </a:t>
          </a:r>
          <a:r>
            <a:rPr lang="en-CA" b="1" u="sng"/>
            <a:t>remove or reduce vulnerabilities</a:t>
          </a:r>
          <a:endParaRPr lang="en-US"/>
        </a:p>
      </dgm:t>
    </dgm:pt>
    <dgm:pt modelId="{BE7412EA-6FCC-401A-ACE9-2A83F226A000}" type="parTrans" cxnId="{78218D9B-8391-48F7-9D11-DA8EE01B7246}">
      <dgm:prSet/>
      <dgm:spPr/>
      <dgm:t>
        <a:bodyPr/>
        <a:lstStyle/>
        <a:p>
          <a:endParaRPr lang="en-US"/>
        </a:p>
      </dgm:t>
    </dgm:pt>
    <dgm:pt modelId="{77ADB035-33E1-4764-8033-BB19FC973D07}" type="sibTrans" cxnId="{78218D9B-8391-48F7-9D11-DA8EE01B7246}">
      <dgm:prSet/>
      <dgm:spPr/>
      <dgm:t>
        <a:bodyPr/>
        <a:lstStyle/>
        <a:p>
          <a:endParaRPr lang="en-US"/>
        </a:p>
      </dgm:t>
    </dgm:pt>
    <dgm:pt modelId="{82E54716-FD74-42F1-8B67-9170210A83F8}">
      <dgm:prSet/>
      <dgm:spPr/>
      <dgm:t>
        <a:bodyPr/>
        <a:lstStyle/>
        <a:p>
          <a:r>
            <a:rPr lang="en-CA"/>
            <a:t>A Threat is blocked by Control of a Vulnerability</a:t>
          </a:r>
          <a:endParaRPr lang="en-US"/>
        </a:p>
      </dgm:t>
    </dgm:pt>
    <dgm:pt modelId="{F00CF8C0-DB44-447F-BF77-B50AAB13FFBA}" type="parTrans" cxnId="{8D1A6185-E7A6-42F3-9270-0FEE38BEE0E1}">
      <dgm:prSet/>
      <dgm:spPr/>
      <dgm:t>
        <a:bodyPr/>
        <a:lstStyle/>
        <a:p>
          <a:endParaRPr lang="en-US"/>
        </a:p>
      </dgm:t>
    </dgm:pt>
    <dgm:pt modelId="{C0D9A935-D0AB-4766-858D-E9A1E372B580}" type="sibTrans" cxnId="{8D1A6185-E7A6-42F3-9270-0FEE38BEE0E1}">
      <dgm:prSet/>
      <dgm:spPr/>
      <dgm:t>
        <a:bodyPr/>
        <a:lstStyle/>
        <a:p>
          <a:endParaRPr lang="en-US"/>
        </a:p>
      </dgm:t>
    </dgm:pt>
    <dgm:pt modelId="{31D63B03-5CEE-4845-BC47-90F940AF3CB7}" type="pres">
      <dgm:prSet presAssocID="{FF12E582-FECB-4B00-B3E8-397F981837B3}" presName="linear" presStyleCnt="0">
        <dgm:presLayoutVars>
          <dgm:animLvl val="lvl"/>
          <dgm:resizeHandles val="exact"/>
        </dgm:presLayoutVars>
      </dgm:prSet>
      <dgm:spPr/>
    </dgm:pt>
    <dgm:pt modelId="{4C105AEA-9D3E-493B-BB99-330501DDA43B}" type="pres">
      <dgm:prSet presAssocID="{B3F3AF86-3AAC-413F-8C6D-F74033707FCB}" presName="parentText" presStyleLbl="node1" presStyleIdx="0" presStyleCnt="2">
        <dgm:presLayoutVars>
          <dgm:chMax val="0"/>
          <dgm:bulletEnabled val="1"/>
        </dgm:presLayoutVars>
      </dgm:prSet>
      <dgm:spPr/>
    </dgm:pt>
    <dgm:pt modelId="{21062565-35FC-4558-B6BB-A9A20A78309D}" type="pres">
      <dgm:prSet presAssocID="{B3F3AF86-3AAC-413F-8C6D-F74033707FCB}" presName="childText" presStyleLbl="revTx" presStyleIdx="0" presStyleCnt="1">
        <dgm:presLayoutVars>
          <dgm:bulletEnabled val="1"/>
        </dgm:presLayoutVars>
      </dgm:prSet>
      <dgm:spPr/>
    </dgm:pt>
    <dgm:pt modelId="{B0714683-6433-418B-98BB-599977CFD48D}" type="pres">
      <dgm:prSet presAssocID="{82E54716-FD74-42F1-8B67-9170210A83F8}" presName="parentText" presStyleLbl="node1" presStyleIdx="1" presStyleCnt="2">
        <dgm:presLayoutVars>
          <dgm:chMax val="0"/>
          <dgm:bulletEnabled val="1"/>
        </dgm:presLayoutVars>
      </dgm:prSet>
      <dgm:spPr/>
    </dgm:pt>
  </dgm:ptLst>
  <dgm:cxnLst>
    <dgm:cxn modelId="{C007AD0B-846E-474E-87FF-410E537D4E76}" type="presOf" srcId="{FF12E582-FECB-4B00-B3E8-397F981837B3}" destId="{31D63B03-5CEE-4845-BC47-90F940AF3CB7}" srcOrd="0" destOrd="0" presId="urn:microsoft.com/office/officeart/2005/8/layout/vList2"/>
    <dgm:cxn modelId="{44879C3C-7F48-42F5-8C65-D0E2A5110EC2}" type="presOf" srcId="{F3868950-F91A-4DAF-879E-338E349F2FED}" destId="{21062565-35FC-4558-B6BB-A9A20A78309D}" srcOrd="0" destOrd="2" presId="urn:microsoft.com/office/officeart/2005/8/layout/vList2"/>
    <dgm:cxn modelId="{298ACB49-928D-4DD6-B617-F3967113E4B0}" srcId="{FF12E582-FECB-4B00-B3E8-397F981837B3}" destId="{B3F3AF86-3AAC-413F-8C6D-F74033707FCB}" srcOrd="0" destOrd="0" parTransId="{7D8D976A-6C48-4EBF-8940-8522F91F7B3D}" sibTransId="{2F48953B-DC4F-4346-9DC8-1E704BDB3451}"/>
    <dgm:cxn modelId="{A36ABF52-54E8-42AC-83FD-9B4260E0F225}" type="presOf" srcId="{32AA4193-783E-4A82-A172-A04676FA8988}" destId="{21062565-35FC-4558-B6BB-A9A20A78309D}" srcOrd="0" destOrd="0" presId="urn:microsoft.com/office/officeart/2005/8/layout/vList2"/>
    <dgm:cxn modelId="{39F29C53-F827-41A3-8CA4-F58C1038716E}" srcId="{B3F3AF86-3AAC-413F-8C6D-F74033707FCB}" destId="{8C729D2C-B396-4473-8F78-63D3F563D34C}" srcOrd="1" destOrd="0" parTransId="{AC86AAC7-CE3A-40EE-B70D-73B74887B569}" sibTransId="{C41C3918-A94D-4FB7-A3CC-50220708F214}"/>
    <dgm:cxn modelId="{8D1A6185-E7A6-42F3-9270-0FEE38BEE0E1}" srcId="{FF12E582-FECB-4B00-B3E8-397F981837B3}" destId="{82E54716-FD74-42F1-8B67-9170210A83F8}" srcOrd="1" destOrd="0" parTransId="{F00CF8C0-DB44-447F-BF77-B50AAB13FFBA}" sibTransId="{C0D9A935-D0AB-4766-858D-E9A1E372B580}"/>
    <dgm:cxn modelId="{78218D9B-8391-48F7-9D11-DA8EE01B7246}" srcId="{B3F3AF86-3AAC-413F-8C6D-F74033707FCB}" destId="{F3868950-F91A-4DAF-879E-338E349F2FED}" srcOrd="2" destOrd="0" parTransId="{BE7412EA-6FCC-401A-ACE9-2A83F226A000}" sibTransId="{77ADB035-33E1-4764-8033-BB19FC973D07}"/>
    <dgm:cxn modelId="{2B4A08CC-4EF1-4B0C-8A2B-0D856C75193C}" type="presOf" srcId="{B3F3AF86-3AAC-413F-8C6D-F74033707FCB}" destId="{4C105AEA-9D3E-493B-BB99-330501DDA43B}" srcOrd="0" destOrd="0" presId="urn:microsoft.com/office/officeart/2005/8/layout/vList2"/>
    <dgm:cxn modelId="{7F6A4CD7-0FBF-4F9A-A918-D3BDADA2A02A}" type="presOf" srcId="{82E54716-FD74-42F1-8B67-9170210A83F8}" destId="{B0714683-6433-418B-98BB-599977CFD48D}" srcOrd="0" destOrd="0" presId="urn:microsoft.com/office/officeart/2005/8/layout/vList2"/>
    <dgm:cxn modelId="{F89C16E7-6462-44F0-9647-7FA1011020F7}" type="presOf" srcId="{8C729D2C-B396-4473-8F78-63D3F563D34C}" destId="{21062565-35FC-4558-B6BB-A9A20A78309D}" srcOrd="0" destOrd="1" presId="urn:microsoft.com/office/officeart/2005/8/layout/vList2"/>
    <dgm:cxn modelId="{7D2F62F2-7812-48E8-A43E-93A76B27FD36}" srcId="{B3F3AF86-3AAC-413F-8C6D-F74033707FCB}" destId="{32AA4193-783E-4A82-A172-A04676FA8988}" srcOrd="0" destOrd="0" parTransId="{4A4859CF-6DBF-45D7-AAE8-2A50F43FE406}" sibTransId="{183F14F5-5A3B-477E-AA6F-E78B20B957AC}"/>
    <dgm:cxn modelId="{89870806-1672-40F0-8765-C3FA8203E1AE}" type="presParOf" srcId="{31D63B03-5CEE-4845-BC47-90F940AF3CB7}" destId="{4C105AEA-9D3E-493B-BB99-330501DDA43B}" srcOrd="0" destOrd="0" presId="urn:microsoft.com/office/officeart/2005/8/layout/vList2"/>
    <dgm:cxn modelId="{3C72B925-88F6-4C38-9BF6-FECE729D452A}" type="presParOf" srcId="{31D63B03-5CEE-4845-BC47-90F940AF3CB7}" destId="{21062565-35FC-4558-B6BB-A9A20A78309D}" srcOrd="1" destOrd="0" presId="urn:microsoft.com/office/officeart/2005/8/layout/vList2"/>
    <dgm:cxn modelId="{8E856AB8-1F5C-479F-9EC5-9097A1B3451A}" type="presParOf" srcId="{31D63B03-5CEE-4845-BC47-90F940AF3CB7}" destId="{B0714683-6433-418B-98BB-599977CFD48D}"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347C16D-02D1-40C6-9AC2-C8B192EFE89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A8F36C55-6118-43CA-A79E-13BC61266C38}">
      <dgm:prSet/>
      <dgm:spPr/>
      <dgm:t>
        <a:bodyPr/>
        <a:lstStyle/>
        <a:p>
          <a:r>
            <a:rPr lang="en-CA" b="1"/>
            <a:t>Types of Security Controls:</a:t>
          </a:r>
          <a:endParaRPr lang="en-US"/>
        </a:p>
      </dgm:t>
    </dgm:pt>
    <dgm:pt modelId="{4010ADA4-ECD9-46E0-A8D9-845869A79CF6}" type="parTrans" cxnId="{56F079C9-C4DD-4EC4-A824-9E2D02A59FBA}">
      <dgm:prSet/>
      <dgm:spPr/>
      <dgm:t>
        <a:bodyPr/>
        <a:lstStyle/>
        <a:p>
          <a:endParaRPr lang="en-US"/>
        </a:p>
      </dgm:t>
    </dgm:pt>
    <dgm:pt modelId="{011D4C9E-22EC-44C8-889D-3C0F14836000}" type="sibTrans" cxnId="{56F079C9-C4DD-4EC4-A824-9E2D02A59FBA}">
      <dgm:prSet/>
      <dgm:spPr/>
      <dgm:t>
        <a:bodyPr/>
        <a:lstStyle/>
        <a:p>
          <a:endParaRPr lang="en-US"/>
        </a:p>
      </dgm:t>
    </dgm:pt>
    <dgm:pt modelId="{2813758F-77D4-40FA-B4A7-3E232165D730}">
      <dgm:prSet/>
      <dgm:spPr/>
      <dgm:t>
        <a:bodyPr/>
        <a:lstStyle/>
        <a:p>
          <a:r>
            <a:rPr lang="en-US" b="1" i="0" baseline="0"/>
            <a:t>Technical Controls:</a:t>
          </a:r>
          <a:r>
            <a:rPr lang="en-US" b="0" i="0" baseline="0"/>
            <a:t> Utilize technology to protect systems.</a:t>
          </a:r>
          <a:endParaRPr lang="en-US"/>
        </a:p>
      </dgm:t>
    </dgm:pt>
    <dgm:pt modelId="{F0EC967B-D2D6-48DB-AC98-1AD73D1E7D68}" type="parTrans" cxnId="{7BD773AA-5D0A-4B65-AAD1-10F2FD5637AB}">
      <dgm:prSet/>
      <dgm:spPr/>
      <dgm:t>
        <a:bodyPr/>
        <a:lstStyle/>
        <a:p>
          <a:endParaRPr lang="en-US"/>
        </a:p>
      </dgm:t>
    </dgm:pt>
    <dgm:pt modelId="{2139F1DD-7402-4888-AE74-4C2DCEF2278F}" type="sibTrans" cxnId="{7BD773AA-5D0A-4B65-AAD1-10F2FD5637AB}">
      <dgm:prSet/>
      <dgm:spPr/>
      <dgm:t>
        <a:bodyPr/>
        <a:lstStyle/>
        <a:p>
          <a:endParaRPr lang="en-US"/>
        </a:p>
      </dgm:t>
    </dgm:pt>
    <dgm:pt modelId="{F889579D-4869-4643-BEBA-488C83F8FB3A}">
      <dgm:prSet/>
      <dgm:spPr/>
      <dgm:t>
        <a:bodyPr/>
        <a:lstStyle/>
        <a:p>
          <a:r>
            <a:rPr lang="en-US" b="0" i="0" baseline="0"/>
            <a:t>Examples: Firewalls, encryption, intrusion detection systems</a:t>
          </a:r>
          <a:endParaRPr lang="en-US"/>
        </a:p>
      </dgm:t>
    </dgm:pt>
    <dgm:pt modelId="{22979821-C0F6-4B2E-9C66-76762B55AE86}" type="parTrans" cxnId="{CA463546-ECA4-4511-B121-2AC7CF28DAB1}">
      <dgm:prSet/>
      <dgm:spPr/>
      <dgm:t>
        <a:bodyPr/>
        <a:lstStyle/>
        <a:p>
          <a:endParaRPr lang="en-US"/>
        </a:p>
      </dgm:t>
    </dgm:pt>
    <dgm:pt modelId="{167FF672-9266-4A5F-8CFB-80ABD9337C45}" type="sibTrans" cxnId="{CA463546-ECA4-4511-B121-2AC7CF28DAB1}">
      <dgm:prSet/>
      <dgm:spPr/>
      <dgm:t>
        <a:bodyPr/>
        <a:lstStyle/>
        <a:p>
          <a:endParaRPr lang="en-US"/>
        </a:p>
      </dgm:t>
    </dgm:pt>
    <dgm:pt modelId="{F6F659BE-8759-468F-8E07-F6354FFB069B}">
      <dgm:prSet/>
      <dgm:spPr/>
      <dgm:t>
        <a:bodyPr/>
        <a:lstStyle/>
        <a:p>
          <a:r>
            <a:rPr lang="en-US" b="1" i="0" baseline="0"/>
            <a:t>Administrative Controls:</a:t>
          </a:r>
          <a:r>
            <a:rPr lang="en-US" b="0" i="0" baseline="0"/>
            <a:t> Policies, procedures, and guidelines.</a:t>
          </a:r>
          <a:endParaRPr lang="en-US"/>
        </a:p>
      </dgm:t>
    </dgm:pt>
    <dgm:pt modelId="{94B5D5DC-312D-4E2C-AF9C-B75C7C67E05A}" type="parTrans" cxnId="{06925FB3-71E6-4E2A-B6D9-D3DCA70C65D1}">
      <dgm:prSet/>
      <dgm:spPr/>
      <dgm:t>
        <a:bodyPr/>
        <a:lstStyle/>
        <a:p>
          <a:endParaRPr lang="en-US"/>
        </a:p>
      </dgm:t>
    </dgm:pt>
    <dgm:pt modelId="{B1C415DF-D436-41C7-AE7E-BCD881283204}" type="sibTrans" cxnId="{06925FB3-71E6-4E2A-B6D9-D3DCA70C65D1}">
      <dgm:prSet/>
      <dgm:spPr/>
      <dgm:t>
        <a:bodyPr/>
        <a:lstStyle/>
        <a:p>
          <a:endParaRPr lang="en-US"/>
        </a:p>
      </dgm:t>
    </dgm:pt>
    <dgm:pt modelId="{B0FBDF26-1958-4E1F-919F-13ED2CB0A568}">
      <dgm:prSet/>
      <dgm:spPr/>
      <dgm:t>
        <a:bodyPr/>
        <a:lstStyle/>
        <a:p>
          <a:r>
            <a:rPr lang="en-US" b="0" i="0" baseline="0"/>
            <a:t>Examples: Access control policies, security awareness training</a:t>
          </a:r>
          <a:endParaRPr lang="en-US"/>
        </a:p>
      </dgm:t>
    </dgm:pt>
    <dgm:pt modelId="{85612FD8-2BAB-4187-86EA-20059E77E77C}" type="parTrans" cxnId="{53224946-6448-4F24-9CAB-00744D516AC1}">
      <dgm:prSet/>
      <dgm:spPr/>
      <dgm:t>
        <a:bodyPr/>
        <a:lstStyle/>
        <a:p>
          <a:endParaRPr lang="en-US"/>
        </a:p>
      </dgm:t>
    </dgm:pt>
    <dgm:pt modelId="{DB7116C9-AB2F-4DF7-A0A3-54F0B9F09F02}" type="sibTrans" cxnId="{53224946-6448-4F24-9CAB-00744D516AC1}">
      <dgm:prSet/>
      <dgm:spPr/>
      <dgm:t>
        <a:bodyPr/>
        <a:lstStyle/>
        <a:p>
          <a:endParaRPr lang="en-US"/>
        </a:p>
      </dgm:t>
    </dgm:pt>
    <dgm:pt modelId="{418D2D3C-1653-4DD5-9166-527DDF39C59E}">
      <dgm:prSet/>
      <dgm:spPr/>
      <dgm:t>
        <a:bodyPr/>
        <a:lstStyle/>
        <a:p>
          <a:r>
            <a:rPr lang="en-US" b="1" i="0" baseline="0"/>
            <a:t>Physical Controls:</a:t>
          </a:r>
          <a:r>
            <a:rPr lang="en-US" b="0" i="0" baseline="0"/>
            <a:t> Protect hardware and facilities.</a:t>
          </a:r>
          <a:endParaRPr lang="en-US"/>
        </a:p>
      </dgm:t>
    </dgm:pt>
    <dgm:pt modelId="{8DC549B5-6C44-4480-9F3C-D757145C5A42}" type="parTrans" cxnId="{B510F4C8-4F48-4893-9F73-924F2BF5C481}">
      <dgm:prSet/>
      <dgm:spPr/>
      <dgm:t>
        <a:bodyPr/>
        <a:lstStyle/>
        <a:p>
          <a:endParaRPr lang="en-US"/>
        </a:p>
      </dgm:t>
    </dgm:pt>
    <dgm:pt modelId="{82DAF60C-5D6F-4CDD-8CF9-03E67F99740C}" type="sibTrans" cxnId="{B510F4C8-4F48-4893-9F73-924F2BF5C481}">
      <dgm:prSet/>
      <dgm:spPr/>
      <dgm:t>
        <a:bodyPr/>
        <a:lstStyle/>
        <a:p>
          <a:endParaRPr lang="en-US"/>
        </a:p>
      </dgm:t>
    </dgm:pt>
    <dgm:pt modelId="{F189E281-6D4B-40FF-9F58-3FE87DE247D1}">
      <dgm:prSet/>
      <dgm:spPr/>
      <dgm:t>
        <a:bodyPr/>
        <a:lstStyle/>
        <a:p>
          <a:r>
            <a:rPr lang="en-US" b="0" i="0" baseline="0"/>
            <a:t>Examples: Locks, surveillance, environmental controls</a:t>
          </a:r>
          <a:endParaRPr lang="en-US"/>
        </a:p>
      </dgm:t>
    </dgm:pt>
    <dgm:pt modelId="{A61A2515-EEDF-4626-84BD-8944B94EFB2C}" type="parTrans" cxnId="{5F39358A-8507-42A2-9AB5-E9BB8E34A8DB}">
      <dgm:prSet/>
      <dgm:spPr/>
      <dgm:t>
        <a:bodyPr/>
        <a:lstStyle/>
        <a:p>
          <a:endParaRPr lang="en-US"/>
        </a:p>
      </dgm:t>
    </dgm:pt>
    <dgm:pt modelId="{EC416835-4976-4C4F-BA75-52B4243BA869}" type="sibTrans" cxnId="{5F39358A-8507-42A2-9AB5-E9BB8E34A8DB}">
      <dgm:prSet/>
      <dgm:spPr/>
      <dgm:t>
        <a:bodyPr/>
        <a:lstStyle/>
        <a:p>
          <a:endParaRPr lang="en-US"/>
        </a:p>
      </dgm:t>
    </dgm:pt>
    <dgm:pt modelId="{45B11505-3BE0-481C-B4FA-211D30E0B061}">
      <dgm:prSet/>
      <dgm:spPr/>
      <dgm:t>
        <a:bodyPr/>
        <a:lstStyle/>
        <a:p>
          <a:r>
            <a:rPr lang="en-CA" b="1"/>
            <a:t>Mitigation Strategies in Practice:</a:t>
          </a:r>
          <a:endParaRPr lang="en-US"/>
        </a:p>
      </dgm:t>
    </dgm:pt>
    <dgm:pt modelId="{8E174179-5430-4C6A-A379-D4AACC8AF08D}" type="parTrans" cxnId="{9B96D6AB-2B84-4355-B94F-0DE3AF96D53E}">
      <dgm:prSet/>
      <dgm:spPr/>
      <dgm:t>
        <a:bodyPr/>
        <a:lstStyle/>
        <a:p>
          <a:endParaRPr lang="en-US"/>
        </a:p>
      </dgm:t>
    </dgm:pt>
    <dgm:pt modelId="{9AE52F4F-4371-4529-9274-D34B8DCA0B40}" type="sibTrans" cxnId="{9B96D6AB-2B84-4355-B94F-0DE3AF96D53E}">
      <dgm:prSet/>
      <dgm:spPr/>
      <dgm:t>
        <a:bodyPr/>
        <a:lstStyle/>
        <a:p>
          <a:endParaRPr lang="en-US"/>
        </a:p>
      </dgm:t>
    </dgm:pt>
    <dgm:pt modelId="{744825FB-4201-4838-84FA-BAE5F967E110}">
      <dgm:prSet/>
      <dgm:spPr/>
      <dgm:t>
        <a:bodyPr/>
        <a:lstStyle/>
        <a:p>
          <a:r>
            <a:rPr lang="en-CA"/>
            <a:t>Threat: SQL injection</a:t>
          </a:r>
          <a:endParaRPr lang="en-US"/>
        </a:p>
      </dgm:t>
    </dgm:pt>
    <dgm:pt modelId="{3F1FD042-1FBA-4785-86ED-5BE348B6B835}" type="parTrans" cxnId="{2C0A7FE2-E3E7-42C7-A026-1E4785320E7A}">
      <dgm:prSet/>
      <dgm:spPr/>
      <dgm:t>
        <a:bodyPr/>
        <a:lstStyle/>
        <a:p>
          <a:endParaRPr lang="en-US"/>
        </a:p>
      </dgm:t>
    </dgm:pt>
    <dgm:pt modelId="{6B74C748-975D-411B-A410-2D8306291925}" type="sibTrans" cxnId="{2C0A7FE2-E3E7-42C7-A026-1E4785320E7A}">
      <dgm:prSet/>
      <dgm:spPr/>
      <dgm:t>
        <a:bodyPr/>
        <a:lstStyle/>
        <a:p>
          <a:endParaRPr lang="en-US"/>
        </a:p>
      </dgm:t>
    </dgm:pt>
    <dgm:pt modelId="{34A05F05-E397-4601-AD95-5DA43A583934}">
      <dgm:prSet/>
      <dgm:spPr/>
      <dgm:t>
        <a:bodyPr/>
        <a:lstStyle/>
        <a:p>
          <a:r>
            <a:rPr lang="en-CA"/>
            <a:t>Mitigation: Input validation, parameterized queries</a:t>
          </a:r>
          <a:endParaRPr lang="en-US"/>
        </a:p>
      </dgm:t>
    </dgm:pt>
    <dgm:pt modelId="{87EFF888-75E6-4082-882F-F4DC72A6C171}" type="parTrans" cxnId="{01FD1D85-1627-46FB-8695-A0F3DDEF221B}">
      <dgm:prSet/>
      <dgm:spPr/>
      <dgm:t>
        <a:bodyPr/>
        <a:lstStyle/>
        <a:p>
          <a:endParaRPr lang="en-US"/>
        </a:p>
      </dgm:t>
    </dgm:pt>
    <dgm:pt modelId="{56C24000-01AF-417E-84FE-B3ED915E8D2B}" type="sibTrans" cxnId="{01FD1D85-1627-46FB-8695-A0F3DDEF221B}">
      <dgm:prSet/>
      <dgm:spPr/>
      <dgm:t>
        <a:bodyPr/>
        <a:lstStyle/>
        <a:p>
          <a:endParaRPr lang="en-US"/>
        </a:p>
      </dgm:t>
    </dgm:pt>
    <dgm:pt modelId="{3D699E04-B352-438D-BF13-0790F2C6EEFF}">
      <dgm:prSet/>
      <dgm:spPr/>
      <dgm:t>
        <a:bodyPr/>
        <a:lstStyle/>
        <a:p>
          <a:r>
            <a:rPr lang="en-CA"/>
            <a:t>Threat: Phishing</a:t>
          </a:r>
          <a:endParaRPr lang="en-US"/>
        </a:p>
      </dgm:t>
    </dgm:pt>
    <dgm:pt modelId="{4581E285-0818-4CC8-99A5-527EA53E7879}" type="parTrans" cxnId="{2AED63C6-1659-4FD7-9872-315C4BA9C8EC}">
      <dgm:prSet/>
      <dgm:spPr/>
      <dgm:t>
        <a:bodyPr/>
        <a:lstStyle/>
        <a:p>
          <a:endParaRPr lang="en-US"/>
        </a:p>
      </dgm:t>
    </dgm:pt>
    <dgm:pt modelId="{503FFF8F-61A2-4DDF-AB77-93999BC65B38}" type="sibTrans" cxnId="{2AED63C6-1659-4FD7-9872-315C4BA9C8EC}">
      <dgm:prSet/>
      <dgm:spPr/>
      <dgm:t>
        <a:bodyPr/>
        <a:lstStyle/>
        <a:p>
          <a:endParaRPr lang="en-US"/>
        </a:p>
      </dgm:t>
    </dgm:pt>
    <dgm:pt modelId="{C7E6FE05-9649-458A-995E-E4362F82A822}">
      <dgm:prSet/>
      <dgm:spPr/>
      <dgm:t>
        <a:bodyPr/>
        <a:lstStyle/>
        <a:p>
          <a:r>
            <a:rPr lang="en-CA"/>
            <a:t>Mitigation: Strong password policies, multi-factor authentication</a:t>
          </a:r>
          <a:endParaRPr lang="en-US"/>
        </a:p>
      </dgm:t>
    </dgm:pt>
    <dgm:pt modelId="{04F2CD2E-2683-49FD-A1E0-ED0529C332AE}" type="parTrans" cxnId="{4A5D2560-697D-48AE-8147-35B8A86DBC48}">
      <dgm:prSet/>
      <dgm:spPr/>
      <dgm:t>
        <a:bodyPr/>
        <a:lstStyle/>
        <a:p>
          <a:endParaRPr lang="en-US"/>
        </a:p>
      </dgm:t>
    </dgm:pt>
    <dgm:pt modelId="{9CDC9CA5-71EF-43EF-ADEB-EDA5110A357C}" type="sibTrans" cxnId="{4A5D2560-697D-48AE-8147-35B8A86DBC48}">
      <dgm:prSet/>
      <dgm:spPr/>
      <dgm:t>
        <a:bodyPr/>
        <a:lstStyle/>
        <a:p>
          <a:endParaRPr lang="en-US"/>
        </a:p>
      </dgm:t>
    </dgm:pt>
    <dgm:pt modelId="{C037542E-BB97-4585-9029-9A2ABA02541A}">
      <dgm:prSet/>
      <dgm:spPr/>
      <dgm:t>
        <a:bodyPr/>
        <a:lstStyle/>
        <a:p>
          <a:r>
            <a:rPr lang="en-CA"/>
            <a:t>Threat: Denial-of-service (DoS) attacks</a:t>
          </a:r>
          <a:endParaRPr lang="en-US"/>
        </a:p>
      </dgm:t>
    </dgm:pt>
    <dgm:pt modelId="{1E73080B-3D75-4E19-93F5-F10057D74972}" type="parTrans" cxnId="{48CA143E-2971-4046-A760-402A13E95098}">
      <dgm:prSet/>
      <dgm:spPr/>
      <dgm:t>
        <a:bodyPr/>
        <a:lstStyle/>
        <a:p>
          <a:endParaRPr lang="en-US"/>
        </a:p>
      </dgm:t>
    </dgm:pt>
    <dgm:pt modelId="{A401F20D-2ABC-4EE9-BC70-AF00543B154D}" type="sibTrans" cxnId="{48CA143E-2971-4046-A760-402A13E95098}">
      <dgm:prSet/>
      <dgm:spPr/>
      <dgm:t>
        <a:bodyPr/>
        <a:lstStyle/>
        <a:p>
          <a:endParaRPr lang="en-US"/>
        </a:p>
      </dgm:t>
    </dgm:pt>
    <dgm:pt modelId="{C9665722-8A84-4D26-AAF6-4147005B4CCA}">
      <dgm:prSet/>
      <dgm:spPr/>
      <dgm:t>
        <a:bodyPr/>
        <a:lstStyle/>
        <a:p>
          <a:r>
            <a:rPr lang="en-CA"/>
            <a:t>Mitigation: DDoS protection, rate limiting</a:t>
          </a:r>
          <a:endParaRPr lang="en-US"/>
        </a:p>
      </dgm:t>
    </dgm:pt>
    <dgm:pt modelId="{A130EA7F-F22D-4A49-9643-8C35D57CF575}" type="parTrans" cxnId="{9F5E5201-74C4-4388-844F-D28A669581B5}">
      <dgm:prSet/>
      <dgm:spPr/>
      <dgm:t>
        <a:bodyPr/>
        <a:lstStyle/>
        <a:p>
          <a:endParaRPr lang="en-US"/>
        </a:p>
      </dgm:t>
    </dgm:pt>
    <dgm:pt modelId="{99F73EE3-E7FE-4C2A-BD99-66FF8A795894}" type="sibTrans" cxnId="{9F5E5201-74C4-4388-844F-D28A669581B5}">
      <dgm:prSet/>
      <dgm:spPr/>
      <dgm:t>
        <a:bodyPr/>
        <a:lstStyle/>
        <a:p>
          <a:endParaRPr lang="en-US"/>
        </a:p>
      </dgm:t>
    </dgm:pt>
    <dgm:pt modelId="{25CED344-817C-4DB3-A5B0-77B0E9F6D2AC}" type="pres">
      <dgm:prSet presAssocID="{0347C16D-02D1-40C6-9AC2-C8B192EFE899}" presName="linear" presStyleCnt="0">
        <dgm:presLayoutVars>
          <dgm:animLvl val="lvl"/>
          <dgm:resizeHandles val="exact"/>
        </dgm:presLayoutVars>
      </dgm:prSet>
      <dgm:spPr/>
    </dgm:pt>
    <dgm:pt modelId="{6DCC758A-1504-485B-BC99-8269A5835DA2}" type="pres">
      <dgm:prSet presAssocID="{A8F36C55-6118-43CA-A79E-13BC61266C38}" presName="parentText" presStyleLbl="node1" presStyleIdx="0" presStyleCnt="8">
        <dgm:presLayoutVars>
          <dgm:chMax val="0"/>
          <dgm:bulletEnabled val="1"/>
        </dgm:presLayoutVars>
      </dgm:prSet>
      <dgm:spPr/>
    </dgm:pt>
    <dgm:pt modelId="{041900C8-422E-45E7-9567-13164F2ADA05}" type="pres">
      <dgm:prSet presAssocID="{011D4C9E-22EC-44C8-889D-3C0F14836000}" presName="spacer" presStyleCnt="0"/>
      <dgm:spPr/>
    </dgm:pt>
    <dgm:pt modelId="{55C1DF6D-7997-4743-AAF1-E530F3AC5DF4}" type="pres">
      <dgm:prSet presAssocID="{2813758F-77D4-40FA-B4A7-3E232165D730}" presName="parentText" presStyleLbl="node1" presStyleIdx="1" presStyleCnt="8">
        <dgm:presLayoutVars>
          <dgm:chMax val="0"/>
          <dgm:bulletEnabled val="1"/>
        </dgm:presLayoutVars>
      </dgm:prSet>
      <dgm:spPr/>
    </dgm:pt>
    <dgm:pt modelId="{A43637A4-6DEA-4E26-85D0-E41C85D5BBB1}" type="pres">
      <dgm:prSet presAssocID="{2813758F-77D4-40FA-B4A7-3E232165D730}" presName="childText" presStyleLbl="revTx" presStyleIdx="0" presStyleCnt="6">
        <dgm:presLayoutVars>
          <dgm:bulletEnabled val="1"/>
        </dgm:presLayoutVars>
      </dgm:prSet>
      <dgm:spPr/>
    </dgm:pt>
    <dgm:pt modelId="{93AF2EE6-C7AC-42F2-8EF7-4C12196D9633}" type="pres">
      <dgm:prSet presAssocID="{F6F659BE-8759-468F-8E07-F6354FFB069B}" presName="parentText" presStyleLbl="node1" presStyleIdx="2" presStyleCnt="8">
        <dgm:presLayoutVars>
          <dgm:chMax val="0"/>
          <dgm:bulletEnabled val="1"/>
        </dgm:presLayoutVars>
      </dgm:prSet>
      <dgm:spPr/>
    </dgm:pt>
    <dgm:pt modelId="{CACD32BB-3D3A-4954-9C97-1BC9A4FDD55A}" type="pres">
      <dgm:prSet presAssocID="{F6F659BE-8759-468F-8E07-F6354FFB069B}" presName="childText" presStyleLbl="revTx" presStyleIdx="1" presStyleCnt="6">
        <dgm:presLayoutVars>
          <dgm:bulletEnabled val="1"/>
        </dgm:presLayoutVars>
      </dgm:prSet>
      <dgm:spPr/>
    </dgm:pt>
    <dgm:pt modelId="{12A5BAFC-4912-4192-80AB-A317385B4941}" type="pres">
      <dgm:prSet presAssocID="{418D2D3C-1653-4DD5-9166-527DDF39C59E}" presName="parentText" presStyleLbl="node1" presStyleIdx="3" presStyleCnt="8">
        <dgm:presLayoutVars>
          <dgm:chMax val="0"/>
          <dgm:bulletEnabled val="1"/>
        </dgm:presLayoutVars>
      </dgm:prSet>
      <dgm:spPr/>
    </dgm:pt>
    <dgm:pt modelId="{BBD1F798-E4D5-4D24-92FE-CC250B68E88D}" type="pres">
      <dgm:prSet presAssocID="{418D2D3C-1653-4DD5-9166-527DDF39C59E}" presName="childText" presStyleLbl="revTx" presStyleIdx="2" presStyleCnt="6">
        <dgm:presLayoutVars>
          <dgm:bulletEnabled val="1"/>
        </dgm:presLayoutVars>
      </dgm:prSet>
      <dgm:spPr/>
    </dgm:pt>
    <dgm:pt modelId="{6461BCDF-4932-4DE2-B1C0-4FE74AE806B1}" type="pres">
      <dgm:prSet presAssocID="{45B11505-3BE0-481C-B4FA-211D30E0B061}" presName="parentText" presStyleLbl="node1" presStyleIdx="4" presStyleCnt="8">
        <dgm:presLayoutVars>
          <dgm:chMax val="0"/>
          <dgm:bulletEnabled val="1"/>
        </dgm:presLayoutVars>
      </dgm:prSet>
      <dgm:spPr/>
    </dgm:pt>
    <dgm:pt modelId="{10E6B1C9-97C8-4C95-BAB5-C3217AD1FB15}" type="pres">
      <dgm:prSet presAssocID="{9AE52F4F-4371-4529-9274-D34B8DCA0B40}" presName="spacer" presStyleCnt="0"/>
      <dgm:spPr/>
    </dgm:pt>
    <dgm:pt modelId="{B818E35B-1413-4BF7-833A-86903089D37A}" type="pres">
      <dgm:prSet presAssocID="{744825FB-4201-4838-84FA-BAE5F967E110}" presName="parentText" presStyleLbl="node1" presStyleIdx="5" presStyleCnt="8">
        <dgm:presLayoutVars>
          <dgm:chMax val="0"/>
          <dgm:bulletEnabled val="1"/>
        </dgm:presLayoutVars>
      </dgm:prSet>
      <dgm:spPr/>
    </dgm:pt>
    <dgm:pt modelId="{D9736CE8-3C79-4D5E-BDFB-FAE398D94731}" type="pres">
      <dgm:prSet presAssocID="{744825FB-4201-4838-84FA-BAE5F967E110}" presName="childText" presStyleLbl="revTx" presStyleIdx="3" presStyleCnt="6">
        <dgm:presLayoutVars>
          <dgm:bulletEnabled val="1"/>
        </dgm:presLayoutVars>
      </dgm:prSet>
      <dgm:spPr/>
    </dgm:pt>
    <dgm:pt modelId="{5D305DDF-67F1-4846-8D28-CFAD4DA846D2}" type="pres">
      <dgm:prSet presAssocID="{3D699E04-B352-438D-BF13-0790F2C6EEFF}" presName="parentText" presStyleLbl="node1" presStyleIdx="6" presStyleCnt="8">
        <dgm:presLayoutVars>
          <dgm:chMax val="0"/>
          <dgm:bulletEnabled val="1"/>
        </dgm:presLayoutVars>
      </dgm:prSet>
      <dgm:spPr/>
    </dgm:pt>
    <dgm:pt modelId="{783542D5-D98D-4E83-ADDB-24DABE2D6EEB}" type="pres">
      <dgm:prSet presAssocID="{3D699E04-B352-438D-BF13-0790F2C6EEFF}" presName="childText" presStyleLbl="revTx" presStyleIdx="4" presStyleCnt="6">
        <dgm:presLayoutVars>
          <dgm:bulletEnabled val="1"/>
        </dgm:presLayoutVars>
      </dgm:prSet>
      <dgm:spPr/>
    </dgm:pt>
    <dgm:pt modelId="{EFB6C560-0BA5-434F-8123-8C32E60595B2}" type="pres">
      <dgm:prSet presAssocID="{C037542E-BB97-4585-9029-9A2ABA02541A}" presName="parentText" presStyleLbl="node1" presStyleIdx="7" presStyleCnt="8">
        <dgm:presLayoutVars>
          <dgm:chMax val="0"/>
          <dgm:bulletEnabled val="1"/>
        </dgm:presLayoutVars>
      </dgm:prSet>
      <dgm:spPr/>
    </dgm:pt>
    <dgm:pt modelId="{B16C4765-C2A7-4B89-8AFA-E35B0DB183D8}" type="pres">
      <dgm:prSet presAssocID="{C037542E-BB97-4585-9029-9A2ABA02541A}" presName="childText" presStyleLbl="revTx" presStyleIdx="5" presStyleCnt="6">
        <dgm:presLayoutVars>
          <dgm:bulletEnabled val="1"/>
        </dgm:presLayoutVars>
      </dgm:prSet>
      <dgm:spPr/>
    </dgm:pt>
  </dgm:ptLst>
  <dgm:cxnLst>
    <dgm:cxn modelId="{9F5E5201-74C4-4388-844F-D28A669581B5}" srcId="{C037542E-BB97-4585-9029-9A2ABA02541A}" destId="{C9665722-8A84-4D26-AAF6-4147005B4CCA}" srcOrd="0" destOrd="0" parTransId="{A130EA7F-F22D-4A49-9643-8C35D57CF575}" sibTransId="{99F73EE3-E7FE-4C2A-BD99-66FF8A795894}"/>
    <dgm:cxn modelId="{AC62350E-7DCB-4F5D-A7B3-65C3F1BC15BE}" type="presOf" srcId="{C037542E-BB97-4585-9029-9A2ABA02541A}" destId="{EFB6C560-0BA5-434F-8123-8C32E60595B2}" srcOrd="0" destOrd="0" presId="urn:microsoft.com/office/officeart/2005/8/layout/vList2"/>
    <dgm:cxn modelId="{48CA143E-2971-4046-A760-402A13E95098}" srcId="{0347C16D-02D1-40C6-9AC2-C8B192EFE899}" destId="{C037542E-BB97-4585-9029-9A2ABA02541A}" srcOrd="7" destOrd="0" parTransId="{1E73080B-3D75-4E19-93F5-F10057D74972}" sibTransId="{A401F20D-2ABC-4EE9-BC70-AF00543B154D}"/>
    <dgm:cxn modelId="{19BE1760-2797-4B53-9DB5-37C455E1771C}" type="presOf" srcId="{34A05F05-E397-4601-AD95-5DA43A583934}" destId="{D9736CE8-3C79-4D5E-BDFB-FAE398D94731}" srcOrd="0" destOrd="0" presId="urn:microsoft.com/office/officeart/2005/8/layout/vList2"/>
    <dgm:cxn modelId="{4A5D2560-697D-48AE-8147-35B8A86DBC48}" srcId="{3D699E04-B352-438D-BF13-0790F2C6EEFF}" destId="{C7E6FE05-9649-458A-995E-E4362F82A822}" srcOrd="0" destOrd="0" parTransId="{04F2CD2E-2683-49FD-A1E0-ED0529C332AE}" sibTransId="{9CDC9CA5-71EF-43EF-ADEB-EDA5110A357C}"/>
    <dgm:cxn modelId="{8BAB4343-EB71-41AA-A54E-54042182A626}" type="presOf" srcId="{C9665722-8A84-4D26-AAF6-4147005B4CCA}" destId="{B16C4765-C2A7-4B89-8AFA-E35B0DB183D8}" srcOrd="0" destOrd="0" presId="urn:microsoft.com/office/officeart/2005/8/layout/vList2"/>
    <dgm:cxn modelId="{1BDF8145-453D-4BB3-94DB-239255FE6C86}" type="presOf" srcId="{744825FB-4201-4838-84FA-BAE5F967E110}" destId="{B818E35B-1413-4BF7-833A-86903089D37A}" srcOrd="0" destOrd="0" presId="urn:microsoft.com/office/officeart/2005/8/layout/vList2"/>
    <dgm:cxn modelId="{CA463546-ECA4-4511-B121-2AC7CF28DAB1}" srcId="{2813758F-77D4-40FA-B4A7-3E232165D730}" destId="{F889579D-4869-4643-BEBA-488C83F8FB3A}" srcOrd="0" destOrd="0" parTransId="{22979821-C0F6-4B2E-9C66-76762B55AE86}" sibTransId="{167FF672-9266-4A5F-8CFB-80ABD9337C45}"/>
    <dgm:cxn modelId="{53224946-6448-4F24-9CAB-00744D516AC1}" srcId="{F6F659BE-8759-468F-8E07-F6354FFB069B}" destId="{B0FBDF26-1958-4E1F-919F-13ED2CB0A568}" srcOrd="0" destOrd="0" parTransId="{85612FD8-2BAB-4187-86EA-20059E77E77C}" sibTransId="{DB7116C9-AB2F-4DF7-A0A3-54F0B9F09F02}"/>
    <dgm:cxn modelId="{71FD7A53-4CF5-4DCA-9532-A3F76D8DD2EF}" type="presOf" srcId="{F889579D-4869-4643-BEBA-488C83F8FB3A}" destId="{A43637A4-6DEA-4E26-85D0-E41C85D5BBB1}" srcOrd="0" destOrd="0" presId="urn:microsoft.com/office/officeart/2005/8/layout/vList2"/>
    <dgm:cxn modelId="{C029497B-B36E-460D-BA24-E60107935EA5}" type="presOf" srcId="{F6F659BE-8759-468F-8E07-F6354FFB069B}" destId="{93AF2EE6-C7AC-42F2-8EF7-4C12196D9633}" srcOrd="0" destOrd="0" presId="urn:microsoft.com/office/officeart/2005/8/layout/vList2"/>
    <dgm:cxn modelId="{01FD1D85-1627-46FB-8695-A0F3DDEF221B}" srcId="{744825FB-4201-4838-84FA-BAE5F967E110}" destId="{34A05F05-E397-4601-AD95-5DA43A583934}" srcOrd="0" destOrd="0" parTransId="{87EFF888-75E6-4082-882F-F4DC72A6C171}" sibTransId="{56C24000-01AF-417E-84FE-B3ED915E8D2B}"/>
    <dgm:cxn modelId="{B8349487-2F75-4737-8028-17FEFC9855E3}" type="presOf" srcId="{F189E281-6D4B-40FF-9F58-3FE87DE247D1}" destId="{BBD1F798-E4D5-4D24-92FE-CC250B68E88D}" srcOrd="0" destOrd="0" presId="urn:microsoft.com/office/officeart/2005/8/layout/vList2"/>
    <dgm:cxn modelId="{5F39358A-8507-42A2-9AB5-E9BB8E34A8DB}" srcId="{418D2D3C-1653-4DD5-9166-527DDF39C59E}" destId="{F189E281-6D4B-40FF-9F58-3FE87DE247D1}" srcOrd="0" destOrd="0" parTransId="{A61A2515-EEDF-4626-84BD-8944B94EFB2C}" sibTransId="{EC416835-4976-4C4F-BA75-52B4243BA869}"/>
    <dgm:cxn modelId="{55F5C991-01BF-48B6-B5B2-4B3F8E4C15D6}" type="presOf" srcId="{B0FBDF26-1958-4E1F-919F-13ED2CB0A568}" destId="{CACD32BB-3D3A-4954-9C97-1BC9A4FDD55A}" srcOrd="0" destOrd="0" presId="urn:microsoft.com/office/officeart/2005/8/layout/vList2"/>
    <dgm:cxn modelId="{619300A1-D9B0-45FE-91E5-022B3A4F9C58}" type="presOf" srcId="{A8F36C55-6118-43CA-A79E-13BC61266C38}" destId="{6DCC758A-1504-485B-BC99-8269A5835DA2}" srcOrd="0" destOrd="0" presId="urn:microsoft.com/office/officeart/2005/8/layout/vList2"/>
    <dgm:cxn modelId="{00E5CAA1-C035-4B6C-AEE0-921BE66B18F3}" type="presOf" srcId="{0347C16D-02D1-40C6-9AC2-C8B192EFE899}" destId="{25CED344-817C-4DB3-A5B0-77B0E9F6D2AC}" srcOrd="0" destOrd="0" presId="urn:microsoft.com/office/officeart/2005/8/layout/vList2"/>
    <dgm:cxn modelId="{7BD773AA-5D0A-4B65-AAD1-10F2FD5637AB}" srcId="{0347C16D-02D1-40C6-9AC2-C8B192EFE899}" destId="{2813758F-77D4-40FA-B4A7-3E232165D730}" srcOrd="1" destOrd="0" parTransId="{F0EC967B-D2D6-48DB-AC98-1AD73D1E7D68}" sibTransId="{2139F1DD-7402-4888-AE74-4C2DCEF2278F}"/>
    <dgm:cxn modelId="{9B96D6AB-2B84-4355-B94F-0DE3AF96D53E}" srcId="{0347C16D-02D1-40C6-9AC2-C8B192EFE899}" destId="{45B11505-3BE0-481C-B4FA-211D30E0B061}" srcOrd="4" destOrd="0" parTransId="{8E174179-5430-4C6A-A379-D4AACC8AF08D}" sibTransId="{9AE52F4F-4371-4529-9274-D34B8DCA0B40}"/>
    <dgm:cxn modelId="{91782AAC-A8D1-4BCA-A41E-182FBDD8C8EF}" type="presOf" srcId="{2813758F-77D4-40FA-B4A7-3E232165D730}" destId="{55C1DF6D-7997-4743-AAF1-E530F3AC5DF4}" srcOrd="0" destOrd="0" presId="urn:microsoft.com/office/officeart/2005/8/layout/vList2"/>
    <dgm:cxn modelId="{06925FB3-71E6-4E2A-B6D9-D3DCA70C65D1}" srcId="{0347C16D-02D1-40C6-9AC2-C8B192EFE899}" destId="{F6F659BE-8759-468F-8E07-F6354FFB069B}" srcOrd="2" destOrd="0" parTransId="{94B5D5DC-312D-4E2C-AF9C-B75C7C67E05A}" sibTransId="{B1C415DF-D436-41C7-AE7E-BCD881283204}"/>
    <dgm:cxn modelId="{C2A6C3B6-5C92-4100-B257-D62A70DDA386}" type="presOf" srcId="{3D699E04-B352-438D-BF13-0790F2C6EEFF}" destId="{5D305DDF-67F1-4846-8D28-CFAD4DA846D2}" srcOrd="0" destOrd="0" presId="urn:microsoft.com/office/officeart/2005/8/layout/vList2"/>
    <dgm:cxn modelId="{2AED63C6-1659-4FD7-9872-315C4BA9C8EC}" srcId="{0347C16D-02D1-40C6-9AC2-C8B192EFE899}" destId="{3D699E04-B352-438D-BF13-0790F2C6EEFF}" srcOrd="6" destOrd="0" parTransId="{4581E285-0818-4CC8-99A5-527EA53E7879}" sibTransId="{503FFF8F-61A2-4DDF-AB77-93999BC65B38}"/>
    <dgm:cxn modelId="{B510F4C8-4F48-4893-9F73-924F2BF5C481}" srcId="{0347C16D-02D1-40C6-9AC2-C8B192EFE899}" destId="{418D2D3C-1653-4DD5-9166-527DDF39C59E}" srcOrd="3" destOrd="0" parTransId="{8DC549B5-6C44-4480-9F3C-D757145C5A42}" sibTransId="{82DAF60C-5D6F-4CDD-8CF9-03E67F99740C}"/>
    <dgm:cxn modelId="{56F079C9-C4DD-4EC4-A824-9E2D02A59FBA}" srcId="{0347C16D-02D1-40C6-9AC2-C8B192EFE899}" destId="{A8F36C55-6118-43CA-A79E-13BC61266C38}" srcOrd="0" destOrd="0" parTransId="{4010ADA4-ECD9-46E0-A8D9-845869A79CF6}" sibTransId="{011D4C9E-22EC-44C8-889D-3C0F14836000}"/>
    <dgm:cxn modelId="{30EBC1CE-0E2E-4431-975A-2B2DE0F7C8E7}" type="presOf" srcId="{C7E6FE05-9649-458A-995E-E4362F82A822}" destId="{783542D5-D98D-4E83-ADDB-24DABE2D6EEB}" srcOrd="0" destOrd="0" presId="urn:microsoft.com/office/officeart/2005/8/layout/vList2"/>
    <dgm:cxn modelId="{2C0A7FE2-E3E7-42C7-A026-1E4785320E7A}" srcId="{0347C16D-02D1-40C6-9AC2-C8B192EFE899}" destId="{744825FB-4201-4838-84FA-BAE5F967E110}" srcOrd="5" destOrd="0" parTransId="{3F1FD042-1FBA-4785-86ED-5BE348B6B835}" sibTransId="{6B74C748-975D-411B-A410-2D8306291925}"/>
    <dgm:cxn modelId="{77B2A3F6-6498-4FDB-A6FE-D097999D58B3}" type="presOf" srcId="{45B11505-3BE0-481C-B4FA-211D30E0B061}" destId="{6461BCDF-4932-4DE2-B1C0-4FE74AE806B1}" srcOrd="0" destOrd="0" presId="urn:microsoft.com/office/officeart/2005/8/layout/vList2"/>
    <dgm:cxn modelId="{7602A3F8-862A-4285-97C0-255EC26F1E67}" type="presOf" srcId="{418D2D3C-1653-4DD5-9166-527DDF39C59E}" destId="{12A5BAFC-4912-4192-80AB-A317385B4941}" srcOrd="0" destOrd="0" presId="urn:microsoft.com/office/officeart/2005/8/layout/vList2"/>
    <dgm:cxn modelId="{65D5ED99-B5FC-4EB7-A717-16F3BDD36913}" type="presParOf" srcId="{25CED344-817C-4DB3-A5B0-77B0E9F6D2AC}" destId="{6DCC758A-1504-485B-BC99-8269A5835DA2}" srcOrd="0" destOrd="0" presId="urn:microsoft.com/office/officeart/2005/8/layout/vList2"/>
    <dgm:cxn modelId="{6D2B4E79-53B7-417B-B9E4-3FD36B575D98}" type="presParOf" srcId="{25CED344-817C-4DB3-A5B0-77B0E9F6D2AC}" destId="{041900C8-422E-45E7-9567-13164F2ADA05}" srcOrd="1" destOrd="0" presId="urn:microsoft.com/office/officeart/2005/8/layout/vList2"/>
    <dgm:cxn modelId="{A0C87E25-F1BF-495B-A09B-413123AD9413}" type="presParOf" srcId="{25CED344-817C-4DB3-A5B0-77B0E9F6D2AC}" destId="{55C1DF6D-7997-4743-AAF1-E530F3AC5DF4}" srcOrd="2" destOrd="0" presId="urn:microsoft.com/office/officeart/2005/8/layout/vList2"/>
    <dgm:cxn modelId="{75B278D6-6697-412C-88DE-090D60DD08A7}" type="presParOf" srcId="{25CED344-817C-4DB3-A5B0-77B0E9F6D2AC}" destId="{A43637A4-6DEA-4E26-85D0-E41C85D5BBB1}" srcOrd="3" destOrd="0" presId="urn:microsoft.com/office/officeart/2005/8/layout/vList2"/>
    <dgm:cxn modelId="{724E6A3F-F58A-42CD-8275-8180378F546C}" type="presParOf" srcId="{25CED344-817C-4DB3-A5B0-77B0E9F6D2AC}" destId="{93AF2EE6-C7AC-42F2-8EF7-4C12196D9633}" srcOrd="4" destOrd="0" presId="urn:microsoft.com/office/officeart/2005/8/layout/vList2"/>
    <dgm:cxn modelId="{0F15AC43-8912-47B3-8966-8B75F593C94A}" type="presParOf" srcId="{25CED344-817C-4DB3-A5B0-77B0E9F6D2AC}" destId="{CACD32BB-3D3A-4954-9C97-1BC9A4FDD55A}" srcOrd="5" destOrd="0" presId="urn:microsoft.com/office/officeart/2005/8/layout/vList2"/>
    <dgm:cxn modelId="{C86FB5A6-BF5C-4EA4-A912-5D7F91EFA8F2}" type="presParOf" srcId="{25CED344-817C-4DB3-A5B0-77B0E9F6D2AC}" destId="{12A5BAFC-4912-4192-80AB-A317385B4941}" srcOrd="6" destOrd="0" presId="urn:microsoft.com/office/officeart/2005/8/layout/vList2"/>
    <dgm:cxn modelId="{96D61BCF-2102-4740-9CDF-02E13277967D}" type="presParOf" srcId="{25CED344-817C-4DB3-A5B0-77B0E9F6D2AC}" destId="{BBD1F798-E4D5-4D24-92FE-CC250B68E88D}" srcOrd="7" destOrd="0" presId="urn:microsoft.com/office/officeart/2005/8/layout/vList2"/>
    <dgm:cxn modelId="{9FED2BE7-ED4B-49E7-9526-595B9AE36BD5}" type="presParOf" srcId="{25CED344-817C-4DB3-A5B0-77B0E9F6D2AC}" destId="{6461BCDF-4932-4DE2-B1C0-4FE74AE806B1}" srcOrd="8" destOrd="0" presId="urn:microsoft.com/office/officeart/2005/8/layout/vList2"/>
    <dgm:cxn modelId="{F77A8450-201C-4755-A27B-FE1F0C774CD0}" type="presParOf" srcId="{25CED344-817C-4DB3-A5B0-77B0E9F6D2AC}" destId="{10E6B1C9-97C8-4C95-BAB5-C3217AD1FB15}" srcOrd="9" destOrd="0" presId="urn:microsoft.com/office/officeart/2005/8/layout/vList2"/>
    <dgm:cxn modelId="{C4DFA287-4199-44E9-9A92-0918FC74B0C2}" type="presParOf" srcId="{25CED344-817C-4DB3-A5B0-77B0E9F6D2AC}" destId="{B818E35B-1413-4BF7-833A-86903089D37A}" srcOrd="10" destOrd="0" presId="urn:microsoft.com/office/officeart/2005/8/layout/vList2"/>
    <dgm:cxn modelId="{135B3F25-8B58-4023-B782-EB3250582701}" type="presParOf" srcId="{25CED344-817C-4DB3-A5B0-77B0E9F6D2AC}" destId="{D9736CE8-3C79-4D5E-BDFB-FAE398D94731}" srcOrd="11" destOrd="0" presId="urn:microsoft.com/office/officeart/2005/8/layout/vList2"/>
    <dgm:cxn modelId="{FD463F07-0CBF-4232-9A97-F8DEB609C442}" type="presParOf" srcId="{25CED344-817C-4DB3-A5B0-77B0E9F6D2AC}" destId="{5D305DDF-67F1-4846-8D28-CFAD4DA846D2}" srcOrd="12" destOrd="0" presId="urn:microsoft.com/office/officeart/2005/8/layout/vList2"/>
    <dgm:cxn modelId="{A21173EB-94F2-4C8E-9BC2-56FDA2324434}" type="presParOf" srcId="{25CED344-817C-4DB3-A5B0-77B0E9F6D2AC}" destId="{783542D5-D98D-4E83-ADDB-24DABE2D6EEB}" srcOrd="13" destOrd="0" presId="urn:microsoft.com/office/officeart/2005/8/layout/vList2"/>
    <dgm:cxn modelId="{09867A07-F440-4761-A199-B2BE2DF14FFA}" type="presParOf" srcId="{25CED344-817C-4DB3-A5B0-77B0E9F6D2AC}" destId="{EFB6C560-0BA5-434F-8123-8C32E60595B2}" srcOrd="14" destOrd="0" presId="urn:microsoft.com/office/officeart/2005/8/layout/vList2"/>
    <dgm:cxn modelId="{18C211EA-96FD-4B5E-8392-3B98BE640557}" type="presParOf" srcId="{25CED344-817C-4DB3-A5B0-77B0E9F6D2AC}" destId="{B16C4765-C2A7-4B89-8AFA-E35B0DB183D8}" srcOrd="1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6AC6481-52BA-4AF7-B40C-E45C2FDD7B8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323BCE5-E050-45A8-9D4B-31F83A9B7EAC}">
      <dgm:prSet/>
      <dgm:spPr/>
      <dgm:t>
        <a:bodyPr/>
        <a:lstStyle/>
        <a:p>
          <a:r>
            <a:rPr lang="en-CA"/>
            <a:t>Vulnerability: A weakness in a system that can be exploited by a threat actor to perform unauthorized actions.</a:t>
          </a:r>
          <a:endParaRPr lang="en-US"/>
        </a:p>
      </dgm:t>
    </dgm:pt>
    <dgm:pt modelId="{B77DB97A-FD40-4AAD-8B69-8D6144265B80}" type="parTrans" cxnId="{F63C625E-9F03-40EE-BFDA-2D1E8A7F52E8}">
      <dgm:prSet/>
      <dgm:spPr/>
      <dgm:t>
        <a:bodyPr/>
        <a:lstStyle/>
        <a:p>
          <a:endParaRPr lang="en-US"/>
        </a:p>
      </dgm:t>
    </dgm:pt>
    <dgm:pt modelId="{49BD97A8-5C50-4E8E-A0DD-35A4A88A8942}" type="sibTrans" cxnId="{F63C625E-9F03-40EE-BFDA-2D1E8A7F52E8}">
      <dgm:prSet/>
      <dgm:spPr/>
      <dgm:t>
        <a:bodyPr/>
        <a:lstStyle/>
        <a:p>
          <a:endParaRPr lang="en-US"/>
        </a:p>
      </dgm:t>
    </dgm:pt>
    <dgm:pt modelId="{4F1F1EC2-ABC5-48DF-9672-6D81A865A372}">
      <dgm:prSet/>
      <dgm:spPr/>
      <dgm:t>
        <a:bodyPr/>
        <a:lstStyle/>
        <a:p>
          <a:r>
            <a:rPr lang="en-CA"/>
            <a:t>Exploit: A method or tool used to take advantage of a vulnerability.</a:t>
          </a:r>
          <a:endParaRPr lang="en-US"/>
        </a:p>
      </dgm:t>
    </dgm:pt>
    <dgm:pt modelId="{5531FB0D-F731-42FB-84B7-0BCF1D2AA3FF}" type="parTrans" cxnId="{772AD154-CEE4-43A4-BD8A-0F5C1FA869D9}">
      <dgm:prSet/>
      <dgm:spPr/>
      <dgm:t>
        <a:bodyPr/>
        <a:lstStyle/>
        <a:p>
          <a:endParaRPr lang="en-US"/>
        </a:p>
      </dgm:t>
    </dgm:pt>
    <dgm:pt modelId="{B73831F7-48E2-4FEA-B40F-FC2B6A50C8D6}" type="sibTrans" cxnId="{772AD154-CEE4-43A4-BD8A-0F5C1FA869D9}">
      <dgm:prSet/>
      <dgm:spPr/>
      <dgm:t>
        <a:bodyPr/>
        <a:lstStyle/>
        <a:p>
          <a:endParaRPr lang="en-US"/>
        </a:p>
      </dgm:t>
    </dgm:pt>
    <dgm:pt modelId="{94AB70ED-73D1-4F3D-B661-A186056D14A0}">
      <dgm:prSet/>
      <dgm:spPr/>
      <dgm:t>
        <a:bodyPr/>
        <a:lstStyle/>
        <a:p>
          <a:r>
            <a:rPr lang="en-CA"/>
            <a:t>Attack Surface: The total sum of the different points where an unauthorized user can try to enter data to or extract data from an environment.</a:t>
          </a:r>
          <a:endParaRPr lang="en-US"/>
        </a:p>
      </dgm:t>
    </dgm:pt>
    <dgm:pt modelId="{49F579C1-7894-4925-B0CB-0E66CC49E66A}" type="parTrans" cxnId="{DD3724B2-7EE3-4502-B204-9D4B3A73BB5F}">
      <dgm:prSet/>
      <dgm:spPr/>
      <dgm:t>
        <a:bodyPr/>
        <a:lstStyle/>
        <a:p>
          <a:endParaRPr lang="en-US"/>
        </a:p>
      </dgm:t>
    </dgm:pt>
    <dgm:pt modelId="{E5DB24E0-24FD-4E97-90AC-6CDADB7BAE5E}" type="sibTrans" cxnId="{DD3724B2-7EE3-4502-B204-9D4B3A73BB5F}">
      <dgm:prSet/>
      <dgm:spPr/>
      <dgm:t>
        <a:bodyPr/>
        <a:lstStyle/>
        <a:p>
          <a:endParaRPr lang="en-US"/>
        </a:p>
      </dgm:t>
    </dgm:pt>
    <dgm:pt modelId="{12382DDC-D041-4987-B630-CB8F81C8B734}">
      <dgm:prSet/>
      <dgm:spPr/>
      <dgm:t>
        <a:bodyPr/>
        <a:lstStyle/>
        <a:p>
          <a:r>
            <a:rPr lang="en-CA"/>
            <a:t>Defense in Depth: A security strategy that employs multiple layers of defense to protect a system.</a:t>
          </a:r>
          <a:endParaRPr lang="en-US"/>
        </a:p>
      </dgm:t>
    </dgm:pt>
    <dgm:pt modelId="{32B354CC-9B15-47B0-B632-495A260CE1DE}" type="parTrans" cxnId="{9CF19CE3-C2E7-4D17-9DDD-51E0199CD2F7}">
      <dgm:prSet/>
      <dgm:spPr/>
      <dgm:t>
        <a:bodyPr/>
        <a:lstStyle/>
        <a:p>
          <a:endParaRPr lang="en-US"/>
        </a:p>
      </dgm:t>
    </dgm:pt>
    <dgm:pt modelId="{62A0EB5D-D6D7-4855-AB8C-FE5899162F8F}" type="sibTrans" cxnId="{9CF19CE3-C2E7-4D17-9DDD-51E0199CD2F7}">
      <dgm:prSet/>
      <dgm:spPr/>
      <dgm:t>
        <a:bodyPr/>
        <a:lstStyle/>
        <a:p>
          <a:endParaRPr lang="en-US"/>
        </a:p>
      </dgm:t>
    </dgm:pt>
    <dgm:pt modelId="{DC51D30A-D587-459E-8F19-D77991A39191}" type="pres">
      <dgm:prSet presAssocID="{C6AC6481-52BA-4AF7-B40C-E45C2FDD7B8B}" presName="root" presStyleCnt="0">
        <dgm:presLayoutVars>
          <dgm:dir/>
          <dgm:resizeHandles val="exact"/>
        </dgm:presLayoutVars>
      </dgm:prSet>
      <dgm:spPr/>
    </dgm:pt>
    <dgm:pt modelId="{FFB7BCC5-3B22-40A5-B676-807641BB5D34}" type="pres">
      <dgm:prSet presAssocID="{5323BCE5-E050-45A8-9D4B-31F83A9B7EAC}" presName="compNode" presStyleCnt="0"/>
      <dgm:spPr/>
    </dgm:pt>
    <dgm:pt modelId="{A792992A-A33C-416E-BD21-0FA635B5C8BB}" type="pres">
      <dgm:prSet presAssocID="{5323BCE5-E050-45A8-9D4B-31F83A9B7EAC}" presName="bgRect" presStyleLbl="bgShp" presStyleIdx="0" presStyleCnt="4"/>
      <dgm:spPr/>
    </dgm:pt>
    <dgm:pt modelId="{A8D29B43-47D5-4D71-A2E8-F1301620A9DB}" type="pres">
      <dgm:prSet presAssocID="{5323BCE5-E050-45A8-9D4B-31F83A9B7EA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D01F7FE1-6C3F-4A6A-B7D8-1F393015AC84}" type="pres">
      <dgm:prSet presAssocID="{5323BCE5-E050-45A8-9D4B-31F83A9B7EAC}" presName="spaceRect" presStyleCnt="0"/>
      <dgm:spPr/>
    </dgm:pt>
    <dgm:pt modelId="{1DAE63EE-5064-448F-88E8-B53B3156D4A7}" type="pres">
      <dgm:prSet presAssocID="{5323BCE5-E050-45A8-9D4B-31F83A9B7EAC}" presName="parTx" presStyleLbl="revTx" presStyleIdx="0" presStyleCnt="4">
        <dgm:presLayoutVars>
          <dgm:chMax val="0"/>
          <dgm:chPref val="0"/>
        </dgm:presLayoutVars>
      </dgm:prSet>
      <dgm:spPr/>
    </dgm:pt>
    <dgm:pt modelId="{65BA292C-9735-450D-8924-DB007971D716}" type="pres">
      <dgm:prSet presAssocID="{49BD97A8-5C50-4E8E-A0DD-35A4A88A8942}" presName="sibTrans" presStyleCnt="0"/>
      <dgm:spPr/>
    </dgm:pt>
    <dgm:pt modelId="{90CA15C5-2B44-49D7-AE36-3C1B0A288C3B}" type="pres">
      <dgm:prSet presAssocID="{4F1F1EC2-ABC5-48DF-9672-6D81A865A372}" presName="compNode" presStyleCnt="0"/>
      <dgm:spPr/>
    </dgm:pt>
    <dgm:pt modelId="{811689DE-8DCB-41D8-8157-2139936FE168}" type="pres">
      <dgm:prSet presAssocID="{4F1F1EC2-ABC5-48DF-9672-6D81A865A372}" presName="bgRect" presStyleLbl="bgShp" presStyleIdx="1" presStyleCnt="4"/>
      <dgm:spPr/>
    </dgm:pt>
    <dgm:pt modelId="{767B4B46-699E-499C-A44A-6AE7EB1718C9}" type="pres">
      <dgm:prSet presAssocID="{4F1F1EC2-ABC5-48DF-9672-6D81A865A37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6FE3FC2F-AC09-49BA-BDA7-71D2A8459877}" type="pres">
      <dgm:prSet presAssocID="{4F1F1EC2-ABC5-48DF-9672-6D81A865A372}" presName="spaceRect" presStyleCnt="0"/>
      <dgm:spPr/>
    </dgm:pt>
    <dgm:pt modelId="{2F9F726F-A6BB-4340-A81C-7A89D567E2E9}" type="pres">
      <dgm:prSet presAssocID="{4F1F1EC2-ABC5-48DF-9672-6D81A865A372}" presName="parTx" presStyleLbl="revTx" presStyleIdx="1" presStyleCnt="4">
        <dgm:presLayoutVars>
          <dgm:chMax val="0"/>
          <dgm:chPref val="0"/>
        </dgm:presLayoutVars>
      </dgm:prSet>
      <dgm:spPr/>
    </dgm:pt>
    <dgm:pt modelId="{67A182B5-F041-43D7-9E97-3B50D3BC2B19}" type="pres">
      <dgm:prSet presAssocID="{B73831F7-48E2-4FEA-B40F-FC2B6A50C8D6}" presName="sibTrans" presStyleCnt="0"/>
      <dgm:spPr/>
    </dgm:pt>
    <dgm:pt modelId="{9B13400C-EA74-43ED-8353-A529D29AAECE}" type="pres">
      <dgm:prSet presAssocID="{94AB70ED-73D1-4F3D-B661-A186056D14A0}" presName="compNode" presStyleCnt="0"/>
      <dgm:spPr/>
    </dgm:pt>
    <dgm:pt modelId="{13C07B26-C728-49CF-9D05-DF0236851BD5}" type="pres">
      <dgm:prSet presAssocID="{94AB70ED-73D1-4F3D-B661-A186056D14A0}" presName="bgRect" presStyleLbl="bgShp" presStyleIdx="2" presStyleCnt="4"/>
      <dgm:spPr/>
    </dgm:pt>
    <dgm:pt modelId="{DD60DED7-BC03-48F6-83E6-A4443D3E84F0}" type="pres">
      <dgm:prSet presAssocID="{94AB70ED-73D1-4F3D-B661-A186056D14A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7FC0FEE1-D5FF-4FC2-BD18-C14598B41BC4}" type="pres">
      <dgm:prSet presAssocID="{94AB70ED-73D1-4F3D-B661-A186056D14A0}" presName="spaceRect" presStyleCnt="0"/>
      <dgm:spPr/>
    </dgm:pt>
    <dgm:pt modelId="{73E1BC1C-188D-4C5F-8788-BD8AE8253CF5}" type="pres">
      <dgm:prSet presAssocID="{94AB70ED-73D1-4F3D-B661-A186056D14A0}" presName="parTx" presStyleLbl="revTx" presStyleIdx="2" presStyleCnt="4">
        <dgm:presLayoutVars>
          <dgm:chMax val="0"/>
          <dgm:chPref val="0"/>
        </dgm:presLayoutVars>
      </dgm:prSet>
      <dgm:spPr/>
    </dgm:pt>
    <dgm:pt modelId="{017304CE-1086-4A8D-B33A-4F27A885D8B8}" type="pres">
      <dgm:prSet presAssocID="{E5DB24E0-24FD-4E97-90AC-6CDADB7BAE5E}" presName="sibTrans" presStyleCnt="0"/>
      <dgm:spPr/>
    </dgm:pt>
    <dgm:pt modelId="{3CAE07A2-6952-4B08-B328-FF6533D3D65B}" type="pres">
      <dgm:prSet presAssocID="{12382DDC-D041-4987-B630-CB8F81C8B734}" presName="compNode" presStyleCnt="0"/>
      <dgm:spPr/>
    </dgm:pt>
    <dgm:pt modelId="{B36E16F6-B38F-42FC-9E31-5F6C15D06E23}" type="pres">
      <dgm:prSet presAssocID="{12382DDC-D041-4987-B630-CB8F81C8B734}" presName="bgRect" presStyleLbl="bgShp" presStyleIdx="3" presStyleCnt="4"/>
      <dgm:spPr/>
    </dgm:pt>
    <dgm:pt modelId="{FD7516D5-3A08-4F29-8604-54151B3A3CFE}" type="pres">
      <dgm:prSet presAssocID="{12382DDC-D041-4987-B630-CB8F81C8B73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59289D56-D753-40F7-B3A1-2E4EE87B124C}" type="pres">
      <dgm:prSet presAssocID="{12382DDC-D041-4987-B630-CB8F81C8B734}" presName="spaceRect" presStyleCnt="0"/>
      <dgm:spPr/>
    </dgm:pt>
    <dgm:pt modelId="{1568D155-8316-4B77-9E54-4175CA22EBE1}" type="pres">
      <dgm:prSet presAssocID="{12382DDC-D041-4987-B630-CB8F81C8B734}" presName="parTx" presStyleLbl="revTx" presStyleIdx="3" presStyleCnt="4">
        <dgm:presLayoutVars>
          <dgm:chMax val="0"/>
          <dgm:chPref val="0"/>
        </dgm:presLayoutVars>
      </dgm:prSet>
      <dgm:spPr/>
    </dgm:pt>
  </dgm:ptLst>
  <dgm:cxnLst>
    <dgm:cxn modelId="{BE6ACC08-3742-4BB8-9127-665C71E33D25}" type="presOf" srcId="{4F1F1EC2-ABC5-48DF-9672-6D81A865A372}" destId="{2F9F726F-A6BB-4340-A81C-7A89D567E2E9}" srcOrd="0" destOrd="0" presId="urn:microsoft.com/office/officeart/2018/2/layout/IconVerticalSolidList"/>
    <dgm:cxn modelId="{D8897E3E-6143-4225-9393-5BB4751B3B4E}" type="presOf" srcId="{94AB70ED-73D1-4F3D-B661-A186056D14A0}" destId="{73E1BC1C-188D-4C5F-8788-BD8AE8253CF5}" srcOrd="0" destOrd="0" presId="urn:microsoft.com/office/officeart/2018/2/layout/IconVerticalSolidList"/>
    <dgm:cxn modelId="{F63C625E-9F03-40EE-BFDA-2D1E8A7F52E8}" srcId="{C6AC6481-52BA-4AF7-B40C-E45C2FDD7B8B}" destId="{5323BCE5-E050-45A8-9D4B-31F83A9B7EAC}" srcOrd="0" destOrd="0" parTransId="{B77DB97A-FD40-4AAD-8B69-8D6144265B80}" sibTransId="{49BD97A8-5C50-4E8E-A0DD-35A4A88A8942}"/>
    <dgm:cxn modelId="{45BA2A45-8863-4DC0-A2D0-55E6D9D7A1C0}" type="presOf" srcId="{5323BCE5-E050-45A8-9D4B-31F83A9B7EAC}" destId="{1DAE63EE-5064-448F-88E8-B53B3156D4A7}" srcOrd="0" destOrd="0" presId="urn:microsoft.com/office/officeart/2018/2/layout/IconVerticalSolidList"/>
    <dgm:cxn modelId="{772AD154-CEE4-43A4-BD8A-0F5C1FA869D9}" srcId="{C6AC6481-52BA-4AF7-B40C-E45C2FDD7B8B}" destId="{4F1F1EC2-ABC5-48DF-9672-6D81A865A372}" srcOrd="1" destOrd="0" parTransId="{5531FB0D-F731-42FB-84B7-0BCF1D2AA3FF}" sibTransId="{B73831F7-48E2-4FEA-B40F-FC2B6A50C8D6}"/>
    <dgm:cxn modelId="{DD3724B2-7EE3-4502-B204-9D4B3A73BB5F}" srcId="{C6AC6481-52BA-4AF7-B40C-E45C2FDD7B8B}" destId="{94AB70ED-73D1-4F3D-B661-A186056D14A0}" srcOrd="2" destOrd="0" parTransId="{49F579C1-7894-4925-B0CB-0E66CC49E66A}" sibTransId="{E5DB24E0-24FD-4E97-90AC-6CDADB7BAE5E}"/>
    <dgm:cxn modelId="{45B062B2-F16D-49D2-A8A6-7442DF03DD92}" type="presOf" srcId="{C6AC6481-52BA-4AF7-B40C-E45C2FDD7B8B}" destId="{DC51D30A-D587-459E-8F19-D77991A39191}" srcOrd="0" destOrd="0" presId="urn:microsoft.com/office/officeart/2018/2/layout/IconVerticalSolidList"/>
    <dgm:cxn modelId="{11C129C1-14D5-4793-A448-8D518F61B6BD}" type="presOf" srcId="{12382DDC-D041-4987-B630-CB8F81C8B734}" destId="{1568D155-8316-4B77-9E54-4175CA22EBE1}" srcOrd="0" destOrd="0" presId="urn:microsoft.com/office/officeart/2018/2/layout/IconVerticalSolidList"/>
    <dgm:cxn modelId="{9CF19CE3-C2E7-4D17-9DDD-51E0199CD2F7}" srcId="{C6AC6481-52BA-4AF7-B40C-E45C2FDD7B8B}" destId="{12382DDC-D041-4987-B630-CB8F81C8B734}" srcOrd="3" destOrd="0" parTransId="{32B354CC-9B15-47B0-B632-495A260CE1DE}" sibTransId="{62A0EB5D-D6D7-4855-AB8C-FE5899162F8F}"/>
    <dgm:cxn modelId="{0C85DD47-EDEF-40F2-9372-4D82E74E7DD7}" type="presParOf" srcId="{DC51D30A-D587-459E-8F19-D77991A39191}" destId="{FFB7BCC5-3B22-40A5-B676-807641BB5D34}" srcOrd="0" destOrd="0" presId="urn:microsoft.com/office/officeart/2018/2/layout/IconVerticalSolidList"/>
    <dgm:cxn modelId="{57122B38-A73E-4EE3-B893-819DDA1C0E79}" type="presParOf" srcId="{FFB7BCC5-3B22-40A5-B676-807641BB5D34}" destId="{A792992A-A33C-416E-BD21-0FA635B5C8BB}" srcOrd="0" destOrd="0" presId="urn:microsoft.com/office/officeart/2018/2/layout/IconVerticalSolidList"/>
    <dgm:cxn modelId="{4CFD17AD-52C6-48A6-AFF3-E57E4F686BDB}" type="presParOf" srcId="{FFB7BCC5-3B22-40A5-B676-807641BB5D34}" destId="{A8D29B43-47D5-4D71-A2E8-F1301620A9DB}" srcOrd="1" destOrd="0" presId="urn:microsoft.com/office/officeart/2018/2/layout/IconVerticalSolidList"/>
    <dgm:cxn modelId="{F73A2171-F11D-496E-A3B9-DC19149C3978}" type="presParOf" srcId="{FFB7BCC5-3B22-40A5-B676-807641BB5D34}" destId="{D01F7FE1-6C3F-4A6A-B7D8-1F393015AC84}" srcOrd="2" destOrd="0" presId="urn:microsoft.com/office/officeart/2018/2/layout/IconVerticalSolidList"/>
    <dgm:cxn modelId="{CEAAE546-5D9E-469D-B233-CD76C072788D}" type="presParOf" srcId="{FFB7BCC5-3B22-40A5-B676-807641BB5D34}" destId="{1DAE63EE-5064-448F-88E8-B53B3156D4A7}" srcOrd="3" destOrd="0" presId="urn:microsoft.com/office/officeart/2018/2/layout/IconVerticalSolidList"/>
    <dgm:cxn modelId="{C9CA63AA-2881-47A3-8671-841B603F86F6}" type="presParOf" srcId="{DC51D30A-D587-459E-8F19-D77991A39191}" destId="{65BA292C-9735-450D-8924-DB007971D716}" srcOrd="1" destOrd="0" presId="urn:microsoft.com/office/officeart/2018/2/layout/IconVerticalSolidList"/>
    <dgm:cxn modelId="{64BA358D-49DA-4FA7-BAF7-88813576CF5F}" type="presParOf" srcId="{DC51D30A-D587-459E-8F19-D77991A39191}" destId="{90CA15C5-2B44-49D7-AE36-3C1B0A288C3B}" srcOrd="2" destOrd="0" presId="urn:microsoft.com/office/officeart/2018/2/layout/IconVerticalSolidList"/>
    <dgm:cxn modelId="{11CC648C-9CE5-4653-8CCD-4681DACF0372}" type="presParOf" srcId="{90CA15C5-2B44-49D7-AE36-3C1B0A288C3B}" destId="{811689DE-8DCB-41D8-8157-2139936FE168}" srcOrd="0" destOrd="0" presId="urn:microsoft.com/office/officeart/2018/2/layout/IconVerticalSolidList"/>
    <dgm:cxn modelId="{62946954-F9E5-436B-8820-3BC2A07ACC96}" type="presParOf" srcId="{90CA15C5-2B44-49D7-AE36-3C1B0A288C3B}" destId="{767B4B46-699E-499C-A44A-6AE7EB1718C9}" srcOrd="1" destOrd="0" presId="urn:microsoft.com/office/officeart/2018/2/layout/IconVerticalSolidList"/>
    <dgm:cxn modelId="{69AE0BDD-954E-47EA-A92C-B553EE75E1AC}" type="presParOf" srcId="{90CA15C5-2B44-49D7-AE36-3C1B0A288C3B}" destId="{6FE3FC2F-AC09-49BA-BDA7-71D2A8459877}" srcOrd="2" destOrd="0" presId="urn:microsoft.com/office/officeart/2018/2/layout/IconVerticalSolidList"/>
    <dgm:cxn modelId="{336A08EC-4BDC-4576-9952-A4584BB4B8D8}" type="presParOf" srcId="{90CA15C5-2B44-49D7-AE36-3C1B0A288C3B}" destId="{2F9F726F-A6BB-4340-A81C-7A89D567E2E9}" srcOrd="3" destOrd="0" presId="urn:microsoft.com/office/officeart/2018/2/layout/IconVerticalSolidList"/>
    <dgm:cxn modelId="{1D6FCDA8-DDAA-4F3C-9CAA-73369AEA2988}" type="presParOf" srcId="{DC51D30A-D587-459E-8F19-D77991A39191}" destId="{67A182B5-F041-43D7-9E97-3B50D3BC2B19}" srcOrd="3" destOrd="0" presId="urn:microsoft.com/office/officeart/2018/2/layout/IconVerticalSolidList"/>
    <dgm:cxn modelId="{C55F1FB0-0864-4098-91FA-64A2E147B536}" type="presParOf" srcId="{DC51D30A-D587-459E-8F19-D77991A39191}" destId="{9B13400C-EA74-43ED-8353-A529D29AAECE}" srcOrd="4" destOrd="0" presId="urn:microsoft.com/office/officeart/2018/2/layout/IconVerticalSolidList"/>
    <dgm:cxn modelId="{90724767-256C-479A-8AF4-73D50D559F4A}" type="presParOf" srcId="{9B13400C-EA74-43ED-8353-A529D29AAECE}" destId="{13C07B26-C728-49CF-9D05-DF0236851BD5}" srcOrd="0" destOrd="0" presId="urn:microsoft.com/office/officeart/2018/2/layout/IconVerticalSolidList"/>
    <dgm:cxn modelId="{09B08EFF-EBEB-4E3D-891F-542E49CC5910}" type="presParOf" srcId="{9B13400C-EA74-43ED-8353-A529D29AAECE}" destId="{DD60DED7-BC03-48F6-83E6-A4443D3E84F0}" srcOrd="1" destOrd="0" presId="urn:microsoft.com/office/officeart/2018/2/layout/IconVerticalSolidList"/>
    <dgm:cxn modelId="{3159CF38-5A13-48E8-B751-77A8A8CB90AF}" type="presParOf" srcId="{9B13400C-EA74-43ED-8353-A529D29AAECE}" destId="{7FC0FEE1-D5FF-4FC2-BD18-C14598B41BC4}" srcOrd="2" destOrd="0" presId="urn:microsoft.com/office/officeart/2018/2/layout/IconVerticalSolidList"/>
    <dgm:cxn modelId="{01E80DF6-9C80-4E6D-92A0-FFAA8AA39CAB}" type="presParOf" srcId="{9B13400C-EA74-43ED-8353-A529D29AAECE}" destId="{73E1BC1C-188D-4C5F-8788-BD8AE8253CF5}" srcOrd="3" destOrd="0" presId="urn:microsoft.com/office/officeart/2018/2/layout/IconVerticalSolidList"/>
    <dgm:cxn modelId="{E513792C-B6FB-46BE-98EB-94DC64CC35A7}" type="presParOf" srcId="{DC51D30A-D587-459E-8F19-D77991A39191}" destId="{017304CE-1086-4A8D-B33A-4F27A885D8B8}" srcOrd="5" destOrd="0" presId="urn:microsoft.com/office/officeart/2018/2/layout/IconVerticalSolidList"/>
    <dgm:cxn modelId="{51A9F54B-DF2A-4F51-84C6-D930B45165BC}" type="presParOf" srcId="{DC51D30A-D587-459E-8F19-D77991A39191}" destId="{3CAE07A2-6952-4B08-B328-FF6533D3D65B}" srcOrd="6" destOrd="0" presId="urn:microsoft.com/office/officeart/2018/2/layout/IconVerticalSolidList"/>
    <dgm:cxn modelId="{B88DE823-0C98-4389-83FB-5926EB0895FC}" type="presParOf" srcId="{3CAE07A2-6952-4B08-B328-FF6533D3D65B}" destId="{B36E16F6-B38F-42FC-9E31-5F6C15D06E23}" srcOrd="0" destOrd="0" presId="urn:microsoft.com/office/officeart/2018/2/layout/IconVerticalSolidList"/>
    <dgm:cxn modelId="{4F4A33B0-BFFF-47F7-B366-B6ECD2293BBD}" type="presParOf" srcId="{3CAE07A2-6952-4B08-B328-FF6533D3D65B}" destId="{FD7516D5-3A08-4F29-8604-54151B3A3CFE}" srcOrd="1" destOrd="0" presId="urn:microsoft.com/office/officeart/2018/2/layout/IconVerticalSolidList"/>
    <dgm:cxn modelId="{8D343F13-E1AA-41D9-A933-7B4C69D7BD8C}" type="presParOf" srcId="{3CAE07A2-6952-4B08-B328-FF6533D3D65B}" destId="{59289D56-D753-40F7-B3A1-2E4EE87B124C}" srcOrd="2" destOrd="0" presId="urn:microsoft.com/office/officeart/2018/2/layout/IconVerticalSolidList"/>
    <dgm:cxn modelId="{AB46ECF4-1A72-4F39-8862-2ADCADC73DA0}" type="presParOf" srcId="{3CAE07A2-6952-4B08-B328-FF6533D3D65B}" destId="{1568D155-8316-4B77-9E54-4175CA22EBE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1D8C6-30C6-442E-98D5-85F48ECB4CB8}">
      <dsp:nvSpPr>
        <dsp:cNvPr id="0" name=""/>
        <dsp:cNvSpPr/>
      </dsp:nvSpPr>
      <dsp:spPr>
        <a:xfrm>
          <a:off x="993" y="952121"/>
          <a:ext cx="1763162" cy="329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r" defTabSz="800100" rtl="0">
            <a:lnSpc>
              <a:spcPct val="90000"/>
            </a:lnSpc>
            <a:spcBef>
              <a:spcPct val="0"/>
            </a:spcBef>
            <a:spcAft>
              <a:spcPct val="35000"/>
            </a:spcAft>
            <a:buNone/>
          </a:pPr>
          <a:r>
            <a:rPr lang="en-US" sz="1800" kern="1200" dirty="0">
              <a:effectLst>
                <a:outerShdw blurRad="38100" dist="38100" dir="2700000" algn="tl">
                  <a:srgbClr val="000000">
                    <a:alpha val="43137"/>
                  </a:srgbClr>
                </a:outerShdw>
              </a:effectLst>
            </a:rPr>
            <a:t>Confidentiality</a:t>
          </a:r>
        </a:p>
      </dsp:txBody>
      <dsp:txXfrm>
        <a:off x="993" y="952121"/>
        <a:ext cx="1763162" cy="329597"/>
      </dsp:txXfrm>
    </dsp:sp>
    <dsp:sp modelId="{535FE6D3-C064-49EB-895B-05B12A64D45F}">
      <dsp:nvSpPr>
        <dsp:cNvPr id="0" name=""/>
        <dsp:cNvSpPr/>
      </dsp:nvSpPr>
      <dsp:spPr>
        <a:xfrm>
          <a:off x="1764156" y="4528"/>
          <a:ext cx="336135" cy="2224781"/>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B657C07-8833-4B3A-872E-7E26DD2A8980}">
      <dsp:nvSpPr>
        <dsp:cNvPr id="0" name=""/>
        <dsp:cNvSpPr/>
      </dsp:nvSpPr>
      <dsp:spPr>
        <a:xfrm>
          <a:off x="2234745" y="4528"/>
          <a:ext cx="4571437" cy="222478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rtl="0">
            <a:lnSpc>
              <a:spcPct val="90000"/>
            </a:lnSpc>
            <a:spcBef>
              <a:spcPct val="0"/>
            </a:spcBef>
            <a:spcAft>
              <a:spcPct val="15000"/>
            </a:spcAft>
            <a:buChar char="•"/>
          </a:pPr>
          <a:r>
            <a:rPr lang="en-US" sz="1800" b="1" kern="1200" dirty="0">
              <a:solidFill>
                <a:schemeClr val="tx1"/>
              </a:solidFill>
            </a:rPr>
            <a:t>Data confidentiality</a:t>
          </a:r>
        </a:p>
        <a:p>
          <a:pPr marL="342900" lvl="2" indent="-171450" algn="l" defTabSz="711200" rtl="0">
            <a:lnSpc>
              <a:spcPct val="90000"/>
            </a:lnSpc>
            <a:spcBef>
              <a:spcPct val="0"/>
            </a:spcBef>
            <a:spcAft>
              <a:spcPct val="15000"/>
            </a:spcAft>
            <a:buChar char="•"/>
          </a:pPr>
          <a:r>
            <a:rPr lang="en-US" sz="1600" kern="1200" dirty="0"/>
            <a:t>Assures that private or confidential information is not made available or disclosed to </a:t>
          </a:r>
          <a:r>
            <a:rPr lang="en-US" sz="1600" b="0" kern="1200" dirty="0">
              <a:solidFill>
                <a:schemeClr val="tx1"/>
              </a:solidFill>
            </a:rPr>
            <a:t>unauthorized</a:t>
          </a:r>
          <a:r>
            <a:rPr lang="en-US" sz="1600" kern="1200" dirty="0"/>
            <a:t> individuals</a:t>
          </a:r>
        </a:p>
        <a:p>
          <a:pPr marL="171450" lvl="1" indent="-171450" algn="l" defTabSz="800100" rtl="0">
            <a:lnSpc>
              <a:spcPct val="90000"/>
            </a:lnSpc>
            <a:spcBef>
              <a:spcPct val="0"/>
            </a:spcBef>
            <a:spcAft>
              <a:spcPct val="15000"/>
            </a:spcAft>
            <a:buChar char="•"/>
          </a:pPr>
          <a:r>
            <a:rPr lang="en-US" sz="1800" b="1" kern="1200" dirty="0">
              <a:solidFill>
                <a:schemeClr val="tx1"/>
              </a:solidFill>
            </a:rPr>
            <a:t>Privacy</a:t>
          </a:r>
        </a:p>
        <a:p>
          <a:pPr marL="342900" lvl="2" indent="-171450" algn="l" defTabSz="711200" rtl="0">
            <a:lnSpc>
              <a:spcPct val="90000"/>
            </a:lnSpc>
            <a:spcBef>
              <a:spcPct val="0"/>
            </a:spcBef>
            <a:spcAft>
              <a:spcPct val="15000"/>
            </a:spcAft>
            <a:buChar char="•"/>
          </a:pPr>
          <a:r>
            <a:rPr lang="en-US" sz="1600" kern="1200" dirty="0"/>
            <a:t>Assures individual's control or influence </a:t>
          </a:r>
          <a:r>
            <a:rPr lang="en-US" sz="1600" kern="1200" dirty="0">
              <a:solidFill>
                <a:schemeClr val="tx1"/>
              </a:solidFill>
            </a:rPr>
            <a:t>on what information</a:t>
          </a:r>
          <a:r>
            <a:rPr lang="en-US" sz="1600" kern="1200" dirty="0"/>
            <a:t> related to them may be collected and stored and </a:t>
          </a:r>
          <a:r>
            <a:rPr lang="en-US" sz="1600" kern="1200" dirty="0">
              <a:solidFill>
                <a:schemeClr val="tx1"/>
              </a:solidFill>
            </a:rPr>
            <a:t>by whom</a:t>
          </a:r>
          <a:r>
            <a:rPr lang="en-US" sz="1600" kern="1200" dirty="0"/>
            <a:t> and </a:t>
          </a:r>
          <a:r>
            <a:rPr lang="en-US" sz="1600" kern="1200" dirty="0">
              <a:solidFill>
                <a:schemeClr val="tx1"/>
              </a:solidFill>
            </a:rPr>
            <a:t>to whom</a:t>
          </a:r>
          <a:r>
            <a:rPr lang="en-US" sz="1600" kern="1200" dirty="0"/>
            <a:t> that information may be disclosed</a:t>
          </a:r>
        </a:p>
      </dsp:txBody>
      <dsp:txXfrm>
        <a:off x="2234745" y="4528"/>
        <a:ext cx="4571437" cy="2224781"/>
      </dsp:txXfrm>
    </dsp:sp>
    <dsp:sp modelId="{D1255835-ADCC-47A1-94AA-315E746715E3}">
      <dsp:nvSpPr>
        <dsp:cNvPr id="0" name=""/>
        <dsp:cNvSpPr/>
      </dsp:nvSpPr>
      <dsp:spPr>
        <a:xfrm>
          <a:off x="993" y="3141053"/>
          <a:ext cx="1801433" cy="447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60960" rIns="170688" bIns="60960" numCol="1" spcCol="1270" anchor="ctr" anchorCtr="0">
          <a:noAutofit/>
        </a:bodyPr>
        <a:lstStyle/>
        <a:p>
          <a:pPr marL="0" lvl="0" indent="0" algn="r" defTabSz="1066800" rtl="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Integrity</a:t>
          </a:r>
        </a:p>
      </dsp:txBody>
      <dsp:txXfrm>
        <a:off x="993" y="3141053"/>
        <a:ext cx="1801433" cy="447310"/>
      </dsp:txXfrm>
    </dsp:sp>
    <dsp:sp modelId="{391E38B7-7230-40E2-988C-33862B19515C}">
      <dsp:nvSpPr>
        <dsp:cNvPr id="0" name=""/>
        <dsp:cNvSpPr/>
      </dsp:nvSpPr>
      <dsp:spPr>
        <a:xfrm>
          <a:off x="1802426" y="2246432"/>
          <a:ext cx="333475" cy="2236552"/>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C0A3D83-9C4D-42B8-BEE4-9553ED6ED922}">
      <dsp:nvSpPr>
        <dsp:cNvPr id="0" name=""/>
        <dsp:cNvSpPr/>
      </dsp:nvSpPr>
      <dsp:spPr>
        <a:xfrm>
          <a:off x="2269292" y="2246432"/>
          <a:ext cx="4535263" cy="223655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rtl="0">
            <a:lnSpc>
              <a:spcPct val="90000"/>
            </a:lnSpc>
            <a:spcBef>
              <a:spcPct val="0"/>
            </a:spcBef>
            <a:spcAft>
              <a:spcPct val="15000"/>
            </a:spcAft>
            <a:buChar char="•"/>
          </a:pPr>
          <a:r>
            <a:rPr lang="en-US" sz="1800" b="1" kern="1200" dirty="0">
              <a:solidFill>
                <a:schemeClr val="tx1"/>
              </a:solidFill>
            </a:rPr>
            <a:t>Data integrity</a:t>
          </a:r>
        </a:p>
        <a:p>
          <a:pPr marL="342900" lvl="2" indent="-171450" algn="l" defTabSz="711200" rtl="0">
            <a:lnSpc>
              <a:spcPct val="90000"/>
            </a:lnSpc>
            <a:spcBef>
              <a:spcPct val="0"/>
            </a:spcBef>
            <a:spcAft>
              <a:spcPct val="15000"/>
            </a:spcAft>
            <a:buChar char="•"/>
          </a:pPr>
          <a:r>
            <a:rPr lang="en-US" sz="1600" kern="1200" dirty="0"/>
            <a:t>Assures that information and programs are changed only in a specified and </a:t>
          </a:r>
          <a:r>
            <a:rPr lang="en-US" sz="1600" kern="1200" dirty="0">
              <a:solidFill>
                <a:schemeClr val="tx1"/>
              </a:solidFill>
            </a:rPr>
            <a:t>authorized</a:t>
          </a:r>
          <a:r>
            <a:rPr lang="en-US" sz="1600" kern="1200" dirty="0"/>
            <a:t> manner</a:t>
          </a:r>
        </a:p>
        <a:p>
          <a:pPr marL="171450" lvl="1" indent="-171450" algn="l" defTabSz="800100" rtl="0">
            <a:lnSpc>
              <a:spcPct val="90000"/>
            </a:lnSpc>
            <a:spcBef>
              <a:spcPct val="0"/>
            </a:spcBef>
            <a:spcAft>
              <a:spcPct val="15000"/>
            </a:spcAft>
            <a:buChar char="•"/>
          </a:pPr>
          <a:r>
            <a:rPr lang="en-US" sz="1800" b="1" kern="1200" dirty="0">
              <a:solidFill>
                <a:schemeClr val="tx1"/>
              </a:solidFill>
            </a:rPr>
            <a:t>System integrity</a:t>
          </a:r>
        </a:p>
        <a:p>
          <a:pPr marL="342900" lvl="2" indent="-171450" algn="l" defTabSz="711200" rtl="0">
            <a:lnSpc>
              <a:spcPct val="90000"/>
            </a:lnSpc>
            <a:spcBef>
              <a:spcPct val="0"/>
            </a:spcBef>
            <a:spcAft>
              <a:spcPct val="15000"/>
            </a:spcAft>
            <a:buChar char="•"/>
          </a:pPr>
          <a:r>
            <a:rPr lang="en-US" sz="1600" kern="1200" dirty="0"/>
            <a:t>Assures that a system performs its intended function in an unimpaired manner, free from deliberate or inadvertent </a:t>
          </a:r>
          <a:r>
            <a:rPr lang="en-US" sz="1600" kern="1200" dirty="0">
              <a:solidFill>
                <a:schemeClr val="tx1"/>
              </a:solidFill>
            </a:rPr>
            <a:t>unauthorized</a:t>
          </a:r>
          <a:r>
            <a:rPr lang="en-US" sz="1600" kern="1200" dirty="0"/>
            <a:t> </a:t>
          </a:r>
          <a:r>
            <a:rPr lang="en-US" sz="1600" kern="1200" dirty="0">
              <a:solidFill>
                <a:schemeClr val="tx1"/>
              </a:solidFill>
            </a:rPr>
            <a:t>manipulation</a:t>
          </a:r>
          <a:r>
            <a:rPr lang="en-US" sz="1600" kern="1200" dirty="0"/>
            <a:t> of the system</a:t>
          </a:r>
        </a:p>
      </dsp:txBody>
      <dsp:txXfrm>
        <a:off x="2269292" y="2246432"/>
        <a:ext cx="4535263" cy="2236552"/>
      </dsp:txXfrm>
    </dsp:sp>
    <dsp:sp modelId="{B8D5AE87-6B9C-4342-8810-690732C92BA3}">
      <dsp:nvSpPr>
        <dsp:cNvPr id="0" name=""/>
        <dsp:cNvSpPr/>
      </dsp:nvSpPr>
      <dsp:spPr>
        <a:xfrm>
          <a:off x="993" y="4583977"/>
          <a:ext cx="1839940" cy="447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60960" rIns="170688" bIns="60960" numCol="1" spcCol="1270" anchor="ctr" anchorCtr="0">
          <a:noAutofit/>
        </a:bodyPr>
        <a:lstStyle/>
        <a:p>
          <a:pPr marL="0" lvl="0" indent="0" algn="r" defTabSz="1066800" rtl="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Availability</a:t>
          </a:r>
        </a:p>
      </dsp:txBody>
      <dsp:txXfrm>
        <a:off x="993" y="4583977"/>
        <a:ext cx="1839940" cy="447310"/>
      </dsp:txXfrm>
    </dsp:sp>
    <dsp:sp modelId="{41C2F24A-DB81-422A-8E35-B8B85F11430A}">
      <dsp:nvSpPr>
        <dsp:cNvPr id="0" name=""/>
        <dsp:cNvSpPr/>
      </dsp:nvSpPr>
      <dsp:spPr>
        <a:xfrm>
          <a:off x="1840933" y="4500107"/>
          <a:ext cx="331147" cy="615052"/>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7723035F-B7EC-48C4-8F15-129C2C897FD7}">
      <dsp:nvSpPr>
        <dsp:cNvPr id="0" name=""/>
        <dsp:cNvSpPr/>
      </dsp:nvSpPr>
      <dsp:spPr>
        <a:xfrm>
          <a:off x="2304541" y="4500107"/>
          <a:ext cx="4503611" cy="61505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t>Assures that systems </a:t>
          </a:r>
          <a:r>
            <a:rPr lang="en-US" sz="1800" kern="1200" dirty="0">
              <a:solidFill>
                <a:schemeClr val="tx1"/>
              </a:solidFill>
            </a:rPr>
            <a:t>work promptly</a:t>
          </a:r>
          <a:r>
            <a:rPr lang="en-US" sz="1800" kern="1200" dirty="0"/>
            <a:t>, and service is not denied to </a:t>
          </a:r>
          <a:r>
            <a:rPr lang="en-US" sz="1800" kern="1200" dirty="0">
              <a:solidFill>
                <a:schemeClr val="tx1"/>
              </a:solidFill>
            </a:rPr>
            <a:t>authorized</a:t>
          </a:r>
          <a:r>
            <a:rPr lang="en-US" sz="1800" kern="1200" dirty="0"/>
            <a:t> users</a:t>
          </a:r>
        </a:p>
      </dsp:txBody>
      <dsp:txXfrm>
        <a:off x="2304541" y="4500107"/>
        <a:ext cx="4503611" cy="6150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6D0F1-1D13-44A7-9E75-D78BDBC7E966}">
      <dsp:nvSpPr>
        <dsp:cNvPr id="0" name=""/>
        <dsp:cNvSpPr/>
      </dsp:nvSpPr>
      <dsp:spPr>
        <a:xfrm>
          <a:off x="38" y="126166"/>
          <a:ext cx="3685337" cy="83520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rtl="0">
            <a:lnSpc>
              <a:spcPct val="90000"/>
            </a:lnSpc>
            <a:spcBef>
              <a:spcPct val="0"/>
            </a:spcBef>
            <a:spcAft>
              <a:spcPct val="35000"/>
            </a:spcAft>
            <a:buNone/>
          </a:pPr>
          <a:r>
            <a:rPr lang="en-US" sz="2900" b="1" kern="1200">
              <a:effectLst/>
            </a:rPr>
            <a:t>Authenticity</a:t>
          </a:r>
        </a:p>
      </dsp:txBody>
      <dsp:txXfrm>
        <a:off x="38" y="126166"/>
        <a:ext cx="3685337" cy="835200"/>
      </dsp:txXfrm>
    </dsp:sp>
    <dsp:sp modelId="{A8420F39-9AD2-460A-9CDA-A84E579ED8DD}">
      <dsp:nvSpPr>
        <dsp:cNvPr id="0" name=""/>
        <dsp:cNvSpPr/>
      </dsp:nvSpPr>
      <dsp:spPr>
        <a:xfrm>
          <a:off x="38" y="961366"/>
          <a:ext cx="3685337" cy="326380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rtl="0">
            <a:lnSpc>
              <a:spcPct val="90000"/>
            </a:lnSpc>
            <a:spcBef>
              <a:spcPct val="0"/>
            </a:spcBef>
            <a:spcAft>
              <a:spcPct val="15000"/>
            </a:spcAft>
            <a:buChar char="•"/>
          </a:pPr>
          <a:r>
            <a:rPr lang="en-US" sz="2900" kern="1200">
              <a:effectLst>
                <a:outerShdw blurRad="38100" dist="38100" dir="2700000" algn="tl">
                  <a:srgbClr val="000000">
                    <a:alpha val="43137"/>
                  </a:srgbClr>
                </a:outerShdw>
              </a:effectLst>
            </a:rPr>
            <a:t>Verifying that users are who they say they are and that each input arriving at the system came from a trusted source </a:t>
          </a:r>
        </a:p>
      </dsp:txBody>
      <dsp:txXfrm>
        <a:off x="38" y="961366"/>
        <a:ext cx="3685337" cy="3263805"/>
      </dsp:txXfrm>
    </dsp:sp>
    <dsp:sp modelId="{F030C046-247F-422C-B983-9F8981E81EF4}">
      <dsp:nvSpPr>
        <dsp:cNvPr id="0" name=""/>
        <dsp:cNvSpPr/>
      </dsp:nvSpPr>
      <dsp:spPr>
        <a:xfrm>
          <a:off x="4201323" y="126166"/>
          <a:ext cx="3685337" cy="83520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rtl="0">
            <a:lnSpc>
              <a:spcPct val="90000"/>
            </a:lnSpc>
            <a:spcBef>
              <a:spcPct val="0"/>
            </a:spcBef>
            <a:spcAft>
              <a:spcPct val="35000"/>
            </a:spcAft>
            <a:buNone/>
          </a:pPr>
          <a:r>
            <a:rPr lang="en-US" sz="2900" b="1" kern="1200">
              <a:effectLst/>
            </a:rPr>
            <a:t>Accountability</a:t>
          </a:r>
        </a:p>
      </dsp:txBody>
      <dsp:txXfrm>
        <a:off x="4201323" y="126166"/>
        <a:ext cx="3685337" cy="835200"/>
      </dsp:txXfrm>
    </dsp:sp>
    <dsp:sp modelId="{27DDA0DB-8A01-493B-A5B7-14FF10EEA054}">
      <dsp:nvSpPr>
        <dsp:cNvPr id="0" name=""/>
        <dsp:cNvSpPr/>
      </dsp:nvSpPr>
      <dsp:spPr>
        <a:xfrm>
          <a:off x="4201323" y="961366"/>
          <a:ext cx="3685337" cy="326380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rtl="0">
            <a:lnSpc>
              <a:spcPct val="90000"/>
            </a:lnSpc>
            <a:spcBef>
              <a:spcPct val="0"/>
            </a:spcBef>
            <a:spcAft>
              <a:spcPct val="15000"/>
            </a:spcAft>
            <a:buChar char="•"/>
          </a:pPr>
          <a:r>
            <a:rPr lang="en-US" sz="2900" kern="1200">
              <a:effectLst>
                <a:outerShdw blurRad="38100" dist="38100" dir="2700000" algn="tl">
                  <a:srgbClr val="000000">
                    <a:alpha val="43137"/>
                  </a:srgbClr>
                </a:outerShdw>
              </a:effectLst>
            </a:rPr>
            <a:t>The security goal that generates the requirement for actions of an entity to be traced uniquely to that entity</a:t>
          </a:r>
        </a:p>
      </dsp:txBody>
      <dsp:txXfrm>
        <a:off x="4201323" y="961366"/>
        <a:ext cx="3685337" cy="32638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4AF64B-A620-0C45-B247-92C87E1A3C8C}">
      <dsp:nvSpPr>
        <dsp:cNvPr id="0" name=""/>
        <dsp:cNvSpPr/>
      </dsp:nvSpPr>
      <dsp:spPr>
        <a:xfrm>
          <a:off x="0" y="0"/>
          <a:ext cx="2111615" cy="5000625"/>
        </a:xfrm>
        <a:prstGeom prst="roundRect">
          <a:avLst>
            <a:gd name="adj" fmla="val 10000"/>
          </a:avLst>
        </a:prstGeom>
        <a:solidFill>
          <a:srgbClr val="FF7F25"/>
        </a:solidFill>
        <a:ln>
          <a:noFill/>
        </a:ln>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b="1" i="0" kern="1200" dirty="0"/>
            <a:t>Confidentiality</a:t>
          </a:r>
          <a:r>
            <a:rPr lang="en-US" sz="2000" kern="1200" dirty="0"/>
            <a:t> </a:t>
          </a:r>
        </a:p>
      </dsp:txBody>
      <dsp:txXfrm>
        <a:off x="0" y="0"/>
        <a:ext cx="2111615" cy="1500187"/>
      </dsp:txXfrm>
    </dsp:sp>
    <dsp:sp modelId="{A0B257B1-4772-E04B-B67D-0B8E72B82E14}">
      <dsp:nvSpPr>
        <dsp:cNvPr id="0" name=""/>
        <dsp:cNvSpPr/>
      </dsp:nvSpPr>
      <dsp:spPr>
        <a:xfrm>
          <a:off x="211973" y="1501652"/>
          <a:ext cx="1689292" cy="1507756"/>
        </a:xfrm>
        <a:prstGeom prst="roundRect">
          <a:avLst>
            <a:gd name="adj" fmla="val 10000"/>
          </a:avLst>
        </a:prstGeom>
        <a:solidFill>
          <a:schemeClr val="bg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b="0" kern="1200" cap="none" spc="0" dirty="0">
              <a:ln w="0"/>
              <a:solidFill>
                <a:schemeClr val="tx1"/>
              </a:solidFill>
              <a:effectLst/>
            </a:rPr>
            <a:t>Student grade information is an asset whose confidentiality is considered to be highly important by students</a:t>
          </a:r>
        </a:p>
      </dsp:txBody>
      <dsp:txXfrm>
        <a:off x="256134" y="1545813"/>
        <a:ext cx="1600970" cy="1419434"/>
      </dsp:txXfrm>
    </dsp:sp>
    <dsp:sp modelId="{8AAEFCBD-DCF7-3A40-81C8-F39E2CD36756}">
      <dsp:nvSpPr>
        <dsp:cNvPr id="0" name=""/>
        <dsp:cNvSpPr/>
      </dsp:nvSpPr>
      <dsp:spPr>
        <a:xfrm>
          <a:off x="211973" y="3241371"/>
          <a:ext cx="1689292" cy="1507756"/>
        </a:xfrm>
        <a:prstGeom prst="roundRect">
          <a:avLst>
            <a:gd name="adj" fmla="val 10000"/>
          </a:avLst>
        </a:prstGeom>
        <a:solidFill>
          <a:schemeClr val="bg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b="0" kern="1200" cap="none" spc="0" dirty="0">
              <a:ln w="0"/>
              <a:solidFill>
                <a:schemeClr val="tx1"/>
              </a:solidFill>
              <a:effectLst/>
            </a:rPr>
            <a:t>Regulated by the Family Educational Rights and Privacy Act (FERPA)</a:t>
          </a:r>
        </a:p>
      </dsp:txBody>
      <dsp:txXfrm>
        <a:off x="256134" y="3285532"/>
        <a:ext cx="1600970" cy="1419434"/>
      </dsp:txXfrm>
    </dsp:sp>
    <dsp:sp modelId="{5B96D207-34DF-0F4C-8BB6-6CEB0EF67ADA}">
      <dsp:nvSpPr>
        <dsp:cNvPr id="0" name=""/>
        <dsp:cNvSpPr/>
      </dsp:nvSpPr>
      <dsp:spPr>
        <a:xfrm>
          <a:off x="2270798" y="0"/>
          <a:ext cx="2111615" cy="5000625"/>
        </a:xfrm>
        <a:prstGeom prst="roundRect">
          <a:avLst>
            <a:gd name="adj" fmla="val 10000"/>
          </a:avLst>
        </a:prstGeom>
        <a:solidFill>
          <a:srgbClr val="FF7F25"/>
        </a:solidFill>
        <a:ln>
          <a:noFill/>
        </a:ln>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b="1" kern="1200" dirty="0"/>
            <a:t>Integrity</a:t>
          </a:r>
        </a:p>
      </dsp:txBody>
      <dsp:txXfrm>
        <a:off x="2270798" y="0"/>
        <a:ext cx="2111615" cy="1500187"/>
      </dsp:txXfrm>
    </dsp:sp>
    <dsp:sp modelId="{9A869599-A3BA-2140-965B-480788ED7672}">
      <dsp:nvSpPr>
        <dsp:cNvPr id="0" name=""/>
        <dsp:cNvSpPr/>
      </dsp:nvSpPr>
      <dsp:spPr>
        <a:xfrm>
          <a:off x="2494950" y="1440430"/>
          <a:ext cx="1663310" cy="1483260"/>
        </a:xfrm>
        <a:prstGeom prst="roundRect">
          <a:avLst>
            <a:gd name="adj" fmla="val 10000"/>
          </a:avLst>
        </a:prstGeom>
        <a:solidFill>
          <a:schemeClr val="bg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US" sz="1100" b="0" kern="1200" cap="none" spc="0" dirty="0">
              <a:ln w="0"/>
              <a:solidFill>
                <a:schemeClr val="tx1"/>
              </a:solidFill>
              <a:effectLst/>
            </a:rPr>
            <a:t>Patient information stored in a database – inaccurate information could result in serious harm or death to a patient and expose the hospital to massive liability</a:t>
          </a:r>
        </a:p>
      </dsp:txBody>
      <dsp:txXfrm>
        <a:off x="2538393" y="1483873"/>
        <a:ext cx="1576424" cy="1396374"/>
      </dsp:txXfrm>
    </dsp:sp>
    <dsp:sp modelId="{B2B9CB2D-DEBC-5E45-BCC2-2317E85CF5BE}">
      <dsp:nvSpPr>
        <dsp:cNvPr id="0" name=""/>
        <dsp:cNvSpPr/>
      </dsp:nvSpPr>
      <dsp:spPr>
        <a:xfrm>
          <a:off x="2481959" y="3073211"/>
          <a:ext cx="1689292" cy="972740"/>
        </a:xfrm>
        <a:prstGeom prst="roundRect">
          <a:avLst>
            <a:gd name="adj" fmla="val 10000"/>
          </a:avLst>
        </a:prstGeom>
        <a:solidFill>
          <a:schemeClr val="bg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US" sz="1100" b="0" kern="1200" cap="none" spc="0" dirty="0">
              <a:ln w="0"/>
              <a:solidFill>
                <a:schemeClr val="tx1"/>
              </a:solidFill>
              <a:effectLst/>
            </a:rPr>
            <a:t>A Web site that offers a forum to registered users to discuss some specific topic would be assigned a moderate level of integrity</a:t>
          </a:r>
        </a:p>
      </dsp:txBody>
      <dsp:txXfrm>
        <a:off x="2510450" y="3101702"/>
        <a:ext cx="1632310" cy="915758"/>
      </dsp:txXfrm>
    </dsp:sp>
    <dsp:sp modelId="{20DD891D-54C2-1049-9497-5E2B68136E99}">
      <dsp:nvSpPr>
        <dsp:cNvPr id="0" name=""/>
        <dsp:cNvSpPr/>
      </dsp:nvSpPr>
      <dsp:spPr>
        <a:xfrm>
          <a:off x="2455302" y="4135196"/>
          <a:ext cx="1742606" cy="614877"/>
        </a:xfrm>
        <a:prstGeom prst="roundRect">
          <a:avLst>
            <a:gd name="adj" fmla="val 10000"/>
          </a:avLst>
        </a:prstGeom>
        <a:solidFill>
          <a:schemeClr val="bg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US" sz="1100" b="0" kern="1200" cap="none" spc="0" dirty="0">
              <a:ln w="0"/>
              <a:solidFill>
                <a:schemeClr val="tx1"/>
              </a:solidFill>
              <a:effectLst/>
            </a:rPr>
            <a:t>An example of a low-integrity requirement is an anonymous online poll</a:t>
          </a:r>
        </a:p>
      </dsp:txBody>
      <dsp:txXfrm>
        <a:off x="2473311" y="4153205"/>
        <a:ext cx="1706588" cy="578859"/>
      </dsp:txXfrm>
    </dsp:sp>
    <dsp:sp modelId="{F31C69FC-F97D-C847-A4D6-679EEDFECE0D}">
      <dsp:nvSpPr>
        <dsp:cNvPr id="0" name=""/>
        <dsp:cNvSpPr/>
      </dsp:nvSpPr>
      <dsp:spPr>
        <a:xfrm>
          <a:off x="4540784" y="0"/>
          <a:ext cx="2111615" cy="5000625"/>
        </a:xfrm>
        <a:prstGeom prst="roundRect">
          <a:avLst>
            <a:gd name="adj" fmla="val 10000"/>
          </a:avLst>
        </a:prstGeom>
        <a:solidFill>
          <a:srgbClr val="FF7F25"/>
        </a:solidFill>
        <a:ln>
          <a:noFill/>
        </a:ln>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b="1" i="0" kern="1200" dirty="0"/>
            <a:t>Availability</a:t>
          </a:r>
        </a:p>
      </dsp:txBody>
      <dsp:txXfrm>
        <a:off x="4540784" y="0"/>
        <a:ext cx="2111615" cy="1500187"/>
      </dsp:txXfrm>
    </dsp:sp>
    <dsp:sp modelId="{362B08EA-3F81-CB4A-B772-E14DBE4CD014}">
      <dsp:nvSpPr>
        <dsp:cNvPr id="0" name=""/>
        <dsp:cNvSpPr/>
      </dsp:nvSpPr>
      <dsp:spPr>
        <a:xfrm>
          <a:off x="4751946" y="1500614"/>
          <a:ext cx="1689292" cy="982422"/>
        </a:xfrm>
        <a:prstGeom prst="roundRect">
          <a:avLst>
            <a:gd name="adj" fmla="val 10000"/>
          </a:avLst>
        </a:prstGeom>
        <a:solidFill>
          <a:schemeClr val="bg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US" sz="1100" b="0" kern="1200" cap="none" spc="0" dirty="0">
              <a:ln w="0"/>
              <a:solidFill>
                <a:schemeClr val="tx1"/>
              </a:solidFill>
              <a:effectLst/>
            </a:rPr>
            <a:t>The more critical a component or service (such as a web server for a service provider), the higher the level of availability required</a:t>
          </a:r>
        </a:p>
      </dsp:txBody>
      <dsp:txXfrm>
        <a:off x="4780720" y="1529388"/>
        <a:ext cx="1631744" cy="924874"/>
      </dsp:txXfrm>
    </dsp:sp>
    <dsp:sp modelId="{63DBCA6F-433F-F94D-A40C-40EAF6EC76AE}">
      <dsp:nvSpPr>
        <dsp:cNvPr id="0" name=""/>
        <dsp:cNvSpPr/>
      </dsp:nvSpPr>
      <dsp:spPr>
        <a:xfrm>
          <a:off x="4751946" y="2634179"/>
          <a:ext cx="1689292" cy="982422"/>
        </a:xfrm>
        <a:prstGeom prst="roundRect">
          <a:avLst>
            <a:gd name="adj" fmla="val 10000"/>
          </a:avLst>
        </a:prstGeom>
        <a:solidFill>
          <a:schemeClr val="bg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rtl="0">
            <a:lnSpc>
              <a:spcPct val="90000"/>
            </a:lnSpc>
            <a:spcBef>
              <a:spcPct val="0"/>
            </a:spcBef>
            <a:spcAft>
              <a:spcPct val="35000"/>
            </a:spcAft>
            <a:buNone/>
          </a:pPr>
          <a:r>
            <a:rPr lang="en-US" sz="1300" b="0" kern="1200" cap="none" spc="0" dirty="0">
              <a:ln w="0"/>
              <a:solidFill>
                <a:schemeClr val="tx1"/>
              </a:solidFill>
              <a:effectLst/>
            </a:rPr>
            <a:t>A moderate availability requirement is a public Web site for a university</a:t>
          </a:r>
        </a:p>
      </dsp:txBody>
      <dsp:txXfrm>
        <a:off x="4780720" y="2662953"/>
        <a:ext cx="1631744" cy="924874"/>
      </dsp:txXfrm>
    </dsp:sp>
    <dsp:sp modelId="{869AD6AC-C370-714E-AA4A-B92F8AEBFD68}">
      <dsp:nvSpPr>
        <dsp:cNvPr id="0" name=""/>
        <dsp:cNvSpPr/>
      </dsp:nvSpPr>
      <dsp:spPr>
        <a:xfrm>
          <a:off x="4751946" y="3767743"/>
          <a:ext cx="1689292" cy="982422"/>
        </a:xfrm>
        <a:prstGeom prst="roundRect">
          <a:avLst>
            <a:gd name="adj" fmla="val 10000"/>
          </a:avLst>
        </a:prstGeom>
        <a:solidFill>
          <a:schemeClr val="bg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940" tIns="20955" rIns="27940" bIns="20955" numCol="1" spcCol="1270" anchor="ctr" anchorCtr="0">
          <a:noAutofit/>
        </a:bodyPr>
        <a:lstStyle/>
        <a:p>
          <a:pPr marL="0" lvl="0" indent="0" algn="ctr" defTabSz="488950" rtl="0">
            <a:lnSpc>
              <a:spcPct val="90000"/>
            </a:lnSpc>
            <a:spcBef>
              <a:spcPct val="0"/>
            </a:spcBef>
            <a:spcAft>
              <a:spcPct val="35000"/>
            </a:spcAft>
            <a:buNone/>
          </a:pPr>
          <a:r>
            <a:rPr lang="en-US" sz="1100" b="0" kern="1200" cap="none" spc="0" dirty="0">
              <a:ln w="0"/>
              <a:solidFill>
                <a:schemeClr val="tx1"/>
              </a:solidFill>
              <a:effectLst/>
            </a:rPr>
            <a:t>An online telephone directory lookup application would be classified as a low-availability requirement</a:t>
          </a:r>
        </a:p>
      </dsp:txBody>
      <dsp:txXfrm>
        <a:off x="4780720" y="3796517"/>
        <a:ext cx="1631744" cy="9248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927F67-D135-49C3-86B2-7084CA9F3440}">
      <dsp:nvSpPr>
        <dsp:cNvPr id="0" name=""/>
        <dsp:cNvSpPr/>
      </dsp:nvSpPr>
      <dsp:spPr>
        <a:xfrm>
          <a:off x="962" y="731626"/>
          <a:ext cx="3379189" cy="214578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267806-3FEA-47BB-8B3E-72020F1750ED}">
      <dsp:nvSpPr>
        <dsp:cNvPr id="0" name=""/>
        <dsp:cNvSpPr/>
      </dsp:nvSpPr>
      <dsp:spPr>
        <a:xfrm>
          <a:off x="376428" y="1088318"/>
          <a:ext cx="3379189" cy="214578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While </a:t>
          </a:r>
          <a:r>
            <a:rPr lang="en-GB" sz="1900" b="1" kern="1200"/>
            <a:t>computer security</a:t>
          </a:r>
          <a:r>
            <a:rPr lang="en-GB" sz="1900" kern="1200"/>
            <a:t> is concerned with safeguarding assets, which include information, software, hardware, and the services provided by computing and communication systems. </a:t>
          </a:r>
          <a:endParaRPr lang="en-US" sz="1900" kern="1200"/>
        </a:p>
      </dsp:txBody>
      <dsp:txXfrm>
        <a:off x="439276" y="1151166"/>
        <a:ext cx="3253493" cy="2020089"/>
      </dsp:txXfrm>
    </dsp:sp>
    <dsp:sp modelId="{DE2D3CF9-AE95-4C04-9A10-856DF6E92B52}">
      <dsp:nvSpPr>
        <dsp:cNvPr id="0" name=""/>
        <dsp:cNvSpPr/>
      </dsp:nvSpPr>
      <dsp:spPr>
        <a:xfrm>
          <a:off x="4131082" y="731626"/>
          <a:ext cx="3379189" cy="214578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6E9928-4134-47F5-8801-49D86A699924}">
      <dsp:nvSpPr>
        <dsp:cNvPr id="0" name=""/>
        <dsp:cNvSpPr/>
      </dsp:nvSpPr>
      <dsp:spPr>
        <a:xfrm>
          <a:off x="4506548" y="1088318"/>
          <a:ext cx="3379189" cy="214578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A </a:t>
          </a:r>
          <a:r>
            <a:rPr lang="en-GB" sz="1900" b="1" kern="1200"/>
            <a:t>threat</a:t>
          </a:r>
          <a:r>
            <a:rPr lang="en-GB" sz="1900" kern="1200"/>
            <a:t> refers to any situation or entity that could potentially harm these assets or lead to security breaches, such as unauthorized access, data theft, or system damage.</a:t>
          </a:r>
          <a:endParaRPr lang="en-US" sz="1900" kern="1200"/>
        </a:p>
      </dsp:txBody>
      <dsp:txXfrm>
        <a:off x="4569396" y="1151166"/>
        <a:ext cx="3253493" cy="20200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0FF987-9CE5-4DBF-B9DB-BB387733AB08}">
      <dsp:nvSpPr>
        <dsp:cNvPr id="0" name=""/>
        <dsp:cNvSpPr/>
      </dsp:nvSpPr>
      <dsp:spPr>
        <a:xfrm>
          <a:off x="962" y="731626"/>
          <a:ext cx="3379189" cy="214578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E992DD-7312-4D9F-BE8A-9302B3EA4F64}">
      <dsp:nvSpPr>
        <dsp:cNvPr id="0" name=""/>
        <dsp:cNvSpPr/>
      </dsp:nvSpPr>
      <dsp:spPr>
        <a:xfrm>
          <a:off x="376428" y="1088318"/>
          <a:ext cx="3379189" cy="214578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Risk refers to the potential loss that may occur due to future harmful events, considering a specific set of assets and a defined time period. </a:t>
          </a:r>
          <a:endParaRPr lang="en-US" sz="1300" kern="1200"/>
        </a:p>
      </dsp:txBody>
      <dsp:txXfrm>
        <a:off x="439276" y="1151166"/>
        <a:ext cx="3253493" cy="2020089"/>
      </dsp:txXfrm>
    </dsp:sp>
    <dsp:sp modelId="{8F02BA25-9A7C-4ECA-ABB7-AFB0F1BEA275}">
      <dsp:nvSpPr>
        <dsp:cNvPr id="0" name=""/>
        <dsp:cNvSpPr/>
      </dsp:nvSpPr>
      <dsp:spPr>
        <a:xfrm>
          <a:off x="4131082" y="731626"/>
          <a:ext cx="3379189" cy="214578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2D113D-E998-485D-9677-15992E334326}">
      <dsp:nvSpPr>
        <dsp:cNvPr id="0" name=""/>
        <dsp:cNvSpPr/>
      </dsp:nvSpPr>
      <dsp:spPr>
        <a:xfrm>
          <a:off x="4506548" y="1088318"/>
          <a:ext cx="3379189" cy="214578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It depends on several factors, including the </a:t>
          </a:r>
          <a:r>
            <a:rPr lang="en-GB" sz="1300" b="1" kern="1200"/>
            <a:t>threat agents</a:t>
          </a:r>
          <a:r>
            <a:rPr lang="en-GB" sz="1300" kern="1200"/>
            <a:t> (individuals or entities capable of causing harm), the </a:t>
          </a:r>
          <a:r>
            <a:rPr lang="en-GB" sz="1300" b="1" kern="1200"/>
            <a:t>likelihood of an attack</a:t>
          </a:r>
          <a:r>
            <a:rPr lang="en-GB" sz="1300" kern="1200"/>
            <a:t> (and its success, which is contingent upon existing vulnerabilities), and the </a:t>
          </a:r>
          <a:r>
            <a:rPr lang="en-GB" sz="1300" b="1" kern="1200"/>
            <a:t>potential losses</a:t>
          </a:r>
          <a:r>
            <a:rPr lang="en-GB" sz="1300" kern="1200"/>
            <a:t> that would result if the threat were successful. The concept of risk helps in assessing how to prioritize security measures based on the probability and impact of different threats.</a:t>
          </a:r>
          <a:endParaRPr lang="en-US" sz="1300" kern="1200"/>
        </a:p>
      </dsp:txBody>
      <dsp:txXfrm>
        <a:off x="4569396" y="1151166"/>
        <a:ext cx="3253493" cy="20200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5F1766-9CA9-451D-8AD0-6B5D6282B1A7}">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6113D9-6520-42CF-B5F0-F90A7CFD811C}">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1" kern="1200"/>
            <a:t>Quantitative risk assessment</a:t>
          </a:r>
          <a:r>
            <a:rPr lang="en-GB" sz="1400" kern="1200"/>
            <a:t> involves calculating numerical estimates of risk by assigning specific values to factors like the probability of an attack and the potential damage. However, in practice, it is often difficult to achieve precise estimates due to uncertainties and lack of complete data.</a:t>
          </a:r>
          <a:endParaRPr lang="en-US" sz="1400" kern="1200"/>
        </a:p>
      </dsp:txBody>
      <dsp:txXfrm>
        <a:off x="433546" y="784100"/>
        <a:ext cx="3211056" cy="1993740"/>
      </dsp:txXfrm>
    </dsp:sp>
    <dsp:sp modelId="{2650FF36-5B89-4EC2-998D-10FC79CD60D1}">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44F004-96B6-4404-B18E-6FE8A23368C9}">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On the other hand, </a:t>
          </a:r>
          <a:r>
            <a:rPr lang="en-GB" sz="1400" b="1" kern="1200"/>
            <a:t>qualitative risk assessment</a:t>
          </a:r>
          <a:r>
            <a:rPr lang="en-GB" sz="1400" kern="1200"/>
            <a:t> provides a more practical approach. It focuses on comparing and ranking risks relative to each other based on their severity and likelihood, without requiring exact numerical values. This method helps organizations prioritize threats and allocate resources more effectively.</a:t>
          </a:r>
          <a:endParaRPr lang="en-US" sz="1400" kern="1200"/>
        </a:p>
      </dsp:txBody>
      <dsp:txXfrm>
        <a:off x="4509795" y="784100"/>
        <a:ext cx="3211056" cy="19937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6C48F6-6E46-4812-97BA-C33FA6E4CAC8}">
      <dsp:nvSpPr>
        <dsp:cNvPr id="0" name=""/>
        <dsp:cNvSpPr/>
      </dsp:nvSpPr>
      <dsp:spPr>
        <a:xfrm>
          <a:off x="0" y="271420"/>
          <a:ext cx="7783830" cy="12097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kern="1200"/>
            <a:t>A </a:t>
          </a:r>
          <a:r>
            <a:rPr lang="en-GB" sz="2200" b="1" kern="1200"/>
            <a:t>security policy</a:t>
          </a:r>
          <a:r>
            <a:rPr lang="en-GB" sz="2200" kern="1200"/>
            <a:t> defines the intended design and behavior of a system's rules and practices, outlining what is and is not permitted within the system. The policy typically includes:</a:t>
          </a:r>
          <a:endParaRPr lang="en-US" sz="2200" kern="1200"/>
        </a:p>
      </dsp:txBody>
      <dsp:txXfrm>
        <a:off x="59057" y="330477"/>
        <a:ext cx="7665716" cy="1091666"/>
      </dsp:txXfrm>
    </dsp:sp>
    <dsp:sp modelId="{2212F2EC-CA6E-400D-83D3-0B22852AD48E}">
      <dsp:nvSpPr>
        <dsp:cNvPr id="0" name=""/>
        <dsp:cNvSpPr/>
      </dsp:nvSpPr>
      <dsp:spPr>
        <a:xfrm>
          <a:off x="0" y="1481201"/>
          <a:ext cx="7783830" cy="1457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13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GB" sz="1700" kern="1200"/>
            <a:t>The </a:t>
          </a:r>
          <a:r>
            <a:rPr lang="en-GB" sz="1700" b="1" kern="1200"/>
            <a:t>assets</a:t>
          </a:r>
          <a:r>
            <a:rPr lang="en-GB" sz="1700" kern="1200"/>
            <a:t> that need protection.</a:t>
          </a:r>
          <a:endParaRPr lang="en-US" sz="1700" kern="1200"/>
        </a:p>
        <a:p>
          <a:pPr marL="171450" lvl="1" indent="-171450" algn="l" defTabSz="755650">
            <a:lnSpc>
              <a:spcPct val="90000"/>
            </a:lnSpc>
            <a:spcBef>
              <a:spcPct val="0"/>
            </a:spcBef>
            <a:spcAft>
              <a:spcPct val="20000"/>
            </a:spcAft>
            <a:buChar char="•"/>
          </a:pPr>
          <a:r>
            <a:rPr lang="en-GB" sz="1700" kern="1200"/>
            <a:t>The </a:t>
          </a:r>
          <a:r>
            <a:rPr lang="en-GB" sz="1700" b="1" kern="1200"/>
            <a:t>specific users</a:t>
          </a:r>
          <a:r>
            <a:rPr lang="en-GB" sz="1700" kern="1200"/>
            <a:t> who are authorized to access these assets.</a:t>
          </a:r>
          <a:endParaRPr lang="en-US" sz="1700" kern="1200"/>
        </a:p>
        <a:p>
          <a:pPr marL="171450" lvl="1" indent="-171450" algn="l" defTabSz="755650">
            <a:lnSpc>
              <a:spcPct val="90000"/>
            </a:lnSpc>
            <a:spcBef>
              <a:spcPct val="0"/>
            </a:spcBef>
            <a:spcAft>
              <a:spcPct val="20000"/>
            </a:spcAft>
            <a:buChar char="•"/>
          </a:pPr>
          <a:r>
            <a:rPr lang="en-GB" sz="1700" kern="1200"/>
            <a:t>The methods or </a:t>
          </a:r>
          <a:r>
            <a:rPr lang="en-GB" sz="1700" b="1" kern="1200"/>
            <a:t>means of access</a:t>
          </a:r>
          <a:r>
            <a:rPr lang="en-GB" sz="1700" kern="1200"/>
            <a:t> that are allowed.</a:t>
          </a:r>
          <a:endParaRPr lang="en-US" sz="1700" kern="1200"/>
        </a:p>
        <a:p>
          <a:pPr marL="171450" lvl="1" indent="-171450" algn="l" defTabSz="755650">
            <a:lnSpc>
              <a:spcPct val="90000"/>
            </a:lnSpc>
            <a:spcBef>
              <a:spcPct val="0"/>
            </a:spcBef>
            <a:spcAft>
              <a:spcPct val="20000"/>
            </a:spcAft>
            <a:buChar char="•"/>
          </a:pPr>
          <a:r>
            <a:rPr lang="en-GB" sz="1700" kern="1200"/>
            <a:t>The </a:t>
          </a:r>
          <a:r>
            <a:rPr lang="en-GB" sz="1700" b="1" kern="1200"/>
            <a:t>security services</a:t>
          </a:r>
          <a:r>
            <a:rPr lang="en-GB" sz="1700" kern="1200"/>
            <a:t> that should be in place to safeguard the system.</a:t>
          </a:r>
          <a:endParaRPr lang="en-US" sz="1700" kern="1200"/>
        </a:p>
        <a:p>
          <a:pPr marL="171450" lvl="1" indent="-171450" algn="l" defTabSz="755650">
            <a:lnSpc>
              <a:spcPct val="90000"/>
            </a:lnSpc>
            <a:spcBef>
              <a:spcPct val="0"/>
            </a:spcBef>
            <a:spcAft>
              <a:spcPct val="20000"/>
            </a:spcAft>
            <a:buChar char="•"/>
          </a:pPr>
          <a:r>
            <a:rPr lang="en-GB" sz="1700" kern="1200"/>
            <a:t>The </a:t>
          </a:r>
          <a:r>
            <a:rPr lang="en-GB" sz="1700" b="1" kern="1200"/>
            <a:t>controls</a:t>
          </a:r>
          <a:r>
            <a:rPr lang="en-GB" sz="1700" kern="1200"/>
            <a:t> that must be implemented to ensure these rules are enforced.</a:t>
          </a:r>
          <a:endParaRPr lang="en-US" sz="1700" kern="1200"/>
        </a:p>
      </dsp:txBody>
      <dsp:txXfrm>
        <a:off x="0" y="1481201"/>
        <a:ext cx="7783830" cy="14572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A67D3A-2718-4725-A76C-AF6ED33C336F}">
      <dsp:nvSpPr>
        <dsp:cNvPr id="0" name=""/>
        <dsp:cNvSpPr/>
      </dsp:nvSpPr>
      <dsp:spPr>
        <a:xfrm>
          <a:off x="38" y="123018"/>
          <a:ext cx="3685337" cy="4320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1" kern="1200"/>
            <a:t>Security attack</a:t>
          </a:r>
          <a:endParaRPr lang="en-US" sz="1500" kern="1200"/>
        </a:p>
      </dsp:txBody>
      <dsp:txXfrm>
        <a:off x="38" y="123018"/>
        <a:ext cx="3685337" cy="432000"/>
      </dsp:txXfrm>
    </dsp:sp>
    <dsp:sp modelId="{BAE80540-56A1-446B-A096-05C5A7290E2D}">
      <dsp:nvSpPr>
        <dsp:cNvPr id="0" name=""/>
        <dsp:cNvSpPr/>
      </dsp:nvSpPr>
      <dsp:spPr>
        <a:xfrm>
          <a:off x="38" y="555018"/>
          <a:ext cx="3685337" cy="327083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a:t>Any action that compromises the security of information owned by an organization</a:t>
          </a:r>
        </a:p>
      </dsp:txBody>
      <dsp:txXfrm>
        <a:off x="38" y="555018"/>
        <a:ext cx="3685337" cy="3270839"/>
      </dsp:txXfrm>
    </dsp:sp>
    <dsp:sp modelId="{09DF399B-830A-4F70-B8E6-71C1C2FADEC0}">
      <dsp:nvSpPr>
        <dsp:cNvPr id="0" name=""/>
        <dsp:cNvSpPr/>
      </dsp:nvSpPr>
      <dsp:spPr>
        <a:xfrm>
          <a:off x="4201323" y="123018"/>
          <a:ext cx="3685337" cy="432000"/>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1" kern="1200"/>
            <a:t>Security Solutions</a:t>
          </a:r>
          <a:endParaRPr lang="en-US" sz="1500" kern="1200"/>
        </a:p>
      </dsp:txBody>
      <dsp:txXfrm>
        <a:off x="4201323" y="123018"/>
        <a:ext cx="3685337" cy="432000"/>
      </dsp:txXfrm>
    </dsp:sp>
    <dsp:sp modelId="{5E46DEBF-595D-4280-9437-143CD2B6194A}">
      <dsp:nvSpPr>
        <dsp:cNvPr id="0" name=""/>
        <dsp:cNvSpPr/>
      </dsp:nvSpPr>
      <dsp:spPr>
        <a:xfrm>
          <a:off x="4201323" y="555018"/>
          <a:ext cx="3685337" cy="3270839"/>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a:t>Security service</a:t>
          </a:r>
        </a:p>
        <a:p>
          <a:pPr marL="228600" lvl="2" indent="-114300" algn="l" defTabSz="666750">
            <a:lnSpc>
              <a:spcPct val="90000"/>
            </a:lnSpc>
            <a:spcBef>
              <a:spcPct val="0"/>
            </a:spcBef>
            <a:spcAft>
              <a:spcPct val="15000"/>
            </a:spcAft>
            <a:buChar char="•"/>
          </a:pPr>
          <a:r>
            <a:rPr lang="en-US" sz="1500" kern="1200"/>
            <a:t>A processing or communication service that enhances the security of the data processing systems and the information transfers of an organization. Intended to counter security attacks, and they make use of one or more security mechanisms to provide the service</a:t>
          </a:r>
        </a:p>
        <a:p>
          <a:pPr marL="114300" lvl="1" indent="-114300" algn="l" defTabSz="666750">
            <a:lnSpc>
              <a:spcPct val="90000"/>
            </a:lnSpc>
            <a:spcBef>
              <a:spcPct val="0"/>
            </a:spcBef>
            <a:spcAft>
              <a:spcPct val="15000"/>
            </a:spcAft>
            <a:buChar char="•"/>
          </a:pPr>
          <a:r>
            <a:rPr lang="en-US" sz="1500" kern="1200"/>
            <a:t>Security mechanism</a:t>
          </a:r>
        </a:p>
        <a:p>
          <a:pPr marL="228600" lvl="2" indent="-114300" algn="l" defTabSz="666750">
            <a:lnSpc>
              <a:spcPct val="90000"/>
            </a:lnSpc>
            <a:spcBef>
              <a:spcPct val="0"/>
            </a:spcBef>
            <a:spcAft>
              <a:spcPct val="15000"/>
            </a:spcAft>
            <a:buChar char="•"/>
          </a:pPr>
          <a:r>
            <a:rPr lang="en-US" sz="1500" kern="1200"/>
            <a:t>A process (or a device incorporating such a process) that is designed to detect, prevent, or recover from a security attack</a:t>
          </a:r>
        </a:p>
      </dsp:txBody>
      <dsp:txXfrm>
        <a:off x="4201323" y="555018"/>
        <a:ext cx="3685337" cy="327083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54EA02-BEDD-41EC-9F9C-D3DA49960E6E}">
      <dsp:nvSpPr>
        <dsp:cNvPr id="0" name=""/>
        <dsp:cNvSpPr/>
      </dsp:nvSpPr>
      <dsp:spPr>
        <a:xfrm>
          <a:off x="-262141" y="26428"/>
          <a:ext cx="4914546" cy="7791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5A2083D4-B07C-4FC5-8545-F586E11FC491}">
      <dsp:nvSpPr>
        <dsp:cNvPr id="0" name=""/>
        <dsp:cNvSpPr/>
      </dsp:nvSpPr>
      <dsp:spPr>
        <a:xfrm>
          <a:off x="-26458" y="182274"/>
          <a:ext cx="428514" cy="4285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D99C33BD-A305-4CC7-B31D-5027E66B7805}">
      <dsp:nvSpPr>
        <dsp:cNvPr id="0" name=""/>
        <dsp:cNvSpPr/>
      </dsp:nvSpPr>
      <dsp:spPr>
        <a:xfrm>
          <a:off x="637738" y="6973"/>
          <a:ext cx="2211545" cy="779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56" tIns="82456" rIns="82456" bIns="82456" numCol="1" spcCol="1270" anchor="ctr" anchorCtr="0">
          <a:noAutofit/>
        </a:bodyPr>
        <a:lstStyle/>
        <a:p>
          <a:pPr marL="0" lvl="0" indent="0" algn="l" defTabSz="844550">
            <a:lnSpc>
              <a:spcPct val="100000"/>
            </a:lnSpc>
            <a:spcBef>
              <a:spcPct val="0"/>
            </a:spcBef>
            <a:spcAft>
              <a:spcPct val="35000"/>
            </a:spcAft>
            <a:buNone/>
          </a:pPr>
          <a:r>
            <a:rPr lang="en-US" sz="1900" kern="1200">
              <a:effectLst>
                <a:outerShdw blurRad="38100" dist="38100" dir="2700000" algn="tl">
                  <a:srgbClr val="000000">
                    <a:alpha val="43137"/>
                  </a:srgbClr>
                </a:outerShdw>
              </a:effectLst>
            </a:rPr>
            <a:t>Masquerade</a:t>
          </a:r>
        </a:p>
      </dsp:txBody>
      <dsp:txXfrm>
        <a:off x="637738" y="6973"/>
        <a:ext cx="2211545" cy="779116"/>
      </dsp:txXfrm>
    </dsp:sp>
    <dsp:sp modelId="{E475916E-8273-40E0-A9B4-55370E9A50D7}">
      <dsp:nvSpPr>
        <dsp:cNvPr id="0" name=""/>
        <dsp:cNvSpPr/>
      </dsp:nvSpPr>
      <dsp:spPr>
        <a:xfrm>
          <a:off x="2530146" y="2111"/>
          <a:ext cx="2215907" cy="779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56" tIns="82456" rIns="82456" bIns="82456" numCol="1" spcCol="1270" anchor="ctr" anchorCtr="0">
          <a:noAutofit/>
        </a:bodyPr>
        <a:lstStyle/>
        <a:p>
          <a:pPr marL="0" lvl="0" indent="0" algn="l" defTabSz="488950">
            <a:lnSpc>
              <a:spcPct val="100000"/>
            </a:lnSpc>
            <a:spcBef>
              <a:spcPct val="0"/>
            </a:spcBef>
            <a:spcAft>
              <a:spcPct val="35000"/>
            </a:spcAft>
            <a:buNone/>
          </a:pPr>
          <a:r>
            <a:rPr lang="en-US" sz="1100" kern="1200" dirty="0"/>
            <a:t>Takes place when one entity pretends to be a different entity</a:t>
          </a:r>
        </a:p>
        <a:p>
          <a:pPr marL="0" lvl="0" indent="0" algn="l" defTabSz="488950">
            <a:lnSpc>
              <a:spcPct val="100000"/>
            </a:lnSpc>
            <a:spcBef>
              <a:spcPct val="0"/>
            </a:spcBef>
            <a:spcAft>
              <a:spcPct val="35000"/>
            </a:spcAft>
            <a:buNone/>
          </a:pPr>
          <a:r>
            <a:rPr lang="en-US" sz="1100" kern="1200"/>
            <a:t>Usually includes one of the other forms of active attack</a:t>
          </a:r>
        </a:p>
      </dsp:txBody>
      <dsp:txXfrm>
        <a:off x="2530146" y="2111"/>
        <a:ext cx="2215907" cy="779116"/>
      </dsp:txXfrm>
    </dsp:sp>
    <dsp:sp modelId="{B6D52B56-7DB1-4A39-B354-46EA51B65ED4}">
      <dsp:nvSpPr>
        <dsp:cNvPr id="0" name=""/>
        <dsp:cNvSpPr/>
      </dsp:nvSpPr>
      <dsp:spPr>
        <a:xfrm>
          <a:off x="-223267" y="971145"/>
          <a:ext cx="4914546" cy="7791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54C90839-6F3D-4236-8FD6-321618B738E1}">
      <dsp:nvSpPr>
        <dsp:cNvPr id="0" name=""/>
        <dsp:cNvSpPr/>
      </dsp:nvSpPr>
      <dsp:spPr>
        <a:xfrm>
          <a:off x="-26458" y="1156170"/>
          <a:ext cx="428514" cy="4285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1298BBFF-2EB6-4A2F-8306-B78BDF5C709F}">
      <dsp:nvSpPr>
        <dsp:cNvPr id="0" name=""/>
        <dsp:cNvSpPr/>
      </dsp:nvSpPr>
      <dsp:spPr>
        <a:xfrm>
          <a:off x="637738" y="980869"/>
          <a:ext cx="2211545" cy="779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56" tIns="82456" rIns="82456" bIns="82456" numCol="1" spcCol="1270" anchor="ctr" anchorCtr="0">
          <a:noAutofit/>
        </a:bodyPr>
        <a:lstStyle/>
        <a:p>
          <a:pPr marL="0" lvl="0" indent="0" algn="l" defTabSz="844550">
            <a:lnSpc>
              <a:spcPct val="100000"/>
            </a:lnSpc>
            <a:spcBef>
              <a:spcPct val="0"/>
            </a:spcBef>
            <a:spcAft>
              <a:spcPct val="35000"/>
            </a:spcAft>
            <a:buNone/>
          </a:pPr>
          <a:r>
            <a:rPr lang="en-US" sz="1900" kern="1200">
              <a:effectLst>
                <a:outerShdw blurRad="38100" dist="38100" dir="2700000" algn="tl">
                  <a:srgbClr val="000000">
                    <a:alpha val="43137"/>
                  </a:srgbClr>
                </a:outerShdw>
              </a:effectLst>
            </a:rPr>
            <a:t>Replay</a:t>
          </a:r>
        </a:p>
      </dsp:txBody>
      <dsp:txXfrm>
        <a:off x="637738" y="980869"/>
        <a:ext cx="2211545" cy="779116"/>
      </dsp:txXfrm>
    </dsp:sp>
    <dsp:sp modelId="{4A7A0A86-7AE4-4B8A-BC9F-8421A9FC5777}">
      <dsp:nvSpPr>
        <dsp:cNvPr id="0" name=""/>
        <dsp:cNvSpPr/>
      </dsp:nvSpPr>
      <dsp:spPr>
        <a:xfrm>
          <a:off x="1827128" y="976007"/>
          <a:ext cx="2853445" cy="779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56" tIns="82456" rIns="82456" bIns="82456" numCol="1" spcCol="1270" anchor="ctr" anchorCtr="0">
          <a:noAutofit/>
        </a:bodyPr>
        <a:lstStyle/>
        <a:p>
          <a:pPr marL="0" lvl="0" indent="0" algn="l" defTabSz="488950">
            <a:lnSpc>
              <a:spcPct val="100000"/>
            </a:lnSpc>
            <a:spcBef>
              <a:spcPct val="0"/>
            </a:spcBef>
            <a:spcAft>
              <a:spcPct val="35000"/>
            </a:spcAft>
            <a:buNone/>
          </a:pPr>
          <a:r>
            <a:rPr lang="en-US" sz="1100" kern="1200" dirty="0"/>
            <a:t>Involves the passive capture of a data unit and its subsequent retransmission to produce an unauthorized effect</a:t>
          </a:r>
        </a:p>
      </dsp:txBody>
      <dsp:txXfrm>
        <a:off x="1827128" y="976007"/>
        <a:ext cx="2853445" cy="779116"/>
      </dsp:txXfrm>
    </dsp:sp>
    <dsp:sp modelId="{410BAA3F-DA2A-4565-9B84-A9F1A0FDA9BA}">
      <dsp:nvSpPr>
        <dsp:cNvPr id="0" name=""/>
        <dsp:cNvSpPr/>
      </dsp:nvSpPr>
      <dsp:spPr>
        <a:xfrm>
          <a:off x="-262141" y="1954764"/>
          <a:ext cx="4914546" cy="7791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B5CB63A-0BCD-4709-B650-0E4E2F35CBBA}">
      <dsp:nvSpPr>
        <dsp:cNvPr id="0" name=""/>
        <dsp:cNvSpPr/>
      </dsp:nvSpPr>
      <dsp:spPr>
        <a:xfrm>
          <a:off x="-26458" y="2130065"/>
          <a:ext cx="428514" cy="4285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CB9E6AB-FA53-4B08-AF22-51F1004CCE47}">
      <dsp:nvSpPr>
        <dsp:cNvPr id="0" name=""/>
        <dsp:cNvSpPr/>
      </dsp:nvSpPr>
      <dsp:spPr>
        <a:xfrm>
          <a:off x="637738" y="1954764"/>
          <a:ext cx="2211545" cy="779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56" tIns="82456" rIns="82456" bIns="82456" numCol="1" spcCol="1270" anchor="ctr" anchorCtr="0">
          <a:noAutofit/>
        </a:bodyPr>
        <a:lstStyle/>
        <a:p>
          <a:pPr marL="0" lvl="0" indent="0" algn="l" defTabSz="844550">
            <a:lnSpc>
              <a:spcPct val="100000"/>
            </a:lnSpc>
            <a:spcBef>
              <a:spcPct val="0"/>
            </a:spcBef>
            <a:spcAft>
              <a:spcPct val="35000"/>
            </a:spcAft>
            <a:buNone/>
          </a:pPr>
          <a:r>
            <a:rPr lang="en-US" sz="1900" kern="1200">
              <a:effectLst>
                <a:outerShdw blurRad="38100" dist="38100" dir="2700000" algn="tl">
                  <a:srgbClr val="000000">
                    <a:alpha val="43137"/>
                  </a:srgbClr>
                </a:outerShdw>
              </a:effectLst>
            </a:rPr>
            <a:t>Modification of messages </a:t>
          </a:r>
        </a:p>
      </dsp:txBody>
      <dsp:txXfrm>
        <a:off x="637738" y="1954764"/>
        <a:ext cx="2211545" cy="779116"/>
      </dsp:txXfrm>
    </dsp:sp>
    <dsp:sp modelId="{BFD1177F-842D-45F3-AE6A-E611411D075C}">
      <dsp:nvSpPr>
        <dsp:cNvPr id="0" name=""/>
        <dsp:cNvSpPr/>
      </dsp:nvSpPr>
      <dsp:spPr>
        <a:xfrm>
          <a:off x="2505215" y="1949902"/>
          <a:ext cx="2275496" cy="779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56" tIns="82456" rIns="82456" bIns="82456" numCol="1" spcCol="1270" anchor="ctr" anchorCtr="0">
          <a:noAutofit/>
        </a:bodyPr>
        <a:lstStyle/>
        <a:p>
          <a:pPr marL="0" lvl="0" indent="0" algn="l" defTabSz="488950">
            <a:lnSpc>
              <a:spcPct val="100000"/>
            </a:lnSpc>
            <a:spcBef>
              <a:spcPct val="0"/>
            </a:spcBef>
            <a:spcAft>
              <a:spcPct val="35000"/>
            </a:spcAft>
            <a:buNone/>
          </a:pPr>
          <a:r>
            <a:rPr lang="en-US" sz="1100" kern="1200" dirty="0"/>
            <a:t>Some portion of a legitimate message is altered, or messages are delayed or reordered to produce an unauthorized effect</a:t>
          </a:r>
        </a:p>
      </dsp:txBody>
      <dsp:txXfrm>
        <a:off x="2505215" y="1949902"/>
        <a:ext cx="2275496" cy="779116"/>
      </dsp:txXfrm>
    </dsp:sp>
    <dsp:sp modelId="{9D2EBA5D-7084-419E-94BB-17E00C7DEFD4}">
      <dsp:nvSpPr>
        <dsp:cNvPr id="0" name=""/>
        <dsp:cNvSpPr/>
      </dsp:nvSpPr>
      <dsp:spPr>
        <a:xfrm>
          <a:off x="-262141" y="2928660"/>
          <a:ext cx="4914546" cy="7791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D0BBBA71-9253-4D0B-BB3A-0E6F6B9E3379}">
      <dsp:nvSpPr>
        <dsp:cNvPr id="0" name=""/>
        <dsp:cNvSpPr/>
      </dsp:nvSpPr>
      <dsp:spPr>
        <a:xfrm>
          <a:off x="-26458" y="3103961"/>
          <a:ext cx="428514" cy="42851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1917A6D7-5E9E-4ADB-BFBF-6BE62BA8ADB1}">
      <dsp:nvSpPr>
        <dsp:cNvPr id="0" name=""/>
        <dsp:cNvSpPr/>
      </dsp:nvSpPr>
      <dsp:spPr>
        <a:xfrm>
          <a:off x="637738" y="2928660"/>
          <a:ext cx="2211545" cy="779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56" tIns="82456" rIns="82456" bIns="82456" numCol="1" spcCol="1270" anchor="ctr" anchorCtr="0">
          <a:noAutofit/>
        </a:bodyPr>
        <a:lstStyle/>
        <a:p>
          <a:pPr marL="0" lvl="0" indent="0" algn="l" defTabSz="844550">
            <a:lnSpc>
              <a:spcPct val="100000"/>
            </a:lnSpc>
            <a:spcBef>
              <a:spcPct val="0"/>
            </a:spcBef>
            <a:spcAft>
              <a:spcPct val="35000"/>
            </a:spcAft>
            <a:buNone/>
          </a:pPr>
          <a:r>
            <a:rPr lang="en-US" sz="1900" kern="1200">
              <a:effectLst>
                <a:outerShdw blurRad="38100" dist="38100" dir="2700000" algn="tl">
                  <a:srgbClr val="000000">
                    <a:alpha val="43137"/>
                  </a:srgbClr>
                </a:outerShdw>
              </a:effectLst>
            </a:rPr>
            <a:t>Denial of service</a:t>
          </a:r>
        </a:p>
      </dsp:txBody>
      <dsp:txXfrm>
        <a:off x="637738" y="2928660"/>
        <a:ext cx="2211545" cy="779116"/>
      </dsp:txXfrm>
    </dsp:sp>
    <dsp:sp modelId="{E10F5793-F58E-43E4-8822-590EA03BDCFC}">
      <dsp:nvSpPr>
        <dsp:cNvPr id="0" name=""/>
        <dsp:cNvSpPr/>
      </dsp:nvSpPr>
      <dsp:spPr>
        <a:xfrm>
          <a:off x="2849284" y="2928660"/>
          <a:ext cx="1801360" cy="779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56" tIns="82456" rIns="82456" bIns="82456" numCol="1" spcCol="1270" anchor="ctr" anchorCtr="0">
          <a:noAutofit/>
        </a:bodyPr>
        <a:lstStyle/>
        <a:p>
          <a:pPr marL="0" lvl="0" indent="0" algn="l" defTabSz="488950">
            <a:lnSpc>
              <a:spcPct val="100000"/>
            </a:lnSpc>
            <a:spcBef>
              <a:spcPct val="0"/>
            </a:spcBef>
            <a:spcAft>
              <a:spcPct val="35000"/>
            </a:spcAft>
            <a:buNone/>
          </a:pPr>
          <a:r>
            <a:rPr lang="en-US" sz="1100" kern="1200" dirty="0"/>
            <a:t>Prevents or inhibits the normal use or management of communications facilities</a:t>
          </a:r>
        </a:p>
      </dsp:txBody>
      <dsp:txXfrm>
        <a:off x="2849284" y="2928660"/>
        <a:ext cx="1801360" cy="77911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B08A1E-6D1B-46B7-BEED-31A05382C1FD}">
      <dsp:nvSpPr>
        <dsp:cNvPr id="0" name=""/>
        <dsp:cNvSpPr/>
      </dsp:nvSpPr>
      <dsp:spPr>
        <a:xfrm>
          <a:off x="0" y="418459"/>
          <a:ext cx="5000124" cy="203175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8065" tIns="312420" rIns="388065" bIns="106680" numCol="1" spcCol="1270" anchor="t" anchorCtr="0">
          <a:noAutofit/>
        </a:bodyPr>
        <a:lstStyle/>
        <a:p>
          <a:pPr marL="114300" lvl="1" indent="-114300" algn="l" defTabSz="666750">
            <a:lnSpc>
              <a:spcPct val="90000"/>
            </a:lnSpc>
            <a:spcBef>
              <a:spcPct val="0"/>
            </a:spcBef>
            <a:spcAft>
              <a:spcPct val="15000"/>
            </a:spcAft>
            <a:buChar char="•"/>
          </a:pPr>
          <a:r>
            <a:rPr lang="en-GB" sz="1500" b="1" kern="1200"/>
            <a:t>Insider Threats:</a:t>
          </a:r>
          <a:endParaRPr lang="en-US" sz="1500" kern="1200"/>
        </a:p>
        <a:p>
          <a:pPr marL="228600" lvl="2" indent="-114300" algn="l" defTabSz="666750">
            <a:lnSpc>
              <a:spcPct val="90000"/>
            </a:lnSpc>
            <a:spcBef>
              <a:spcPct val="0"/>
            </a:spcBef>
            <a:spcAft>
              <a:spcPct val="15000"/>
            </a:spcAft>
            <a:buChar char="•"/>
          </a:pPr>
          <a:r>
            <a:rPr lang="en-GB" sz="1500" kern="1200"/>
            <a:t>Malicious actions by authorized individuals (employees, contractors)</a:t>
          </a:r>
          <a:endParaRPr lang="en-US" sz="1500" kern="1200"/>
        </a:p>
        <a:p>
          <a:pPr marL="228600" lvl="2" indent="-114300" algn="l" defTabSz="666750">
            <a:lnSpc>
              <a:spcPct val="90000"/>
            </a:lnSpc>
            <a:spcBef>
              <a:spcPct val="0"/>
            </a:spcBef>
            <a:spcAft>
              <a:spcPct val="15000"/>
            </a:spcAft>
            <a:buChar char="•"/>
          </a:pPr>
          <a:r>
            <a:rPr lang="en-GB" sz="1500" kern="1200"/>
            <a:t>Examples: Data theft, sabotage, fraud</a:t>
          </a:r>
          <a:endParaRPr lang="en-US" sz="1500" kern="1200"/>
        </a:p>
        <a:p>
          <a:pPr marL="114300" lvl="1" indent="-114300" algn="l" defTabSz="666750">
            <a:lnSpc>
              <a:spcPct val="90000"/>
            </a:lnSpc>
            <a:spcBef>
              <a:spcPct val="0"/>
            </a:spcBef>
            <a:spcAft>
              <a:spcPct val="15000"/>
            </a:spcAft>
            <a:buChar char="•"/>
          </a:pPr>
          <a:r>
            <a:rPr lang="en-GB" sz="1500" b="1" kern="1200"/>
            <a:t>Accidental Errors:</a:t>
          </a:r>
          <a:r>
            <a:rPr lang="en-GB" sz="1500" kern="1200"/>
            <a:t> Human mistakes leading to security breaches </a:t>
          </a:r>
          <a:endParaRPr lang="en-US" sz="1500" kern="1200"/>
        </a:p>
        <a:p>
          <a:pPr marL="228600" lvl="2" indent="-114300" algn="l" defTabSz="666750">
            <a:lnSpc>
              <a:spcPct val="90000"/>
            </a:lnSpc>
            <a:spcBef>
              <a:spcPct val="0"/>
            </a:spcBef>
            <a:spcAft>
              <a:spcPct val="15000"/>
            </a:spcAft>
            <a:buChar char="•"/>
          </a:pPr>
          <a:r>
            <a:rPr lang="en-GB" sz="1500" kern="1200"/>
            <a:t>Examples: Misconfigurations, weak passwords</a:t>
          </a:r>
          <a:endParaRPr lang="en-US" sz="1500" kern="1200"/>
        </a:p>
      </dsp:txBody>
      <dsp:txXfrm>
        <a:off x="0" y="418459"/>
        <a:ext cx="5000124" cy="2031750"/>
      </dsp:txXfrm>
    </dsp:sp>
    <dsp:sp modelId="{26BA8B6A-60E8-44D3-8420-80F50E410361}">
      <dsp:nvSpPr>
        <dsp:cNvPr id="0" name=""/>
        <dsp:cNvSpPr/>
      </dsp:nvSpPr>
      <dsp:spPr>
        <a:xfrm>
          <a:off x="250006" y="197059"/>
          <a:ext cx="3500086" cy="44280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666750">
            <a:lnSpc>
              <a:spcPct val="90000"/>
            </a:lnSpc>
            <a:spcBef>
              <a:spcPct val="0"/>
            </a:spcBef>
            <a:spcAft>
              <a:spcPct val="35000"/>
            </a:spcAft>
            <a:buNone/>
          </a:pPr>
          <a:r>
            <a:rPr lang="en-GB" sz="1500" b="1" kern="1200"/>
            <a:t>Internal Threats</a:t>
          </a:r>
          <a:endParaRPr lang="en-US" sz="1500" kern="1200"/>
        </a:p>
      </dsp:txBody>
      <dsp:txXfrm>
        <a:off x="271622" y="218675"/>
        <a:ext cx="3456854" cy="399568"/>
      </dsp:txXfrm>
    </dsp:sp>
    <dsp:sp modelId="{2834BBD4-4115-44F8-A642-1F6055B485D2}">
      <dsp:nvSpPr>
        <dsp:cNvPr id="0" name=""/>
        <dsp:cNvSpPr/>
      </dsp:nvSpPr>
      <dsp:spPr>
        <a:xfrm>
          <a:off x="0" y="2752610"/>
          <a:ext cx="5000124" cy="250425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8065" tIns="312420" rIns="388065" bIns="106680" numCol="1" spcCol="1270" anchor="t" anchorCtr="0">
          <a:noAutofit/>
        </a:bodyPr>
        <a:lstStyle/>
        <a:p>
          <a:pPr marL="114300" lvl="1" indent="-114300" algn="l" defTabSz="666750">
            <a:lnSpc>
              <a:spcPct val="90000"/>
            </a:lnSpc>
            <a:spcBef>
              <a:spcPct val="0"/>
            </a:spcBef>
            <a:spcAft>
              <a:spcPct val="15000"/>
            </a:spcAft>
            <a:buChar char="•"/>
          </a:pPr>
          <a:r>
            <a:rPr lang="en-CA" sz="1500" b="1" kern="1200"/>
            <a:t>Hackers:</a:t>
          </a:r>
          <a:r>
            <a:rPr lang="en-CA" sz="1500" kern="1200"/>
            <a:t> Individuals or groups with malicious intent </a:t>
          </a:r>
          <a:endParaRPr lang="en-US" sz="1500" kern="1200"/>
        </a:p>
        <a:p>
          <a:pPr marL="228600" lvl="2" indent="-114300" algn="l" defTabSz="666750">
            <a:lnSpc>
              <a:spcPct val="90000"/>
            </a:lnSpc>
            <a:spcBef>
              <a:spcPct val="0"/>
            </a:spcBef>
            <a:spcAft>
              <a:spcPct val="15000"/>
            </a:spcAft>
            <a:buChar char="•"/>
          </a:pPr>
          <a:r>
            <a:rPr lang="en-CA" sz="1500" kern="1200"/>
            <a:t>Examples: Malware, phishing, DDoS attacks</a:t>
          </a:r>
          <a:endParaRPr lang="en-US" sz="1500" kern="1200"/>
        </a:p>
        <a:p>
          <a:pPr marL="114300" lvl="1" indent="-114300" algn="l" defTabSz="666750">
            <a:lnSpc>
              <a:spcPct val="90000"/>
            </a:lnSpc>
            <a:spcBef>
              <a:spcPct val="0"/>
            </a:spcBef>
            <a:spcAft>
              <a:spcPct val="15000"/>
            </a:spcAft>
            <a:buChar char="•"/>
          </a:pPr>
          <a:r>
            <a:rPr lang="en-CA" sz="1500" b="1" kern="1200"/>
            <a:t>Nation-State Actors:</a:t>
          </a:r>
          <a:r>
            <a:rPr lang="en-CA" sz="1500" kern="1200"/>
            <a:t> Governments targeting critical infrastructure </a:t>
          </a:r>
          <a:endParaRPr lang="en-US" sz="1500" kern="1200"/>
        </a:p>
        <a:p>
          <a:pPr marL="228600" lvl="2" indent="-114300" algn="l" defTabSz="666750">
            <a:lnSpc>
              <a:spcPct val="90000"/>
            </a:lnSpc>
            <a:spcBef>
              <a:spcPct val="0"/>
            </a:spcBef>
            <a:spcAft>
              <a:spcPct val="15000"/>
            </a:spcAft>
            <a:buChar char="•"/>
          </a:pPr>
          <a:r>
            <a:rPr lang="en-CA" sz="1500" kern="1200"/>
            <a:t>Examples: Espionage, cyber warfare</a:t>
          </a:r>
          <a:endParaRPr lang="en-US" sz="1500" kern="1200"/>
        </a:p>
        <a:p>
          <a:pPr marL="114300" lvl="1" indent="-114300" algn="l" defTabSz="666750">
            <a:lnSpc>
              <a:spcPct val="90000"/>
            </a:lnSpc>
            <a:spcBef>
              <a:spcPct val="0"/>
            </a:spcBef>
            <a:spcAft>
              <a:spcPct val="15000"/>
            </a:spcAft>
            <a:buChar char="•"/>
          </a:pPr>
          <a:r>
            <a:rPr lang="en-CA" sz="1500" b="1" kern="1200"/>
            <a:t>Organized Crime:</a:t>
          </a:r>
          <a:r>
            <a:rPr lang="en-CA" sz="1500" kern="1200"/>
            <a:t> Criminal groups seeking financial gain </a:t>
          </a:r>
          <a:endParaRPr lang="en-US" sz="1500" kern="1200"/>
        </a:p>
        <a:p>
          <a:pPr marL="228600" lvl="2" indent="-114300" algn="l" defTabSz="666750">
            <a:lnSpc>
              <a:spcPct val="90000"/>
            </a:lnSpc>
            <a:spcBef>
              <a:spcPct val="0"/>
            </a:spcBef>
            <a:spcAft>
              <a:spcPct val="15000"/>
            </a:spcAft>
            <a:buChar char="•"/>
          </a:pPr>
          <a:r>
            <a:rPr lang="en-CA" sz="1500" kern="1200"/>
            <a:t>Examples: Ransomware, identity theft</a:t>
          </a:r>
          <a:endParaRPr lang="en-US" sz="1500" kern="1200"/>
        </a:p>
      </dsp:txBody>
      <dsp:txXfrm>
        <a:off x="0" y="2752610"/>
        <a:ext cx="5000124" cy="2504250"/>
      </dsp:txXfrm>
    </dsp:sp>
    <dsp:sp modelId="{719F07F7-400F-44C0-B2B1-586C8DC6C06B}">
      <dsp:nvSpPr>
        <dsp:cNvPr id="0" name=""/>
        <dsp:cNvSpPr/>
      </dsp:nvSpPr>
      <dsp:spPr>
        <a:xfrm>
          <a:off x="250006" y="2531210"/>
          <a:ext cx="3500086" cy="44280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666750">
            <a:lnSpc>
              <a:spcPct val="90000"/>
            </a:lnSpc>
            <a:spcBef>
              <a:spcPct val="0"/>
            </a:spcBef>
            <a:spcAft>
              <a:spcPct val="35000"/>
            </a:spcAft>
            <a:buNone/>
          </a:pPr>
          <a:r>
            <a:rPr lang="en-CA" sz="1500" b="1" kern="1200"/>
            <a:t>External Threats</a:t>
          </a:r>
          <a:endParaRPr lang="en-US" sz="1500" kern="1200"/>
        </a:p>
      </dsp:txBody>
      <dsp:txXfrm>
        <a:off x="271622" y="2552826"/>
        <a:ext cx="3456854" cy="39956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73DB6F-E1AA-45BC-97B2-3CE656559A41}">
      <dsp:nvSpPr>
        <dsp:cNvPr id="0" name=""/>
        <dsp:cNvSpPr/>
      </dsp:nvSpPr>
      <dsp:spPr>
        <a:xfrm>
          <a:off x="0" y="662765"/>
          <a:ext cx="5000124" cy="81585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8065" tIns="291592" rIns="388065" bIns="99568" numCol="1" spcCol="1270" anchor="t" anchorCtr="0">
          <a:noAutofit/>
        </a:bodyPr>
        <a:lstStyle/>
        <a:p>
          <a:pPr marL="114300" lvl="1" indent="-114300" algn="l" defTabSz="622300">
            <a:lnSpc>
              <a:spcPct val="90000"/>
            </a:lnSpc>
            <a:spcBef>
              <a:spcPct val="0"/>
            </a:spcBef>
            <a:spcAft>
              <a:spcPct val="15000"/>
            </a:spcAft>
            <a:buChar char="•"/>
          </a:pPr>
          <a:r>
            <a:rPr lang="en-GB" sz="1400" b="1" kern="1200"/>
            <a:t>Disasters:</a:t>
          </a:r>
          <a:r>
            <a:rPr lang="en-GB" sz="1400" kern="1200"/>
            <a:t> Natural events that can disrupt operations </a:t>
          </a:r>
          <a:endParaRPr lang="en-US" sz="1400" kern="1200"/>
        </a:p>
        <a:p>
          <a:pPr marL="228600" lvl="2" indent="-114300" algn="l" defTabSz="622300">
            <a:lnSpc>
              <a:spcPct val="90000"/>
            </a:lnSpc>
            <a:spcBef>
              <a:spcPct val="0"/>
            </a:spcBef>
            <a:spcAft>
              <a:spcPct val="15000"/>
            </a:spcAft>
            <a:buChar char="•"/>
          </a:pPr>
          <a:r>
            <a:rPr lang="en-GB" sz="1400" kern="1200"/>
            <a:t>Examples: Fires, floods, earthquakes</a:t>
          </a:r>
          <a:endParaRPr lang="en-US" sz="1400" kern="1200"/>
        </a:p>
      </dsp:txBody>
      <dsp:txXfrm>
        <a:off x="0" y="662765"/>
        <a:ext cx="5000124" cy="815850"/>
      </dsp:txXfrm>
    </dsp:sp>
    <dsp:sp modelId="{489BF09F-5F0F-4633-832F-DFF64A7C9EA5}">
      <dsp:nvSpPr>
        <dsp:cNvPr id="0" name=""/>
        <dsp:cNvSpPr/>
      </dsp:nvSpPr>
      <dsp:spPr>
        <a:xfrm>
          <a:off x="250006" y="456124"/>
          <a:ext cx="3500086" cy="41328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622300">
            <a:lnSpc>
              <a:spcPct val="90000"/>
            </a:lnSpc>
            <a:spcBef>
              <a:spcPct val="0"/>
            </a:spcBef>
            <a:spcAft>
              <a:spcPct val="35000"/>
            </a:spcAft>
            <a:buNone/>
          </a:pPr>
          <a:r>
            <a:rPr lang="en-GB" sz="1400" b="1" kern="1200"/>
            <a:t>Natural Threats</a:t>
          </a:r>
          <a:endParaRPr lang="en-US" sz="1400" kern="1200"/>
        </a:p>
      </dsp:txBody>
      <dsp:txXfrm>
        <a:off x="270181" y="476299"/>
        <a:ext cx="3459736" cy="372930"/>
      </dsp:txXfrm>
    </dsp:sp>
    <dsp:sp modelId="{4515D899-8454-4709-8D1B-5C5556A814EA}">
      <dsp:nvSpPr>
        <dsp:cNvPr id="0" name=""/>
        <dsp:cNvSpPr/>
      </dsp:nvSpPr>
      <dsp:spPr>
        <a:xfrm>
          <a:off x="0" y="1760855"/>
          <a:ext cx="5000124" cy="14994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8065" tIns="291592" rIns="388065" bIns="99568" numCol="1" spcCol="1270" anchor="t" anchorCtr="0">
          <a:noAutofit/>
        </a:bodyPr>
        <a:lstStyle/>
        <a:p>
          <a:pPr marL="114300" lvl="1" indent="-114300" algn="l" defTabSz="622300">
            <a:lnSpc>
              <a:spcPct val="90000"/>
            </a:lnSpc>
            <a:spcBef>
              <a:spcPct val="0"/>
            </a:spcBef>
            <a:spcAft>
              <a:spcPct val="15000"/>
            </a:spcAft>
            <a:buChar char="•"/>
          </a:pPr>
          <a:r>
            <a:rPr lang="en-CA" sz="1400" b="1" kern="1200"/>
            <a:t>Software Vulnerabilities:</a:t>
          </a:r>
          <a:r>
            <a:rPr lang="en-CA" sz="1400" kern="1200"/>
            <a:t> Weaknesses in software </a:t>
          </a:r>
          <a:endParaRPr lang="en-US" sz="1400" kern="1200"/>
        </a:p>
        <a:p>
          <a:pPr marL="228600" lvl="2" indent="-114300" algn="l" defTabSz="622300">
            <a:lnSpc>
              <a:spcPct val="90000"/>
            </a:lnSpc>
            <a:spcBef>
              <a:spcPct val="0"/>
            </a:spcBef>
            <a:spcAft>
              <a:spcPct val="15000"/>
            </a:spcAft>
            <a:buChar char="•"/>
          </a:pPr>
          <a:r>
            <a:rPr lang="en-CA" sz="1400" kern="1200"/>
            <a:t>Examples: Buffer overflows, SQL injection</a:t>
          </a:r>
          <a:endParaRPr lang="en-US" sz="1400" kern="1200"/>
        </a:p>
        <a:p>
          <a:pPr marL="114300" lvl="1" indent="-114300" algn="l" defTabSz="622300">
            <a:lnSpc>
              <a:spcPct val="90000"/>
            </a:lnSpc>
            <a:spcBef>
              <a:spcPct val="0"/>
            </a:spcBef>
            <a:spcAft>
              <a:spcPct val="15000"/>
            </a:spcAft>
            <a:buChar char="•"/>
          </a:pPr>
          <a:r>
            <a:rPr lang="en-CA" sz="1400" b="1" kern="1200"/>
            <a:t>Hardware Failures:</a:t>
          </a:r>
          <a:r>
            <a:rPr lang="en-CA" sz="1400" kern="1200"/>
            <a:t> Malfunctions of physical components </a:t>
          </a:r>
          <a:endParaRPr lang="en-US" sz="1400" kern="1200"/>
        </a:p>
        <a:p>
          <a:pPr marL="228600" lvl="2" indent="-114300" algn="l" defTabSz="622300">
            <a:lnSpc>
              <a:spcPct val="90000"/>
            </a:lnSpc>
            <a:spcBef>
              <a:spcPct val="0"/>
            </a:spcBef>
            <a:spcAft>
              <a:spcPct val="15000"/>
            </a:spcAft>
            <a:buChar char="•"/>
          </a:pPr>
          <a:r>
            <a:rPr lang="en-CA" sz="1400" kern="1200"/>
            <a:t>Examples: Disk drive failures, power outages</a:t>
          </a:r>
          <a:endParaRPr lang="en-US" sz="1400" kern="1200"/>
        </a:p>
      </dsp:txBody>
      <dsp:txXfrm>
        <a:off x="0" y="1760855"/>
        <a:ext cx="5000124" cy="1499400"/>
      </dsp:txXfrm>
    </dsp:sp>
    <dsp:sp modelId="{B0198881-9869-409B-9A8F-CF5BC79033F0}">
      <dsp:nvSpPr>
        <dsp:cNvPr id="0" name=""/>
        <dsp:cNvSpPr/>
      </dsp:nvSpPr>
      <dsp:spPr>
        <a:xfrm>
          <a:off x="250006" y="1554215"/>
          <a:ext cx="3500086" cy="41328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622300">
            <a:lnSpc>
              <a:spcPct val="90000"/>
            </a:lnSpc>
            <a:spcBef>
              <a:spcPct val="0"/>
            </a:spcBef>
            <a:spcAft>
              <a:spcPct val="35000"/>
            </a:spcAft>
            <a:buNone/>
          </a:pPr>
          <a:r>
            <a:rPr lang="en-CA" sz="1400" b="1" kern="1200"/>
            <a:t>Technological Threats</a:t>
          </a:r>
          <a:endParaRPr lang="en-US" sz="1400" kern="1200"/>
        </a:p>
      </dsp:txBody>
      <dsp:txXfrm>
        <a:off x="270181" y="1574390"/>
        <a:ext cx="3459736" cy="372930"/>
      </dsp:txXfrm>
    </dsp:sp>
    <dsp:sp modelId="{529D1BAD-01AD-47BD-B743-2C10285BA1E6}">
      <dsp:nvSpPr>
        <dsp:cNvPr id="0" name=""/>
        <dsp:cNvSpPr/>
      </dsp:nvSpPr>
      <dsp:spPr>
        <a:xfrm>
          <a:off x="0" y="3542495"/>
          <a:ext cx="5000124" cy="1455299"/>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8065" tIns="291592" rIns="388065" bIns="99568" numCol="1" spcCol="1270" anchor="t" anchorCtr="0">
          <a:noAutofit/>
        </a:bodyPr>
        <a:lstStyle/>
        <a:p>
          <a:pPr marL="114300" lvl="1" indent="-114300" algn="l" defTabSz="622300">
            <a:lnSpc>
              <a:spcPct val="90000"/>
            </a:lnSpc>
            <a:spcBef>
              <a:spcPct val="0"/>
            </a:spcBef>
            <a:spcAft>
              <a:spcPct val="15000"/>
            </a:spcAft>
            <a:buChar char="•"/>
          </a:pPr>
          <a:r>
            <a:rPr lang="en-GB" sz="1400" b="1" kern="1200"/>
            <a:t>Internet of Things (IoT) Security:</a:t>
          </a:r>
          <a:r>
            <a:rPr lang="en-GB" sz="1400" kern="1200"/>
            <a:t> Vulnerabilities in connected devices</a:t>
          </a:r>
          <a:endParaRPr lang="en-US" sz="1400" kern="1200"/>
        </a:p>
        <a:p>
          <a:pPr marL="114300" lvl="1" indent="-114300" algn="l" defTabSz="622300">
            <a:lnSpc>
              <a:spcPct val="90000"/>
            </a:lnSpc>
            <a:spcBef>
              <a:spcPct val="0"/>
            </a:spcBef>
            <a:spcAft>
              <a:spcPct val="15000"/>
            </a:spcAft>
            <a:buChar char="•"/>
          </a:pPr>
          <a:r>
            <a:rPr lang="en-GB" sz="1400" b="1" kern="1200"/>
            <a:t>Cloud Security:</a:t>
          </a:r>
          <a:r>
            <a:rPr lang="en-GB" sz="1400" kern="1200"/>
            <a:t> Threats specific to cloud-based environments</a:t>
          </a:r>
          <a:endParaRPr lang="en-US" sz="1400" kern="1200"/>
        </a:p>
        <a:p>
          <a:pPr marL="114300" lvl="1" indent="-114300" algn="l" defTabSz="622300">
            <a:lnSpc>
              <a:spcPct val="90000"/>
            </a:lnSpc>
            <a:spcBef>
              <a:spcPct val="0"/>
            </a:spcBef>
            <a:spcAft>
              <a:spcPct val="15000"/>
            </a:spcAft>
            <a:buChar char="•"/>
          </a:pPr>
          <a:r>
            <a:rPr lang="en-GB" sz="1400" b="1" kern="1200"/>
            <a:t>Supply Chain Attacks:</a:t>
          </a:r>
          <a:r>
            <a:rPr lang="en-GB" sz="1400" kern="1200"/>
            <a:t> Targeting third-party vendors</a:t>
          </a:r>
          <a:endParaRPr lang="en-US" sz="1400" kern="1200"/>
        </a:p>
      </dsp:txBody>
      <dsp:txXfrm>
        <a:off x="0" y="3542495"/>
        <a:ext cx="5000124" cy="1455299"/>
      </dsp:txXfrm>
    </dsp:sp>
    <dsp:sp modelId="{86C7334E-5DAE-4680-B4CD-5AA7368625A3}">
      <dsp:nvSpPr>
        <dsp:cNvPr id="0" name=""/>
        <dsp:cNvSpPr/>
      </dsp:nvSpPr>
      <dsp:spPr>
        <a:xfrm>
          <a:off x="250006" y="3335854"/>
          <a:ext cx="3500086" cy="41328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622300">
            <a:lnSpc>
              <a:spcPct val="90000"/>
            </a:lnSpc>
            <a:spcBef>
              <a:spcPct val="0"/>
            </a:spcBef>
            <a:spcAft>
              <a:spcPct val="35000"/>
            </a:spcAft>
            <a:buNone/>
          </a:pPr>
          <a:r>
            <a:rPr lang="en-GB" sz="1400" b="1" kern="1200"/>
            <a:t>Emerging Threats</a:t>
          </a:r>
          <a:endParaRPr lang="en-US" sz="1400" kern="1200"/>
        </a:p>
      </dsp:txBody>
      <dsp:txXfrm>
        <a:off x="270181" y="3356029"/>
        <a:ext cx="3459736" cy="37293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2AC17C-9B9F-4F21-9648-1B0B2650B2A5}">
      <dsp:nvSpPr>
        <dsp:cNvPr id="0" name=""/>
        <dsp:cNvSpPr/>
      </dsp:nvSpPr>
      <dsp:spPr>
        <a:xfrm>
          <a:off x="0" y="2626263"/>
          <a:ext cx="7886700" cy="1723112"/>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CA" sz="3000" kern="1200"/>
            <a:t>The Threat Modeling Process</a:t>
          </a:r>
          <a:r>
            <a:rPr lang="en-GB" sz="3000" kern="1200"/>
            <a:t>:</a:t>
          </a:r>
          <a:endParaRPr lang="en-US" sz="3000" kern="1200"/>
        </a:p>
      </dsp:txBody>
      <dsp:txXfrm>
        <a:off x="0" y="2626263"/>
        <a:ext cx="7886700" cy="930480"/>
      </dsp:txXfrm>
    </dsp:sp>
    <dsp:sp modelId="{368EA682-835A-492D-BAC8-5FBC396E5C82}">
      <dsp:nvSpPr>
        <dsp:cNvPr id="0" name=""/>
        <dsp:cNvSpPr/>
      </dsp:nvSpPr>
      <dsp:spPr>
        <a:xfrm>
          <a:off x="962" y="3522281"/>
          <a:ext cx="1576954" cy="79263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Font typeface="+mj-lt"/>
            <a:buNone/>
          </a:pPr>
          <a:r>
            <a:rPr lang="en-GB" sz="1000" kern="1200" dirty="0"/>
            <a:t>Identify Assets: Determine what you're protecting (data, systems, etc.).</a:t>
          </a:r>
          <a:endParaRPr lang="en-US" sz="1000" kern="1200" dirty="0"/>
        </a:p>
      </dsp:txBody>
      <dsp:txXfrm>
        <a:off x="962" y="3522281"/>
        <a:ext cx="1576954" cy="792631"/>
      </dsp:txXfrm>
    </dsp:sp>
    <dsp:sp modelId="{830313D2-AC7C-4D95-9ED0-64C715D4E687}">
      <dsp:nvSpPr>
        <dsp:cNvPr id="0" name=""/>
        <dsp:cNvSpPr/>
      </dsp:nvSpPr>
      <dsp:spPr>
        <a:xfrm>
          <a:off x="1577917" y="3522281"/>
          <a:ext cx="1576954" cy="79263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Font typeface="+mj-lt"/>
            <a:buNone/>
          </a:pPr>
          <a:r>
            <a:rPr lang="en-GB" sz="1000" kern="1200" dirty="0"/>
            <a:t>Identify Threats: Use techniques like STRIDE or DREAD to identify potential threats.</a:t>
          </a:r>
          <a:endParaRPr lang="en-US" sz="1000" kern="1200" dirty="0"/>
        </a:p>
      </dsp:txBody>
      <dsp:txXfrm>
        <a:off x="1577917" y="3522281"/>
        <a:ext cx="1576954" cy="792631"/>
      </dsp:txXfrm>
    </dsp:sp>
    <dsp:sp modelId="{6A9482DE-C5F9-4780-9804-1549BCFCF7D2}">
      <dsp:nvSpPr>
        <dsp:cNvPr id="0" name=""/>
        <dsp:cNvSpPr/>
      </dsp:nvSpPr>
      <dsp:spPr>
        <a:xfrm>
          <a:off x="3154872" y="3522281"/>
          <a:ext cx="1576954" cy="79263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Font typeface="+mj-lt"/>
            <a:buNone/>
          </a:pPr>
          <a:r>
            <a:rPr lang="en-GB" sz="1000" kern="1200" dirty="0"/>
            <a:t>Analyse Vulnerabilities: Assess how threats could exploit vulnerabilities in your system.</a:t>
          </a:r>
          <a:endParaRPr lang="en-US" sz="1000" kern="1200" dirty="0"/>
        </a:p>
      </dsp:txBody>
      <dsp:txXfrm>
        <a:off x="3154872" y="3522281"/>
        <a:ext cx="1576954" cy="792631"/>
      </dsp:txXfrm>
    </dsp:sp>
    <dsp:sp modelId="{5C8432F9-DCF4-4D99-A9C2-7D5CC36EB051}">
      <dsp:nvSpPr>
        <dsp:cNvPr id="0" name=""/>
        <dsp:cNvSpPr/>
      </dsp:nvSpPr>
      <dsp:spPr>
        <a:xfrm>
          <a:off x="4731827" y="3522281"/>
          <a:ext cx="1576954" cy="79263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Font typeface="+mj-lt"/>
            <a:buNone/>
          </a:pPr>
          <a:r>
            <a:rPr lang="en-GB" sz="1000" kern="1200" dirty="0"/>
            <a:t>Prioritize Risks: Evaluate the likelihood and impact of each threat.</a:t>
          </a:r>
          <a:endParaRPr lang="en-US" sz="1000" kern="1200" dirty="0"/>
        </a:p>
      </dsp:txBody>
      <dsp:txXfrm>
        <a:off x="4731827" y="3522281"/>
        <a:ext cx="1576954" cy="792631"/>
      </dsp:txXfrm>
    </dsp:sp>
    <dsp:sp modelId="{05F908C4-5E68-4319-B5DB-40714381572A}">
      <dsp:nvSpPr>
        <dsp:cNvPr id="0" name=""/>
        <dsp:cNvSpPr/>
      </dsp:nvSpPr>
      <dsp:spPr>
        <a:xfrm>
          <a:off x="6308782" y="3522281"/>
          <a:ext cx="1576954" cy="792631"/>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Font typeface="+mj-lt"/>
            <a:buNone/>
          </a:pPr>
          <a:r>
            <a:rPr lang="en-GB" sz="1000" kern="1200" dirty="0"/>
            <a:t>Develop Mitigation Strategies: Create plans to address identified risks.</a:t>
          </a:r>
          <a:endParaRPr lang="en-US" sz="1000" kern="1200" dirty="0"/>
        </a:p>
      </dsp:txBody>
      <dsp:txXfrm>
        <a:off x="6308782" y="3522281"/>
        <a:ext cx="1576954" cy="792631"/>
      </dsp:txXfrm>
    </dsp:sp>
    <dsp:sp modelId="{F75F0F1D-BC2F-4BE6-9D64-8CD6982D1D4F}">
      <dsp:nvSpPr>
        <dsp:cNvPr id="0" name=""/>
        <dsp:cNvSpPr/>
      </dsp:nvSpPr>
      <dsp:spPr>
        <a:xfrm rot="10800000">
          <a:off x="0" y="1962"/>
          <a:ext cx="7886700" cy="2650147"/>
        </a:xfrm>
        <a:prstGeom prst="upArrowCallou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GB" sz="3000" kern="1200"/>
            <a:t>Threat modelling is a proactive process to identify and mitigate potential security risks.</a:t>
          </a:r>
          <a:endParaRPr lang="en-US" sz="3000" kern="1200"/>
        </a:p>
      </dsp:txBody>
      <dsp:txXfrm rot="10800000">
        <a:off x="0" y="1962"/>
        <a:ext cx="7886700" cy="172198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343F79-4DA2-47EA-BC8E-24F691850098}">
      <dsp:nvSpPr>
        <dsp:cNvPr id="0" name=""/>
        <dsp:cNvSpPr/>
      </dsp:nvSpPr>
      <dsp:spPr>
        <a:xfrm>
          <a:off x="0" y="41202"/>
          <a:ext cx="5000124" cy="66338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CA" sz="2700" kern="1200"/>
            <a:t>Vulnerabilities</a:t>
          </a:r>
          <a:endParaRPr lang="en-US" sz="2700" kern="1200"/>
        </a:p>
      </dsp:txBody>
      <dsp:txXfrm>
        <a:off x="32384" y="73586"/>
        <a:ext cx="4935356" cy="598621"/>
      </dsp:txXfrm>
    </dsp:sp>
    <dsp:sp modelId="{43411398-E145-4B45-9E9A-CB75D138025D}">
      <dsp:nvSpPr>
        <dsp:cNvPr id="0" name=""/>
        <dsp:cNvSpPr/>
      </dsp:nvSpPr>
      <dsp:spPr>
        <a:xfrm>
          <a:off x="0" y="704592"/>
          <a:ext cx="5000124" cy="103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CA" sz="2100" b="1" u="sng" kern="1200"/>
            <a:t>Weakness</a:t>
          </a:r>
          <a:r>
            <a:rPr lang="en-CA" sz="2100" kern="1200"/>
            <a:t> in the security system</a:t>
          </a:r>
          <a:endParaRPr lang="en-US" sz="2100" kern="1200"/>
        </a:p>
        <a:p>
          <a:pPr marL="457200" lvl="2" indent="-228600" algn="l" defTabSz="933450">
            <a:lnSpc>
              <a:spcPct val="90000"/>
            </a:lnSpc>
            <a:spcBef>
              <a:spcPct val="0"/>
            </a:spcBef>
            <a:spcAft>
              <a:spcPct val="20000"/>
            </a:spcAft>
            <a:buChar char="•"/>
          </a:pPr>
          <a:r>
            <a:rPr lang="en-CA" sz="2100" kern="1200"/>
            <a:t>Vulnerable to unauthorized data manipulation </a:t>
          </a:r>
          <a:endParaRPr lang="en-US" sz="2100" kern="1200"/>
        </a:p>
      </dsp:txBody>
      <dsp:txXfrm>
        <a:off x="0" y="704592"/>
        <a:ext cx="5000124" cy="1033964"/>
      </dsp:txXfrm>
    </dsp:sp>
    <dsp:sp modelId="{00B3EEFD-908E-45E4-9B49-D97CBD35E6C3}">
      <dsp:nvSpPr>
        <dsp:cNvPr id="0" name=""/>
        <dsp:cNvSpPr/>
      </dsp:nvSpPr>
      <dsp:spPr>
        <a:xfrm>
          <a:off x="0" y="1738557"/>
          <a:ext cx="5000124" cy="663389"/>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CA" sz="2700" kern="1200"/>
            <a:t>Threats</a:t>
          </a:r>
          <a:endParaRPr lang="en-US" sz="2700" kern="1200"/>
        </a:p>
      </dsp:txBody>
      <dsp:txXfrm>
        <a:off x="32384" y="1770941"/>
        <a:ext cx="4935356" cy="598621"/>
      </dsp:txXfrm>
    </dsp:sp>
    <dsp:sp modelId="{5C60E96F-F26C-4108-A396-199A08D61615}">
      <dsp:nvSpPr>
        <dsp:cNvPr id="0" name=""/>
        <dsp:cNvSpPr/>
      </dsp:nvSpPr>
      <dsp:spPr>
        <a:xfrm>
          <a:off x="0" y="2401947"/>
          <a:ext cx="5000124" cy="1313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CA" sz="2100" kern="1200"/>
            <a:t>A set of </a:t>
          </a:r>
          <a:r>
            <a:rPr lang="en-CA" sz="2100" b="1" u="sng" kern="1200"/>
            <a:t>circumstances</a:t>
          </a:r>
          <a:r>
            <a:rPr lang="en-CA" sz="2100" kern="1200"/>
            <a:t> that has the </a:t>
          </a:r>
          <a:r>
            <a:rPr lang="en-CA" sz="2100" b="1" u="sng" kern="1200"/>
            <a:t>potential to cause loss or harm</a:t>
          </a:r>
          <a:endParaRPr lang="en-US" sz="2100" kern="1200"/>
        </a:p>
        <a:p>
          <a:pPr marL="457200" lvl="2" indent="-228600" algn="l" defTabSz="933450">
            <a:lnSpc>
              <a:spcPct val="90000"/>
            </a:lnSpc>
            <a:spcBef>
              <a:spcPct val="0"/>
            </a:spcBef>
            <a:spcAft>
              <a:spcPct val="20000"/>
            </a:spcAft>
            <a:buChar char="•"/>
          </a:pPr>
          <a:r>
            <a:rPr lang="en-CA" sz="2100" kern="1200"/>
            <a:t>Illicit copying of program or data files</a:t>
          </a:r>
          <a:endParaRPr lang="en-US" sz="2100" kern="1200"/>
        </a:p>
      </dsp:txBody>
      <dsp:txXfrm>
        <a:off x="0" y="2401947"/>
        <a:ext cx="5000124" cy="1313414"/>
      </dsp:txXfrm>
    </dsp:sp>
    <dsp:sp modelId="{A8E2E7F4-36DC-459C-83C6-31CF59B4EA98}">
      <dsp:nvSpPr>
        <dsp:cNvPr id="0" name=""/>
        <dsp:cNvSpPr/>
      </dsp:nvSpPr>
      <dsp:spPr>
        <a:xfrm>
          <a:off x="0" y="3715362"/>
          <a:ext cx="5000124" cy="663389"/>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CA" sz="2700" kern="1200"/>
            <a:t>Attacks</a:t>
          </a:r>
          <a:endParaRPr lang="en-US" sz="2700" kern="1200"/>
        </a:p>
      </dsp:txBody>
      <dsp:txXfrm>
        <a:off x="32384" y="3747746"/>
        <a:ext cx="4935356" cy="598621"/>
      </dsp:txXfrm>
    </dsp:sp>
    <dsp:sp modelId="{A58C30BC-F064-4BFF-B100-A6EC0B62B638}">
      <dsp:nvSpPr>
        <dsp:cNvPr id="0" name=""/>
        <dsp:cNvSpPr/>
      </dsp:nvSpPr>
      <dsp:spPr>
        <a:xfrm>
          <a:off x="0" y="4378752"/>
          <a:ext cx="5000124" cy="103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CA" sz="2100" b="1" u="sng" kern="1200"/>
            <a:t>Harm or loss committed </a:t>
          </a:r>
          <a:r>
            <a:rPr lang="en-CA" sz="2100" kern="1200"/>
            <a:t>by a person or system who exploit a vulnerability</a:t>
          </a:r>
          <a:endParaRPr lang="en-US" sz="2100" kern="1200"/>
        </a:p>
        <a:p>
          <a:pPr marL="457200" lvl="2" indent="-228600" algn="l" defTabSz="933450">
            <a:lnSpc>
              <a:spcPct val="90000"/>
            </a:lnSpc>
            <a:spcBef>
              <a:spcPct val="0"/>
            </a:spcBef>
            <a:spcAft>
              <a:spcPct val="20000"/>
            </a:spcAft>
            <a:buChar char="•"/>
          </a:pPr>
          <a:r>
            <a:rPr lang="en-CA" sz="2100" kern="1200"/>
            <a:t>DOS attack</a:t>
          </a:r>
          <a:endParaRPr lang="en-US" sz="2100" kern="1200"/>
        </a:p>
      </dsp:txBody>
      <dsp:txXfrm>
        <a:off x="0" y="4378752"/>
        <a:ext cx="5000124" cy="103396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2F9368-6076-402F-B07F-D35EF015634B}">
      <dsp:nvSpPr>
        <dsp:cNvPr id="0" name=""/>
        <dsp:cNvSpPr/>
      </dsp:nvSpPr>
      <dsp:spPr>
        <a:xfrm>
          <a:off x="0" y="204439"/>
          <a:ext cx="5000124" cy="63882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b="1" kern="1200"/>
            <a:t>Likelihood and Impact:</a:t>
          </a:r>
          <a:endParaRPr lang="en-US" sz="2600" kern="1200"/>
        </a:p>
      </dsp:txBody>
      <dsp:txXfrm>
        <a:off x="31185" y="235624"/>
        <a:ext cx="4937754" cy="576450"/>
      </dsp:txXfrm>
    </dsp:sp>
    <dsp:sp modelId="{9BF3FA45-CDC1-4249-9C90-79EE292376E1}">
      <dsp:nvSpPr>
        <dsp:cNvPr id="0" name=""/>
        <dsp:cNvSpPr/>
      </dsp:nvSpPr>
      <dsp:spPr>
        <a:xfrm>
          <a:off x="0" y="843259"/>
          <a:ext cx="5000124" cy="1883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GB" sz="2000" b="1" kern="1200"/>
            <a:t>Likelihood:</a:t>
          </a:r>
          <a:r>
            <a:rPr lang="en-GB" sz="2000" kern="1200"/>
            <a:t> The probability that a threat will occur.</a:t>
          </a:r>
          <a:endParaRPr lang="en-US" sz="2000" kern="1200"/>
        </a:p>
        <a:p>
          <a:pPr marL="228600" lvl="1" indent="-228600" algn="l" defTabSz="889000">
            <a:lnSpc>
              <a:spcPct val="90000"/>
            </a:lnSpc>
            <a:spcBef>
              <a:spcPct val="0"/>
            </a:spcBef>
            <a:spcAft>
              <a:spcPct val="20000"/>
            </a:spcAft>
            <a:buChar char="•"/>
          </a:pPr>
          <a:r>
            <a:rPr lang="en-GB" sz="2000" b="1" kern="1200"/>
            <a:t>Impact:</a:t>
          </a:r>
          <a:r>
            <a:rPr lang="en-GB" sz="2000" kern="1200"/>
            <a:t> The severity of the consequences if the threat materializes.</a:t>
          </a:r>
          <a:endParaRPr lang="en-US" sz="2000" kern="1200"/>
        </a:p>
        <a:p>
          <a:pPr marL="228600" lvl="1" indent="-228600" algn="l" defTabSz="889000">
            <a:lnSpc>
              <a:spcPct val="90000"/>
            </a:lnSpc>
            <a:spcBef>
              <a:spcPct val="0"/>
            </a:spcBef>
            <a:spcAft>
              <a:spcPct val="20000"/>
            </a:spcAft>
            <a:buChar char="•"/>
          </a:pPr>
          <a:r>
            <a:rPr lang="en-GB" sz="2000" b="1" kern="1200"/>
            <a:t>Risk Level:</a:t>
          </a:r>
          <a:r>
            <a:rPr lang="en-GB" sz="2000" kern="1200"/>
            <a:t> The combination of likelihood and impact.</a:t>
          </a:r>
          <a:endParaRPr lang="en-US" sz="2000" kern="1200"/>
        </a:p>
      </dsp:txBody>
      <dsp:txXfrm>
        <a:off x="0" y="843259"/>
        <a:ext cx="5000124" cy="1883700"/>
      </dsp:txXfrm>
    </dsp:sp>
    <dsp:sp modelId="{90D65CE5-4BB8-4FC9-A504-49DA9E8A86B2}">
      <dsp:nvSpPr>
        <dsp:cNvPr id="0" name=""/>
        <dsp:cNvSpPr/>
      </dsp:nvSpPr>
      <dsp:spPr>
        <a:xfrm>
          <a:off x="0" y="2726960"/>
          <a:ext cx="5000124" cy="63882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CA" sz="2600" kern="1200"/>
            <a:t>Risk Assessment Techniques:</a:t>
          </a:r>
          <a:endParaRPr lang="en-US" sz="2600" kern="1200"/>
        </a:p>
      </dsp:txBody>
      <dsp:txXfrm>
        <a:off x="31185" y="2758145"/>
        <a:ext cx="4937754" cy="576450"/>
      </dsp:txXfrm>
    </dsp:sp>
    <dsp:sp modelId="{875BD00F-4655-4B57-9B6D-C549334188B4}">
      <dsp:nvSpPr>
        <dsp:cNvPr id="0" name=""/>
        <dsp:cNvSpPr/>
      </dsp:nvSpPr>
      <dsp:spPr>
        <a:xfrm>
          <a:off x="0" y="3365780"/>
          <a:ext cx="5000124" cy="1883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GB" sz="2000" b="1" kern="1200"/>
            <a:t>Qualitative Assessment: </a:t>
          </a:r>
          <a:r>
            <a:rPr lang="en-GB" sz="2000" kern="1200"/>
            <a:t>Using subjective judgments to assess risk.</a:t>
          </a:r>
          <a:endParaRPr lang="en-US" sz="2000" kern="1200"/>
        </a:p>
        <a:p>
          <a:pPr marL="228600" lvl="1" indent="-228600" algn="l" defTabSz="889000">
            <a:lnSpc>
              <a:spcPct val="90000"/>
            </a:lnSpc>
            <a:spcBef>
              <a:spcPct val="0"/>
            </a:spcBef>
            <a:spcAft>
              <a:spcPct val="20000"/>
            </a:spcAft>
            <a:buChar char="•"/>
          </a:pPr>
          <a:r>
            <a:rPr lang="en-GB" sz="2000" b="1" kern="1200"/>
            <a:t>Quantitative Assessment: </a:t>
          </a:r>
          <a:r>
            <a:rPr lang="en-GB" sz="2000" kern="1200"/>
            <a:t>Using numerical values to measure risk.</a:t>
          </a:r>
          <a:endParaRPr lang="en-US" sz="2000" kern="1200"/>
        </a:p>
        <a:p>
          <a:pPr marL="228600" lvl="1" indent="-228600" algn="l" defTabSz="889000">
            <a:lnSpc>
              <a:spcPct val="90000"/>
            </a:lnSpc>
            <a:spcBef>
              <a:spcPct val="0"/>
            </a:spcBef>
            <a:spcAft>
              <a:spcPct val="20000"/>
            </a:spcAft>
            <a:buChar char="•"/>
          </a:pPr>
          <a:r>
            <a:rPr lang="en-GB" sz="2000" b="1" kern="1200"/>
            <a:t>Risk Matrix: </a:t>
          </a:r>
          <a:r>
            <a:rPr lang="en-GB" sz="2000" kern="1200"/>
            <a:t>A visual tool for representing risk levels.</a:t>
          </a:r>
          <a:endParaRPr lang="en-US" sz="2000" kern="1200"/>
        </a:p>
      </dsp:txBody>
      <dsp:txXfrm>
        <a:off x="0" y="3365780"/>
        <a:ext cx="5000124" cy="18837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CF767A-E6AD-4CF5-97CA-669B3EB36FA4}">
      <dsp:nvSpPr>
        <dsp:cNvPr id="0" name=""/>
        <dsp:cNvSpPr/>
      </dsp:nvSpPr>
      <dsp:spPr>
        <a:xfrm>
          <a:off x="0" y="0"/>
          <a:ext cx="5000124"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A47E6E5-4557-4184-97BE-608FE073231C}">
      <dsp:nvSpPr>
        <dsp:cNvPr id="0" name=""/>
        <dsp:cNvSpPr/>
      </dsp:nvSpPr>
      <dsp:spPr>
        <a:xfrm>
          <a:off x="0" y="0"/>
          <a:ext cx="1000024"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CA" sz="1200" b="1" kern="1200"/>
            <a:t>Risk Mitigation Strategies:</a:t>
          </a:r>
          <a:endParaRPr lang="en-US" sz="1200" kern="1200"/>
        </a:p>
      </dsp:txBody>
      <dsp:txXfrm>
        <a:off x="0" y="0"/>
        <a:ext cx="1000024" cy="2726960"/>
      </dsp:txXfrm>
    </dsp:sp>
    <dsp:sp modelId="{06955AD7-DB22-4E89-8844-D18D9715C933}">
      <dsp:nvSpPr>
        <dsp:cNvPr id="0" name=""/>
        <dsp:cNvSpPr/>
      </dsp:nvSpPr>
      <dsp:spPr>
        <a:xfrm>
          <a:off x="1075026" y="32056"/>
          <a:ext cx="3925097" cy="641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Avoidance: Eliminate the threat or vulnerability.</a:t>
          </a:r>
          <a:endParaRPr lang="en-US" sz="1800" kern="1200"/>
        </a:p>
      </dsp:txBody>
      <dsp:txXfrm>
        <a:off x="1075026" y="32056"/>
        <a:ext cx="3925097" cy="641128"/>
      </dsp:txXfrm>
    </dsp:sp>
    <dsp:sp modelId="{9993C1DF-F508-4447-B207-D82084AD0325}">
      <dsp:nvSpPr>
        <dsp:cNvPr id="0" name=""/>
        <dsp:cNvSpPr/>
      </dsp:nvSpPr>
      <dsp:spPr>
        <a:xfrm>
          <a:off x="1000024" y="673184"/>
          <a:ext cx="400009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83BFF746-C233-44C1-9C89-D64B09AE95A5}">
      <dsp:nvSpPr>
        <dsp:cNvPr id="0" name=""/>
        <dsp:cNvSpPr/>
      </dsp:nvSpPr>
      <dsp:spPr>
        <a:xfrm>
          <a:off x="1075026" y="705241"/>
          <a:ext cx="3925097" cy="641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Reduction: Reduce the likelihood or impact of the threat.</a:t>
          </a:r>
          <a:endParaRPr lang="en-US" sz="1800" kern="1200"/>
        </a:p>
      </dsp:txBody>
      <dsp:txXfrm>
        <a:off x="1075026" y="705241"/>
        <a:ext cx="3925097" cy="641128"/>
      </dsp:txXfrm>
    </dsp:sp>
    <dsp:sp modelId="{A303B1ED-62C0-4071-B073-C99DBD2ACAA3}">
      <dsp:nvSpPr>
        <dsp:cNvPr id="0" name=""/>
        <dsp:cNvSpPr/>
      </dsp:nvSpPr>
      <dsp:spPr>
        <a:xfrm>
          <a:off x="1000024" y="1346369"/>
          <a:ext cx="400009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7EAB09C6-F230-4EE6-874F-B14DF26BCEF2}">
      <dsp:nvSpPr>
        <dsp:cNvPr id="0" name=""/>
        <dsp:cNvSpPr/>
      </dsp:nvSpPr>
      <dsp:spPr>
        <a:xfrm>
          <a:off x="1075026" y="1378426"/>
          <a:ext cx="3925097" cy="641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Transfer: Shift the risk to a third party (e.g., insurance).</a:t>
          </a:r>
          <a:endParaRPr lang="en-US" sz="1800" kern="1200"/>
        </a:p>
      </dsp:txBody>
      <dsp:txXfrm>
        <a:off x="1075026" y="1378426"/>
        <a:ext cx="3925097" cy="641128"/>
      </dsp:txXfrm>
    </dsp:sp>
    <dsp:sp modelId="{F51074D9-2285-433B-935E-9F4B327CD874}">
      <dsp:nvSpPr>
        <dsp:cNvPr id="0" name=""/>
        <dsp:cNvSpPr/>
      </dsp:nvSpPr>
      <dsp:spPr>
        <a:xfrm>
          <a:off x="1000024" y="2019554"/>
          <a:ext cx="400009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645C82D1-4A4D-49A0-A439-F94D307D3C7F}">
      <dsp:nvSpPr>
        <dsp:cNvPr id="0" name=""/>
        <dsp:cNvSpPr/>
      </dsp:nvSpPr>
      <dsp:spPr>
        <a:xfrm>
          <a:off x="1075026" y="2051611"/>
          <a:ext cx="3925097" cy="641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Acceptance: Acknowledge the risk and decide not to take action.</a:t>
          </a:r>
          <a:endParaRPr lang="en-US" sz="1800" kern="1200"/>
        </a:p>
      </dsp:txBody>
      <dsp:txXfrm>
        <a:off x="1075026" y="2051611"/>
        <a:ext cx="3925097" cy="641128"/>
      </dsp:txXfrm>
    </dsp:sp>
    <dsp:sp modelId="{693930E3-F167-4685-B84F-8BC36B44A5F3}">
      <dsp:nvSpPr>
        <dsp:cNvPr id="0" name=""/>
        <dsp:cNvSpPr/>
      </dsp:nvSpPr>
      <dsp:spPr>
        <a:xfrm>
          <a:off x="1000024" y="2692739"/>
          <a:ext cx="400009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18BBEC8D-4ECF-4AF7-89E9-CBDDF7ABA278}">
      <dsp:nvSpPr>
        <dsp:cNvPr id="0" name=""/>
        <dsp:cNvSpPr/>
      </dsp:nvSpPr>
      <dsp:spPr>
        <a:xfrm>
          <a:off x="0" y="2726960"/>
          <a:ext cx="5000124"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18E78EC-751F-44DE-BB81-0ECBF259E49C}">
      <dsp:nvSpPr>
        <dsp:cNvPr id="0" name=""/>
        <dsp:cNvSpPr/>
      </dsp:nvSpPr>
      <dsp:spPr>
        <a:xfrm>
          <a:off x="0" y="2726960"/>
          <a:ext cx="1000024"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CA" sz="1200" b="1" kern="1200"/>
            <a:t>Benefits of Risk Assessment:</a:t>
          </a:r>
          <a:endParaRPr lang="en-US" sz="1200" kern="1200"/>
        </a:p>
      </dsp:txBody>
      <dsp:txXfrm>
        <a:off x="0" y="2726960"/>
        <a:ext cx="1000024" cy="2726960"/>
      </dsp:txXfrm>
    </dsp:sp>
    <dsp:sp modelId="{91ECDD0C-F160-41FE-BF08-79E937BD1144}">
      <dsp:nvSpPr>
        <dsp:cNvPr id="0" name=""/>
        <dsp:cNvSpPr/>
      </dsp:nvSpPr>
      <dsp:spPr>
        <a:xfrm>
          <a:off x="1075026" y="2759016"/>
          <a:ext cx="3925097" cy="641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Informed Decision-Making: Allocate resources effectively.</a:t>
          </a:r>
          <a:endParaRPr lang="en-US" sz="1800" kern="1200"/>
        </a:p>
      </dsp:txBody>
      <dsp:txXfrm>
        <a:off x="1075026" y="2759016"/>
        <a:ext cx="3925097" cy="641128"/>
      </dsp:txXfrm>
    </dsp:sp>
    <dsp:sp modelId="{93E3222E-B13C-4335-AB61-DD7416339EC0}">
      <dsp:nvSpPr>
        <dsp:cNvPr id="0" name=""/>
        <dsp:cNvSpPr/>
      </dsp:nvSpPr>
      <dsp:spPr>
        <a:xfrm>
          <a:off x="1000024" y="3400144"/>
          <a:ext cx="400009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3E59DAC-3E96-4046-A0E5-E91F1EA2320E}">
      <dsp:nvSpPr>
        <dsp:cNvPr id="0" name=""/>
        <dsp:cNvSpPr/>
      </dsp:nvSpPr>
      <dsp:spPr>
        <a:xfrm>
          <a:off x="1075026" y="3432201"/>
          <a:ext cx="3925097" cy="641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Prioritized Security Efforts: Focus on the most critical threats.</a:t>
          </a:r>
          <a:endParaRPr lang="en-US" sz="1800" kern="1200"/>
        </a:p>
      </dsp:txBody>
      <dsp:txXfrm>
        <a:off x="1075026" y="3432201"/>
        <a:ext cx="3925097" cy="641128"/>
      </dsp:txXfrm>
    </dsp:sp>
    <dsp:sp modelId="{B979C411-E460-4A07-B3DE-C18A0F94E68C}">
      <dsp:nvSpPr>
        <dsp:cNvPr id="0" name=""/>
        <dsp:cNvSpPr/>
      </dsp:nvSpPr>
      <dsp:spPr>
        <a:xfrm>
          <a:off x="1000024" y="4073329"/>
          <a:ext cx="400009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05E11053-ED64-4609-9380-6C159119E7ED}">
      <dsp:nvSpPr>
        <dsp:cNvPr id="0" name=""/>
        <dsp:cNvSpPr/>
      </dsp:nvSpPr>
      <dsp:spPr>
        <a:xfrm>
          <a:off x="1075026" y="4105386"/>
          <a:ext cx="3925097" cy="641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Compliance: Demonstrate adherence to security standards.</a:t>
          </a:r>
          <a:endParaRPr lang="en-US" sz="1800" kern="1200"/>
        </a:p>
      </dsp:txBody>
      <dsp:txXfrm>
        <a:off x="1075026" y="4105386"/>
        <a:ext cx="3925097" cy="641128"/>
      </dsp:txXfrm>
    </dsp:sp>
    <dsp:sp modelId="{0D0B9A2B-B8AB-4C8F-921D-551F98336FFC}">
      <dsp:nvSpPr>
        <dsp:cNvPr id="0" name=""/>
        <dsp:cNvSpPr/>
      </dsp:nvSpPr>
      <dsp:spPr>
        <a:xfrm>
          <a:off x="1000024" y="4746514"/>
          <a:ext cx="400009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206C50C3-9820-45EC-A3B4-31D783E8DFB0}">
      <dsp:nvSpPr>
        <dsp:cNvPr id="0" name=""/>
        <dsp:cNvSpPr/>
      </dsp:nvSpPr>
      <dsp:spPr>
        <a:xfrm>
          <a:off x="1075026" y="4778571"/>
          <a:ext cx="3925097" cy="641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Risk Management: Reduce the overall risk to the organization.</a:t>
          </a:r>
          <a:endParaRPr lang="en-US" sz="1800" kern="1200"/>
        </a:p>
      </dsp:txBody>
      <dsp:txXfrm>
        <a:off x="1075026" y="4778571"/>
        <a:ext cx="3925097" cy="641128"/>
      </dsp:txXfrm>
    </dsp:sp>
    <dsp:sp modelId="{D2305AB4-E0CB-434D-8D92-BFF0F1B0FAE8}">
      <dsp:nvSpPr>
        <dsp:cNvPr id="0" name=""/>
        <dsp:cNvSpPr/>
      </dsp:nvSpPr>
      <dsp:spPr>
        <a:xfrm>
          <a:off x="1000024" y="5419699"/>
          <a:ext cx="4000099"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105AEA-9D3E-493B-BB99-330501DDA43B}">
      <dsp:nvSpPr>
        <dsp:cNvPr id="0" name=""/>
        <dsp:cNvSpPr/>
      </dsp:nvSpPr>
      <dsp:spPr>
        <a:xfrm>
          <a:off x="0" y="173761"/>
          <a:ext cx="5000124" cy="1237713"/>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CA" sz="3100" kern="1200"/>
            <a:t>Controls</a:t>
          </a:r>
          <a:endParaRPr lang="en-US" sz="3100" kern="1200"/>
        </a:p>
      </dsp:txBody>
      <dsp:txXfrm>
        <a:off x="60420" y="234181"/>
        <a:ext cx="4879284" cy="1116873"/>
      </dsp:txXfrm>
    </dsp:sp>
    <dsp:sp modelId="{21062565-35FC-4558-B6BB-A9A20A78309D}">
      <dsp:nvSpPr>
        <dsp:cNvPr id="0" name=""/>
        <dsp:cNvSpPr/>
      </dsp:nvSpPr>
      <dsp:spPr>
        <a:xfrm>
          <a:off x="0" y="1411474"/>
          <a:ext cx="5000124" cy="263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CA" sz="2400" kern="1200"/>
            <a:t>The ways to </a:t>
          </a:r>
          <a:r>
            <a:rPr lang="en-CA" sz="2400" b="1" u="sng" kern="1200"/>
            <a:t>address committed, or possible attacks</a:t>
          </a:r>
          <a:endParaRPr lang="en-US" sz="2400" kern="1200"/>
        </a:p>
        <a:p>
          <a:pPr marL="228600" lvl="1" indent="-228600" algn="l" defTabSz="1066800">
            <a:lnSpc>
              <a:spcPct val="90000"/>
            </a:lnSpc>
            <a:spcBef>
              <a:spcPct val="0"/>
            </a:spcBef>
            <a:spcAft>
              <a:spcPct val="20000"/>
            </a:spcAft>
            <a:buChar char="•"/>
          </a:pPr>
          <a:r>
            <a:rPr lang="en-CA" sz="2400" kern="1200"/>
            <a:t>The ways to </a:t>
          </a:r>
          <a:r>
            <a:rPr lang="en-CA" sz="2400" b="1" u="sng" kern="1200"/>
            <a:t>protect systems</a:t>
          </a:r>
          <a:endParaRPr lang="en-US" sz="2400" kern="1200"/>
        </a:p>
        <a:p>
          <a:pPr marL="228600" lvl="1" indent="-228600" algn="l" defTabSz="1066800">
            <a:lnSpc>
              <a:spcPct val="90000"/>
            </a:lnSpc>
            <a:spcBef>
              <a:spcPct val="0"/>
            </a:spcBef>
            <a:spcAft>
              <a:spcPct val="20000"/>
            </a:spcAft>
            <a:buChar char="•"/>
          </a:pPr>
          <a:r>
            <a:rPr lang="en-CA" sz="2400" kern="1200"/>
            <a:t>Could be </a:t>
          </a:r>
          <a:r>
            <a:rPr lang="en-CA" sz="2400" b="1" u="sng" kern="1200"/>
            <a:t>actions</a:t>
          </a:r>
          <a:r>
            <a:rPr lang="en-CA" sz="2400" kern="1200"/>
            <a:t>, </a:t>
          </a:r>
          <a:r>
            <a:rPr lang="en-CA" sz="2400" b="1" u="sng" kern="1200"/>
            <a:t>devices</a:t>
          </a:r>
          <a:r>
            <a:rPr lang="en-CA" sz="2400" kern="1200"/>
            <a:t>, </a:t>
          </a:r>
          <a:r>
            <a:rPr lang="en-CA" sz="2400" b="1" u="sng" kern="1200"/>
            <a:t>procedures</a:t>
          </a:r>
          <a:r>
            <a:rPr lang="en-CA" sz="2400" kern="1200"/>
            <a:t>, or </a:t>
          </a:r>
          <a:r>
            <a:rPr lang="en-CA" sz="2400" b="1" u="sng" kern="1200"/>
            <a:t>techniques</a:t>
          </a:r>
          <a:r>
            <a:rPr lang="en-CA" sz="2400" kern="1200"/>
            <a:t> that </a:t>
          </a:r>
          <a:r>
            <a:rPr lang="en-CA" sz="2400" b="1" u="sng" kern="1200"/>
            <a:t>remove or reduce vulnerabilities</a:t>
          </a:r>
          <a:endParaRPr lang="en-US" sz="2400" kern="1200"/>
        </a:p>
      </dsp:txBody>
      <dsp:txXfrm>
        <a:off x="0" y="1411474"/>
        <a:ext cx="5000124" cy="2630970"/>
      </dsp:txXfrm>
    </dsp:sp>
    <dsp:sp modelId="{B0714683-6433-418B-98BB-599977CFD48D}">
      <dsp:nvSpPr>
        <dsp:cNvPr id="0" name=""/>
        <dsp:cNvSpPr/>
      </dsp:nvSpPr>
      <dsp:spPr>
        <a:xfrm>
          <a:off x="0" y="4042444"/>
          <a:ext cx="5000124" cy="1237713"/>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CA" sz="3100" kern="1200"/>
            <a:t>A Threat is blocked by Control of a Vulnerability</a:t>
          </a:r>
          <a:endParaRPr lang="en-US" sz="3100" kern="1200"/>
        </a:p>
      </dsp:txBody>
      <dsp:txXfrm>
        <a:off x="60420" y="4102864"/>
        <a:ext cx="4879284" cy="111687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C758A-1504-485B-BC99-8269A5835DA2}">
      <dsp:nvSpPr>
        <dsp:cNvPr id="0" name=""/>
        <dsp:cNvSpPr/>
      </dsp:nvSpPr>
      <dsp:spPr>
        <a:xfrm>
          <a:off x="0" y="615199"/>
          <a:ext cx="5000124" cy="3439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b="1" kern="1200"/>
            <a:t>Types of Security Controls:</a:t>
          </a:r>
          <a:endParaRPr lang="en-US" sz="1400" kern="1200"/>
        </a:p>
      </dsp:txBody>
      <dsp:txXfrm>
        <a:off x="16792" y="631991"/>
        <a:ext cx="4966540" cy="310396"/>
      </dsp:txXfrm>
    </dsp:sp>
    <dsp:sp modelId="{55C1DF6D-7997-4743-AAF1-E530F3AC5DF4}">
      <dsp:nvSpPr>
        <dsp:cNvPr id="0" name=""/>
        <dsp:cNvSpPr/>
      </dsp:nvSpPr>
      <dsp:spPr>
        <a:xfrm>
          <a:off x="0" y="999499"/>
          <a:ext cx="5000124" cy="343980"/>
        </a:xfrm>
        <a:prstGeom prst="roundRect">
          <a:avLst/>
        </a:prstGeom>
        <a:gradFill rotWithShape="0">
          <a:gsLst>
            <a:gs pos="0">
              <a:schemeClr val="accent2">
                <a:hueOff val="920516"/>
                <a:satOff val="-2642"/>
                <a:lumOff val="-4230"/>
                <a:alphaOff val="0"/>
                <a:satMod val="103000"/>
                <a:lumMod val="102000"/>
                <a:tint val="94000"/>
              </a:schemeClr>
            </a:gs>
            <a:gs pos="50000">
              <a:schemeClr val="accent2">
                <a:hueOff val="920516"/>
                <a:satOff val="-2642"/>
                <a:lumOff val="-4230"/>
                <a:alphaOff val="0"/>
                <a:satMod val="110000"/>
                <a:lumMod val="100000"/>
                <a:shade val="100000"/>
              </a:schemeClr>
            </a:gs>
            <a:gs pos="100000">
              <a:schemeClr val="accent2">
                <a:hueOff val="920516"/>
                <a:satOff val="-2642"/>
                <a:lumOff val="-423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a:t>Technical Controls:</a:t>
          </a:r>
          <a:r>
            <a:rPr lang="en-US" sz="1400" b="0" i="0" kern="1200" baseline="0"/>
            <a:t> Utilize technology to protect systems.</a:t>
          </a:r>
          <a:endParaRPr lang="en-US" sz="1400" kern="1200"/>
        </a:p>
      </dsp:txBody>
      <dsp:txXfrm>
        <a:off x="16792" y="1016291"/>
        <a:ext cx="4966540" cy="310396"/>
      </dsp:txXfrm>
    </dsp:sp>
    <dsp:sp modelId="{A43637A4-6DEA-4E26-85D0-E41C85D5BBB1}">
      <dsp:nvSpPr>
        <dsp:cNvPr id="0" name=""/>
        <dsp:cNvSpPr/>
      </dsp:nvSpPr>
      <dsp:spPr>
        <a:xfrm>
          <a:off x="0" y="1343479"/>
          <a:ext cx="5000124" cy="231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b="0" i="0" kern="1200" baseline="0"/>
            <a:t>Examples: Firewalls, encryption, intrusion detection systems</a:t>
          </a:r>
          <a:endParaRPr lang="en-US" sz="1100" kern="1200"/>
        </a:p>
      </dsp:txBody>
      <dsp:txXfrm>
        <a:off x="0" y="1343479"/>
        <a:ext cx="5000124" cy="231840"/>
      </dsp:txXfrm>
    </dsp:sp>
    <dsp:sp modelId="{93AF2EE6-C7AC-42F2-8EF7-4C12196D9633}">
      <dsp:nvSpPr>
        <dsp:cNvPr id="0" name=""/>
        <dsp:cNvSpPr/>
      </dsp:nvSpPr>
      <dsp:spPr>
        <a:xfrm>
          <a:off x="0" y="1575319"/>
          <a:ext cx="5000124" cy="343980"/>
        </a:xfrm>
        <a:prstGeom prst="roundRect">
          <a:avLst/>
        </a:prstGeom>
        <a:gradFill rotWithShape="0">
          <a:gsLst>
            <a:gs pos="0">
              <a:schemeClr val="accent2">
                <a:hueOff val="1841033"/>
                <a:satOff val="-5284"/>
                <a:lumOff val="-8460"/>
                <a:alphaOff val="0"/>
                <a:satMod val="103000"/>
                <a:lumMod val="102000"/>
                <a:tint val="94000"/>
              </a:schemeClr>
            </a:gs>
            <a:gs pos="50000">
              <a:schemeClr val="accent2">
                <a:hueOff val="1841033"/>
                <a:satOff val="-5284"/>
                <a:lumOff val="-8460"/>
                <a:alphaOff val="0"/>
                <a:satMod val="110000"/>
                <a:lumMod val="100000"/>
                <a:shade val="100000"/>
              </a:schemeClr>
            </a:gs>
            <a:gs pos="100000">
              <a:schemeClr val="accent2">
                <a:hueOff val="1841033"/>
                <a:satOff val="-5284"/>
                <a:lumOff val="-846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a:t>Administrative Controls:</a:t>
          </a:r>
          <a:r>
            <a:rPr lang="en-US" sz="1400" b="0" i="0" kern="1200" baseline="0"/>
            <a:t> Policies, procedures, and guidelines.</a:t>
          </a:r>
          <a:endParaRPr lang="en-US" sz="1400" kern="1200"/>
        </a:p>
      </dsp:txBody>
      <dsp:txXfrm>
        <a:off x="16792" y="1592111"/>
        <a:ext cx="4966540" cy="310396"/>
      </dsp:txXfrm>
    </dsp:sp>
    <dsp:sp modelId="{CACD32BB-3D3A-4954-9C97-1BC9A4FDD55A}">
      <dsp:nvSpPr>
        <dsp:cNvPr id="0" name=""/>
        <dsp:cNvSpPr/>
      </dsp:nvSpPr>
      <dsp:spPr>
        <a:xfrm>
          <a:off x="0" y="1919299"/>
          <a:ext cx="5000124" cy="231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b="0" i="0" kern="1200" baseline="0"/>
            <a:t>Examples: Access control policies, security awareness training</a:t>
          </a:r>
          <a:endParaRPr lang="en-US" sz="1100" kern="1200"/>
        </a:p>
      </dsp:txBody>
      <dsp:txXfrm>
        <a:off x="0" y="1919299"/>
        <a:ext cx="5000124" cy="231840"/>
      </dsp:txXfrm>
    </dsp:sp>
    <dsp:sp modelId="{12A5BAFC-4912-4192-80AB-A317385B4941}">
      <dsp:nvSpPr>
        <dsp:cNvPr id="0" name=""/>
        <dsp:cNvSpPr/>
      </dsp:nvSpPr>
      <dsp:spPr>
        <a:xfrm>
          <a:off x="0" y="2151139"/>
          <a:ext cx="5000124" cy="343980"/>
        </a:xfrm>
        <a:prstGeom prst="roundRect">
          <a:avLst/>
        </a:prstGeom>
        <a:gradFill rotWithShape="0">
          <a:gsLst>
            <a:gs pos="0">
              <a:schemeClr val="accent2">
                <a:hueOff val="2761549"/>
                <a:satOff val="-7926"/>
                <a:lumOff val="-12690"/>
                <a:alphaOff val="0"/>
                <a:satMod val="103000"/>
                <a:lumMod val="102000"/>
                <a:tint val="94000"/>
              </a:schemeClr>
            </a:gs>
            <a:gs pos="50000">
              <a:schemeClr val="accent2">
                <a:hueOff val="2761549"/>
                <a:satOff val="-7926"/>
                <a:lumOff val="-12690"/>
                <a:alphaOff val="0"/>
                <a:satMod val="110000"/>
                <a:lumMod val="100000"/>
                <a:shade val="100000"/>
              </a:schemeClr>
            </a:gs>
            <a:gs pos="100000">
              <a:schemeClr val="accent2">
                <a:hueOff val="2761549"/>
                <a:satOff val="-7926"/>
                <a:lumOff val="-1269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baseline="0"/>
            <a:t>Physical Controls:</a:t>
          </a:r>
          <a:r>
            <a:rPr lang="en-US" sz="1400" b="0" i="0" kern="1200" baseline="0"/>
            <a:t> Protect hardware and facilities.</a:t>
          </a:r>
          <a:endParaRPr lang="en-US" sz="1400" kern="1200"/>
        </a:p>
      </dsp:txBody>
      <dsp:txXfrm>
        <a:off x="16792" y="2167931"/>
        <a:ext cx="4966540" cy="310396"/>
      </dsp:txXfrm>
    </dsp:sp>
    <dsp:sp modelId="{BBD1F798-E4D5-4D24-92FE-CC250B68E88D}">
      <dsp:nvSpPr>
        <dsp:cNvPr id="0" name=""/>
        <dsp:cNvSpPr/>
      </dsp:nvSpPr>
      <dsp:spPr>
        <a:xfrm>
          <a:off x="0" y="2495119"/>
          <a:ext cx="5000124" cy="231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b="0" i="0" kern="1200" baseline="0"/>
            <a:t>Examples: Locks, surveillance, environmental controls</a:t>
          </a:r>
          <a:endParaRPr lang="en-US" sz="1100" kern="1200"/>
        </a:p>
      </dsp:txBody>
      <dsp:txXfrm>
        <a:off x="0" y="2495119"/>
        <a:ext cx="5000124" cy="231840"/>
      </dsp:txXfrm>
    </dsp:sp>
    <dsp:sp modelId="{6461BCDF-4932-4DE2-B1C0-4FE74AE806B1}">
      <dsp:nvSpPr>
        <dsp:cNvPr id="0" name=""/>
        <dsp:cNvSpPr/>
      </dsp:nvSpPr>
      <dsp:spPr>
        <a:xfrm>
          <a:off x="0" y="2726959"/>
          <a:ext cx="5000124" cy="343980"/>
        </a:xfrm>
        <a:prstGeom prst="roundRect">
          <a:avLst/>
        </a:prstGeom>
        <a:gradFill rotWithShape="0">
          <a:gsLst>
            <a:gs pos="0">
              <a:schemeClr val="accent2">
                <a:hueOff val="3682065"/>
                <a:satOff val="-10567"/>
                <a:lumOff val="-16919"/>
                <a:alphaOff val="0"/>
                <a:satMod val="103000"/>
                <a:lumMod val="102000"/>
                <a:tint val="94000"/>
              </a:schemeClr>
            </a:gs>
            <a:gs pos="50000">
              <a:schemeClr val="accent2">
                <a:hueOff val="3682065"/>
                <a:satOff val="-10567"/>
                <a:lumOff val="-16919"/>
                <a:alphaOff val="0"/>
                <a:satMod val="110000"/>
                <a:lumMod val="100000"/>
                <a:shade val="100000"/>
              </a:schemeClr>
            </a:gs>
            <a:gs pos="100000">
              <a:schemeClr val="accent2">
                <a:hueOff val="3682065"/>
                <a:satOff val="-10567"/>
                <a:lumOff val="-1691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b="1" kern="1200"/>
            <a:t>Mitigation Strategies in Practice:</a:t>
          </a:r>
          <a:endParaRPr lang="en-US" sz="1400" kern="1200"/>
        </a:p>
      </dsp:txBody>
      <dsp:txXfrm>
        <a:off x="16792" y="2743751"/>
        <a:ext cx="4966540" cy="310396"/>
      </dsp:txXfrm>
    </dsp:sp>
    <dsp:sp modelId="{B818E35B-1413-4BF7-833A-86903089D37A}">
      <dsp:nvSpPr>
        <dsp:cNvPr id="0" name=""/>
        <dsp:cNvSpPr/>
      </dsp:nvSpPr>
      <dsp:spPr>
        <a:xfrm>
          <a:off x="0" y="3111259"/>
          <a:ext cx="5000124" cy="343980"/>
        </a:xfrm>
        <a:prstGeom prst="roundRect">
          <a:avLst/>
        </a:prstGeom>
        <a:gradFill rotWithShape="0">
          <a:gsLst>
            <a:gs pos="0">
              <a:schemeClr val="accent2">
                <a:hueOff val="4602581"/>
                <a:satOff val="-13209"/>
                <a:lumOff val="-21149"/>
                <a:alphaOff val="0"/>
                <a:satMod val="103000"/>
                <a:lumMod val="102000"/>
                <a:tint val="94000"/>
              </a:schemeClr>
            </a:gs>
            <a:gs pos="50000">
              <a:schemeClr val="accent2">
                <a:hueOff val="4602581"/>
                <a:satOff val="-13209"/>
                <a:lumOff val="-21149"/>
                <a:alphaOff val="0"/>
                <a:satMod val="110000"/>
                <a:lumMod val="100000"/>
                <a:shade val="100000"/>
              </a:schemeClr>
            </a:gs>
            <a:gs pos="100000">
              <a:schemeClr val="accent2">
                <a:hueOff val="4602581"/>
                <a:satOff val="-13209"/>
                <a:lumOff val="-2114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a:t>Threat: SQL injection</a:t>
          </a:r>
          <a:endParaRPr lang="en-US" sz="1400" kern="1200"/>
        </a:p>
      </dsp:txBody>
      <dsp:txXfrm>
        <a:off x="16792" y="3128051"/>
        <a:ext cx="4966540" cy="310396"/>
      </dsp:txXfrm>
    </dsp:sp>
    <dsp:sp modelId="{D9736CE8-3C79-4D5E-BDFB-FAE398D94731}">
      <dsp:nvSpPr>
        <dsp:cNvPr id="0" name=""/>
        <dsp:cNvSpPr/>
      </dsp:nvSpPr>
      <dsp:spPr>
        <a:xfrm>
          <a:off x="0" y="3455240"/>
          <a:ext cx="5000124" cy="231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17780" rIns="99568" bIns="17780" numCol="1" spcCol="1270" anchor="t" anchorCtr="0">
          <a:noAutofit/>
        </a:bodyPr>
        <a:lstStyle/>
        <a:p>
          <a:pPr marL="57150" lvl="1" indent="-57150" algn="l" defTabSz="488950">
            <a:lnSpc>
              <a:spcPct val="90000"/>
            </a:lnSpc>
            <a:spcBef>
              <a:spcPct val="0"/>
            </a:spcBef>
            <a:spcAft>
              <a:spcPct val="20000"/>
            </a:spcAft>
            <a:buChar char="•"/>
          </a:pPr>
          <a:r>
            <a:rPr lang="en-CA" sz="1100" kern="1200"/>
            <a:t>Mitigation: Input validation, parameterized queries</a:t>
          </a:r>
          <a:endParaRPr lang="en-US" sz="1100" kern="1200"/>
        </a:p>
      </dsp:txBody>
      <dsp:txXfrm>
        <a:off x="0" y="3455240"/>
        <a:ext cx="5000124" cy="231840"/>
      </dsp:txXfrm>
    </dsp:sp>
    <dsp:sp modelId="{5D305DDF-67F1-4846-8D28-CFAD4DA846D2}">
      <dsp:nvSpPr>
        <dsp:cNvPr id="0" name=""/>
        <dsp:cNvSpPr/>
      </dsp:nvSpPr>
      <dsp:spPr>
        <a:xfrm>
          <a:off x="0" y="3687080"/>
          <a:ext cx="5000124" cy="343980"/>
        </a:xfrm>
        <a:prstGeom prst="roundRect">
          <a:avLst/>
        </a:prstGeom>
        <a:gradFill rotWithShape="0">
          <a:gsLst>
            <a:gs pos="0">
              <a:schemeClr val="accent2">
                <a:hueOff val="5523098"/>
                <a:satOff val="-15851"/>
                <a:lumOff val="-25379"/>
                <a:alphaOff val="0"/>
                <a:satMod val="103000"/>
                <a:lumMod val="102000"/>
                <a:tint val="94000"/>
              </a:schemeClr>
            </a:gs>
            <a:gs pos="50000">
              <a:schemeClr val="accent2">
                <a:hueOff val="5523098"/>
                <a:satOff val="-15851"/>
                <a:lumOff val="-25379"/>
                <a:alphaOff val="0"/>
                <a:satMod val="110000"/>
                <a:lumMod val="100000"/>
                <a:shade val="100000"/>
              </a:schemeClr>
            </a:gs>
            <a:gs pos="100000">
              <a:schemeClr val="accent2">
                <a:hueOff val="5523098"/>
                <a:satOff val="-15851"/>
                <a:lumOff val="-2537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a:t>Threat: Phishing</a:t>
          </a:r>
          <a:endParaRPr lang="en-US" sz="1400" kern="1200"/>
        </a:p>
      </dsp:txBody>
      <dsp:txXfrm>
        <a:off x="16792" y="3703872"/>
        <a:ext cx="4966540" cy="310396"/>
      </dsp:txXfrm>
    </dsp:sp>
    <dsp:sp modelId="{783542D5-D98D-4E83-ADDB-24DABE2D6EEB}">
      <dsp:nvSpPr>
        <dsp:cNvPr id="0" name=""/>
        <dsp:cNvSpPr/>
      </dsp:nvSpPr>
      <dsp:spPr>
        <a:xfrm>
          <a:off x="0" y="4031060"/>
          <a:ext cx="5000124" cy="231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17780" rIns="99568" bIns="17780" numCol="1" spcCol="1270" anchor="t" anchorCtr="0">
          <a:noAutofit/>
        </a:bodyPr>
        <a:lstStyle/>
        <a:p>
          <a:pPr marL="57150" lvl="1" indent="-57150" algn="l" defTabSz="488950">
            <a:lnSpc>
              <a:spcPct val="90000"/>
            </a:lnSpc>
            <a:spcBef>
              <a:spcPct val="0"/>
            </a:spcBef>
            <a:spcAft>
              <a:spcPct val="20000"/>
            </a:spcAft>
            <a:buChar char="•"/>
          </a:pPr>
          <a:r>
            <a:rPr lang="en-CA" sz="1100" kern="1200"/>
            <a:t>Mitigation: Strong password policies, multi-factor authentication</a:t>
          </a:r>
          <a:endParaRPr lang="en-US" sz="1100" kern="1200"/>
        </a:p>
      </dsp:txBody>
      <dsp:txXfrm>
        <a:off x="0" y="4031060"/>
        <a:ext cx="5000124" cy="231840"/>
      </dsp:txXfrm>
    </dsp:sp>
    <dsp:sp modelId="{EFB6C560-0BA5-434F-8123-8C32E60595B2}">
      <dsp:nvSpPr>
        <dsp:cNvPr id="0" name=""/>
        <dsp:cNvSpPr/>
      </dsp:nvSpPr>
      <dsp:spPr>
        <a:xfrm>
          <a:off x="0" y="4262900"/>
          <a:ext cx="5000124" cy="34398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a:t>Threat: Denial-of-service (DoS) attacks</a:t>
          </a:r>
          <a:endParaRPr lang="en-US" sz="1400" kern="1200"/>
        </a:p>
      </dsp:txBody>
      <dsp:txXfrm>
        <a:off x="16792" y="4279692"/>
        <a:ext cx="4966540" cy="310396"/>
      </dsp:txXfrm>
    </dsp:sp>
    <dsp:sp modelId="{B16C4765-C2A7-4B89-8AFA-E35B0DB183D8}">
      <dsp:nvSpPr>
        <dsp:cNvPr id="0" name=""/>
        <dsp:cNvSpPr/>
      </dsp:nvSpPr>
      <dsp:spPr>
        <a:xfrm>
          <a:off x="0" y="4606880"/>
          <a:ext cx="5000124" cy="231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17780" rIns="99568" bIns="17780" numCol="1" spcCol="1270" anchor="t" anchorCtr="0">
          <a:noAutofit/>
        </a:bodyPr>
        <a:lstStyle/>
        <a:p>
          <a:pPr marL="57150" lvl="1" indent="-57150" algn="l" defTabSz="488950">
            <a:lnSpc>
              <a:spcPct val="90000"/>
            </a:lnSpc>
            <a:spcBef>
              <a:spcPct val="0"/>
            </a:spcBef>
            <a:spcAft>
              <a:spcPct val="20000"/>
            </a:spcAft>
            <a:buChar char="•"/>
          </a:pPr>
          <a:r>
            <a:rPr lang="en-CA" sz="1100" kern="1200"/>
            <a:t>Mitigation: DDoS protection, rate limiting</a:t>
          </a:r>
          <a:endParaRPr lang="en-US" sz="1100" kern="1200"/>
        </a:p>
      </dsp:txBody>
      <dsp:txXfrm>
        <a:off x="0" y="4606880"/>
        <a:ext cx="5000124" cy="23184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92992A-A33C-416E-BD21-0FA635B5C8BB}">
      <dsp:nvSpPr>
        <dsp:cNvPr id="0" name=""/>
        <dsp:cNvSpPr/>
      </dsp:nvSpPr>
      <dsp:spPr>
        <a:xfrm>
          <a:off x="0" y="1808"/>
          <a:ext cx="78867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D29B43-47D5-4D71-A2E8-F1301620A9DB}">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AE63EE-5064-448F-88E8-B53B3156D4A7}">
      <dsp:nvSpPr>
        <dsp:cNvPr id="0" name=""/>
        <dsp:cNvSpPr/>
      </dsp:nvSpPr>
      <dsp:spPr>
        <a:xfrm>
          <a:off x="1058686" y="180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CA" sz="1700" kern="1200"/>
            <a:t>Vulnerability: A weakness in a system that can be exploited by a threat actor to perform unauthorized actions.</a:t>
          </a:r>
          <a:endParaRPr lang="en-US" sz="1700" kern="1200"/>
        </a:p>
      </dsp:txBody>
      <dsp:txXfrm>
        <a:off x="1058686" y="1808"/>
        <a:ext cx="6828013" cy="916611"/>
      </dsp:txXfrm>
    </dsp:sp>
    <dsp:sp modelId="{811689DE-8DCB-41D8-8157-2139936FE168}">
      <dsp:nvSpPr>
        <dsp:cNvPr id="0" name=""/>
        <dsp:cNvSpPr/>
      </dsp:nvSpPr>
      <dsp:spPr>
        <a:xfrm>
          <a:off x="0" y="1147573"/>
          <a:ext cx="78867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7B4B46-699E-499C-A44A-6AE7EB1718C9}">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9F726F-A6BB-4340-A81C-7A89D567E2E9}">
      <dsp:nvSpPr>
        <dsp:cNvPr id="0" name=""/>
        <dsp:cNvSpPr/>
      </dsp:nvSpPr>
      <dsp:spPr>
        <a:xfrm>
          <a:off x="1058686" y="114757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CA" sz="1700" kern="1200"/>
            <a:t>Exploit: A method or tool used to take advantage of a vulnerability.</a:t>
          </a:r>
          <a:endParaRPr lang="en-US" sz="1700" kern="1200"/>
        </a:p>
      </dsp:txBody>
      <dsp:txXfrm>
        <a:off x="1058686" y="1147573"/>
        <a:ext cx="6828013" cy="916611"/>
      </dsp:txXfrm>
    </dsp:sp>
    <dsp:sp modelId="{13C07B26-C728-49CF-9D05-DF0236851BD5}">
      <dsp:nvSpPr>
        <dsp:cNvPr id="0" name=""/>
        <dsp:cNvSpPr/>
      </dsp:nvSpPr>
      <dsp:spPr>
        <a:xfrm>
          <a:off x="0" y="2293338"/>
          <a:ext cx="78867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60DED7-BC03-48F6-83E6-A4443D3E84F0}">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E1BC1C-188D-4C5F-8788-BD8AE8253CF5}">
      <dsp:nvSpPr>
        <dsp:cNvPr id="0" name=""/>
        <dsp:cNvSpPr/>
      </dsp:nvSpPr>
      <dsp:spPr>
        <a:xfrm>
          <a:off x="1058686" y="229333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CA" sz="1700" kern="1200"/>
            <a:t>Attack Surface: The total sum of the different points where an unauthorized user can try to enter data to or extract data from an environment.</a:t>
          </a:r>
          <a:endParaRPr lang="en-US" sz="1700" kern="1200"/>
        </a:p>
      </dsp:txBody>
      <dsp:txXfrm>
        <a:off x="1058686" y="2293338"/>
        <a:ext cx="6828013" cy="916611"/>
      </dsp:txXfrm>
    </dsp:sp>
    <dsp:sp modelId="{B36E16F6-B38F-42FC-9E31-5F6C15D06E23}">
      <dsp:nvSpPr>
        <dsp:cNvPr id="0" name=""/>
        <dsp:cNvSpPr/>
      </dsp:nvSpPr>
      <dsp:spPr>
        <a:xfrm>
          <a:off x="0" y="3439103"/>
          <a:ext cx="78867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7516D5-3A08-4F29-8604-54151B3A3CFE}">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68D155-8316-4B77-9E54-4175CA22EBE1}">
      <dsp:nvSpPr>
        <dsp:cNvPr id="0" name=""/>
        <dsp:cNvSpPr/>
      </dsp:nvSpPr>
      <dsp:spPr>
        <a:xfrm>
          <a:off x="1058686" y="343910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755650">
            <a:lnSpc>
              <a:spcPct val="90000"/>
            </a:lnSpc>
            <a:spcBef>
              <a:spcPct val="0"/>
            </a:spcBef>
            <a:spcAft>
              <a:spcPct val="35000"/>
            </a:spcAft>
            <a:buNone/>
          </a:pPr>
          <a:r>
            <a:rPr lang="en-CA" sz="1700" kern="1200"/>
            <a:t>Defense in Depth: A security strategy that employs multiple layers of defense to protect a system.</a:t>
          </a:r>
          <a:endParaRPr lang="en-US" sz="1700" kern="1200"/>
        </a:p>
      </dsp:txBody>
      <dsp:txXfrm>
        <a:off x="1058686" y="3439103"/>
        <a:ext cx="6828013" cy="916611"/>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15D1F6-6950-4A7F-B8BB-DA07B1FD735E}" type="datetimeFigureOut">
              <a:rPr lang="en-CA" smtClean="0"/>
              <a:t>2024-09-09</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333FE9-259E-4CE1-80EB-A380D2C004E6}" type="slidenum">
              <a:rPr lang="en-CA" smtClean="0"/>
              <a:t>‹#›</a:t>
            </a:fld>
            <a:endParaRPr lang="en-CA"/>
          </a:p>
        </p:txBody>
      </p:sp>
    </p:spTree>
    <p:extLst>
      <p:ext uri="{BB962C8B-B14F-4D97-AF65-F5344CB8AC3E}">
        <p14:creationId xmlns:p14="http://schemas.microsoft.com/office/powerpoint/2010/main" val="2010460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p:spPr>
        <p:txBody>
          <a:bodyPr>
            <a:noAutofit/>
          </a:bodyPr>
          <a:lstStyle/>
          <a:p>
            <a:r>
              <a:rPr lang="en-GB" sz="1100" dirty="0"/>
              <a:t>The way organizations handle information security has changed a lot over the years. Before computers became common, securing sensitive information mostly meant physical measures, like using locked filing cabinets, or administrative steps, such as screening employees before hiring.</a:t>
            </a:r>
          </a:p>
          <a:p>
            <a:r>
              <a:rPr lang="en-GB" sz="1100" dirty="0"/>
              <a:t>Once computers came into the picture, there was a clear need for digital tools to protect files, especially on systems that are shared or accessible to the public. These tools, known as </a:t>
            </a:r>
            <a:r>
              <a:rPr lang="en-GB" sz="1100" b="1" dirty="0"/>
              <a:t>computer security</a:t>
            </a:r>
            <a:r>
              <a:rPr lang="en-GB" sz="1100" dirty="0"/>
              <a:t>, are used to keep data safe from unauthorized access.</a:t>
            </a:r>
          </a:p>
          <a:p>
            <a:r>
              <a:rPr lang="en-GB" sz="1100" dirty="0"/>
              <a:t>Another big shift happened when organizations started using distributed systems and networks, which led to the need for </a:t>
            </a:r>
            <a:r>
              <a:rPr lang="en-GB" sz="1100" b="1" dirty="0"/>
              <a:t>network security</a:t>
            </a:r>
            <a:r>
              <a:rPr lang="en-GB" sz="1100" dirty="0"/>
              <a:t> to keep data safe while it's being transmitted. But the term "network security" doesn't quite cover it, since most systems today are connected through various networks, making </a:t>
            </a:r>
            <a:r>
              <a:rPr lang="en-GB" sz="1100" b="1" dirty="0"/>
              <a:t>internet security</a:t>
            </a:r>
            <a:r>
              <a:rPr lang="en-GB" sz="1100" dirty="0"/>
              <a:t> a better description.</a:t>
            </a:r>
          </a:p>
          <a:p>
            <a:r>
              <a:rPr lang="en-GB" sz="1100" dirty="0"/>
              <a:t>There’s often a mix of these security types, since threats like viruses can enter a system in different ways—either through physical devices or over the internet. Once inside, both computer and internet security measures are needed to find and fix the problem.</a:t>
            </a:r>
          </a:p>
          <a:p>
            <a:r>
              <a:rPr lang="en-GB" sz="1100" dirty="0"/>
              <a:t>Cyber</a:t>
            </a:r>
            <a:r>
              <a:rPr lang="en-GB" sz="1100" b="1" dirty="0"/>
              <a:t> security</a:t>
            </a:r>
            <a:r>
              <a:rPr lang="en-GB" sz="1100" dirty="0"/>
              <a:t>, is focusing on how to prevent, detect, and fix security issues mostly related to data transmission.</a:t>
            </a:r>
          </a:p>
          <a:p>
            <a:endParaRPr lang="en-US" sz="900"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3</a:t>
            </a:fld>
            <a:endParaRPr lang="en-AU" dirty="0"/>
          </a:p>
        </p:txBody>
      </p:sp>
    </p:spTree>
    <p:extLst>
      <p:ext uri="{BB962C8B-B14F-4D97-AF65-F5344CB8AC3E}">
        <p14:creationId xmlns:p14="http://schemas.microsoft.com/office/powerpoint/2010/main" val="3190571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31"/>
          <p:cNvSpPr>
            <a:spLocks noGrp="1" noChangeArrowheads="1"/>
          </p:cNvSpPr>
          <p:nvPr>
            <p:ph type="sldNum" sz="quarter" idx="5"/>
          </p:nvPr>
        </p:nvSpPr>
        <p:spPr>
          <a:noFill/>
        </p:spPr>
        <p:txBody>
          <a:bodyPr/>
          <a:lstStyle/>
          <a:p>
            <a:fld id="{36824CC6-5127-3141-923C-71D471F57319}" type="slidenum">
              <a:rPr lang="en-AU">
                <a:latin typeface="Arial" pitchFamily="-1" charset="0"/>
              </a:rPr>
              <a:pPr/>
              <a:t>4</a:t>
            </a:fld>
            <a:endParaRPr lang="en-AU" dirty="0">
              <a:latin typeface="Arial" pitchFamily="-1"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r>
              <a:rPr lang="en-US" dirty="0">
                <a:latin typeface="Arial" pitchFamily="-1" charset="0"/>
                <a:ea typeface="ＭＳ Ｐゴシック" pitchFamily="-1" charset="-128"/>
                <a:cs typeface="ＭＳ Ｐゴシック" pitchFamily="-1" charset="-128"/>
              </a:rPr>
              <a:t> The NIST Computer Security Handbook  [NIST95] defines the term computer security</a:t>
            </a:r>
          </a:p>
          <a:p>
            <a:r>
              <a:rPr lang="en-US" dirty="0">
                <a:latin typeface="Arial" pitchFamily="-1" charset="0"/>
                <a:ea typeface="ＭＳ Ｐゴシック" pitchFamily="-1" charset="-128"/>
                <a:cs typeface="ＭＳ Ｐゴシック" pitchFamily="-1" charset="-128"/>
              </a:rPr>
              <a:t> as follows: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Computer Security:  The protection afforded to an automated information system</a:t>
            </a:r>
          </a:p>
          <a:p>
            <a:r>
              <a:rPr lang="en-US" dirty="0">
                <a:latin typeface="Arial" pitchFamily="-1" charset="0"/>
                <a:ea typeface="ＭＳ Ｐゴシック" pitchFamily="-1" charset="-128"/>
                <a:cs typeface="ＭＳ Ｐゴシック" pitchFamily="-1" charset="-128"/>
              </a:rPr>
              <a:t>in order to attain the applicable objectives of preserving the integrity, availability,</a:t>
            </a:r>
          </a:p>
          <a:p>
            <a:r>
              <a:rPr lang="en-US" dirty="0">
                <a:latin typeface="Arial" pitchFamily="-1" charset="0"/>
                <a:ea typeface="ＭＳ Ｐゴシック" pitchFamily="-1" charset="-128"/>
                <a:cs typeface="ＭＳ Ｐゴシック" pitchFamily="-1" charset="-128"/>
              </a:rPr>
              <a:t>and confidentiality of information system resources (includes hardware, software,</a:t>
            </a:r>
          </a:p>
          <a:p>
            <a:r>
              <a:rPr lang="en-US" dirty="0">
                <a:latin typeface="Arial" pitchFamily="-1" charset="0"/>
                <a:ea typeface="ＭＳ Ｐゴシック" pitchFamily="-1" charset="-128"/>
                <a:cs typeface="ＭＳ Ｐゴシック" pitchFamily="-1" charset="-128"/>
              </a:rPr>
              <a:t>firmware, information/data, and telecommunications).</a:t>
            </a:r>
            <a:endParaRPr lang="en-US"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4079112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92500" lnSpcReduction="20000"/>
          </a:bodyPr>
          <a:lstStyle/>
          <a:p>
            <a:pPr>
              <a:defRPr/>
            </a:pPr>
            <a:r>
              <a:rPr lang="en-US" dirty="0"/>
              <a:t>This definition introduces three key objectives that are at the heart of computer</a:t>
            </a:r>
          </a:p>
          <a:p>
            <a:pPr>
              <a:defRPr/>
            </a:pPr>
            <a:r>
              <a:rPr lang="en-US" dirty="0"/>
              <a:t>security:</a:t>
            </a:r>
          </a:p>
          <a:p>
            <a:pPr>
              <a:defRPr/>
            </a:pPr>
            <a:endParaRPr lang="en-US" dirty="0"/>
          </a:p>
          <a:p>
            <a:pPr>
              <a:defRPr/>
            </a:pPr>
            <a:r>
              <a:rPr lang="en-US" dirty="0"/>
              <a:t>• Confidentiality:  This term covers two related concepts:</a:t>
            </a:r>
          </a:p>
          <a:p>
            <a:pPr>
              <a:defRPr/>
            </a:pPr>
            <a:endParaRPr lang="en-US" dirty="0"/>
          </a:p>
          <a:p>
            <a:pPr>
              <a:defRPr/>
            </a:pPr>
            <a:r>
              <a:rPr lang="en-US" dirty="0"/>
              <a:t>Data confidentiality:  Assures that private or confidential information is</a:t>
            </a:r>
          </a:p>
          <a:p>
            <a:pPr>
              <a:defRPr/>
            </a:pPr>
            <a:r>
              <a:rPr lang="en-US" dirty="0"/>
              <a:t>not made available or disclosed to unauthorized individuals.</a:t>
            </a:r>
          </a:p>
          <a:p>
            <a:pPr>
              <a:defRPr/>
            </a:pPr>
            <a:endParaRPr lang="en-US" dirty="0"/>
          </a:p>
          <a:p>
            <a:pPr>
              <a:defRPr/>
            </a:pPr>
            <a:r>
              <a:rPr lang="en-US" dirty="0"/>
              <a:t> Privacy: Assures that individuals control or influence what information</a:t>
            </a:r>
          </a:p>
          <a:p>
            <a:pPr>
              <a:defRPr/>
            </a:pPr>
            <a:r>
              <a:rPr lang="en-US" dirty="0"/>
              <a:t>related to them may be collected and stored and by whom and to whom</a:t>
            </a:r>
          </a:p>
          <a:p>
            <a:pPr>
              <a:defRPr/>
            </a:pPr>
            <a:r>
              <a:rPr lang="en-US" dirty="0"/>
              <a:t>that information may be disclosed.</a:t>
            </a:r>
          </a:p>
          <a:p>
            <a:pPr>
              <a:defRPr/>
            </a:pPr>
            <a:endParaRPr lang="en-US" dirty="0"/>
          </a:p>
          <a:p>
            <a:pPr>
              <a:defRPr/>
            </a:pPr>
            <a:r>
              <a:rPr lang="en-US" dirty="0"/>
              <a:t>•Integrity: This term covers two related concepts:</a:t>
            </a:r>
          </a:p>
          <a:p>
            <a:pPr>
              <a:defRPr/>
            </a:pPr>
            <a:r>
              <a:rPr lang="en-US" dirty="0"/>
              <a:t> </a:t>
            </a:r>
          </a:p>
          <a:p>
            <a:pPr>
              <a:defRPr/>
            </a:pPr>
            <a:r>
              <a:rPr lang="en-US" dirty="0"/>
              <a:t>Data integrity: Assures that information and programs are changed only in</a:t>
            </a:r>
          </a:p>
          <a:p>
            <a:pPr>
              <a:defRPr/>
            </a:pPr>
            <a:r>
              <a:rPr lang="en-US" dirty="0"/>
              <a:t>a specified and authorized manner.</a:t>
            </a:r>
          </a:p>
          <a:p>
            <a:pPr>
              <a:defRPr/>
            </a:pPr>
            <a:endParaRPr lang="en-US" dirty="0"/>
          </a:p>
          <a:p>
            <a:pPr>
              <a:defRPr/>
            </a:pPr>
            <a:r>
              <a:rPr lang="en-US" dirty="0"/>
              <a:t> System integrity: Assures that a system performs its intended function in</a:t>
            </a:r>
          </a:p>
          <a:p>
            <a:pPr>
              <a:defRPr/>
            </a:pPr>
            <a:r>
              <a:rPr lang="en-US" dirty="0"/>
              <a:t>an unimpaired manner, free from deliberate or inadvertent unauthorized</a:t>
            </a:r>
          </a:p>
          <a:p>
            <a:pPr>
              <a:defRPr/>
            </a:pPr>
            <a:r>
              <a:rPr lang="en-US" dirty="0"/>
              <a:t>manipulation of the system.</a:t>
            </a:r>
          </a:p>
          <a:p>
            <a:pPr>
              <a:defRPr/>
            </a:pPr>
            <a:endParaRPr lang="en-US" dirty="0"/>
          </a:p>
          <a:p>
            <a:pPr>
              <a:defRPr/>
            </a:pPr>
            <a:r>
              <a:rPr lang="en-US" dirty="0"/>
              <a:t>•  Availability: Assures that systems work promptly, and service is not denied to</a:t>
            </a:r>
          </a:p>
          <a:p>
            <a:pPr>
              <a:defRPr/>
            </a:pPr>
            <a:r>
              <a:rPr lang="en-US" dirty="0"/>
              <a:t>authorized users.</a:t>
            </a:r>
          </a:p>
          <a:p>
            <a:pPr>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0" dirty="0">
                <a:effectLst/>
                <a:latin typeface="Calibri" panose="020F0502020204030204" pitchFamily="34" charset="0"/>
                <a:ea typeface="Times New Roman" panose="02020603050405020304" pitchFamily="18" charset="0"/>
                <a:cs typeface="Arial" panose="020B0604020202020204" pitchFamily="34" charset="0"/>
              </a:rPr>
              <a:t>Discussion Question: What are the most critical aspects of the CIA Triad in your opinion, and why?</a:t>
            </a:r>
            <a:endParaRPr lang="en-CA" sz="1800" kern="100" dirty="0">
              <a:effectLst/>
              <a:latin typeface="Aptos" panose="020B0004020202020204" pitchFamily="34" charset="0"/>
              <a:ea typeface="Times New Roman" panose="02020603050405020304" pitchFamily="18" charset="0"/>
              <a:cs typeface="Arial" panose="020B0604020202020204" pitchFamily="34" charset="0"/>
            </a:endParaRPr>
          </a:p>
          <a:p>
            <a:pPr>
              <a:defRPr/>
            </a:pPr>
            <a:endParaRPr lang="en-US" dirty="0"/>
          </a:p>
        </p:txBody>
      </p:sp>
      <p:sp>
        <p:nvSpPr>
          <p:cNvPr id="30724" name="Slide Number Placeholder 3"/>
          <p:cNvSpPr>
            <a:spLocks noGrp="1"/>
          </p:cNvSpPr>
          <p:nvPr>
            <p:ph type="sldNum" sz="quarter" idx="5"/>
          </p:nvPr>
        </p:nvSpPr>
        <p:spPr>
          <a:noFill/>
        </p:spPr>
        <p:txBody>
          <a:bodyPr/>
          <a:lstStyle/>
          <a:p>
            <a:fld id="{5E0809F9-280C-484D-86B2-85B77F512DA4}" type="slidenum">
              <a:rPr lang="en-AU" smtClean="0">
                <a:latin typeface="Arial" pitchFamily="-1" charset="0"/>
              </a:rPr>
              <a:pPr/>
              <a:t>5</a:t>
            </a:fld>
            <a:endParaRPr lang="en-AU" dirty="0">
              <a:latin typeface="Arial" pitchFamily="-1" charset="0"/>
            </a:endParaRPr>
          </a:p>
        </p:txBody>
      </p:sp>
    </p:spTree>
    <p:extLst>
      <p:ext uri="{BB962C8B-B14F-4D97-AF65-F5344CB8AC3E}">
        <p14:creationId xmlns:p14="http://schemas.microsoft.com/office/powerpoint/2010/main" val="3734392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xfrm>
            <a:off x="685800" y="4343400"/>
            <a:ext cx="5486400" cy="4495800"/>
          </a:xfrm>
          <a:noFill/>
          <a:ln/>
        </p:spPr>
        <p:txBody>
          <a:bodyPr/>
          <a:lstStyle/>
          <a:p>
            <a:r>
              <a:rPr lang="en-US" sz="1200" kern="1200" baseline="0" dirty="0">
                <a:solidFill>
                  <a:schemeClr val="tx1"/>
                </a:solidFill>
                <a:latin typeface="Arial" charset="0"/>
                <a:ea typeface="ＭＳ Ｐゴシック" charset="-128"/>
                <a:cs typeface="ＭＳ Ｐゴシック" charset="-128"/>
              </a:rPr>
              <a:t> These </a:t>
            </a:r>
            <a:r>
              <a:rPr lang="en-US" sz="1200" b="0" kern="1200" baseline="0" dirty="0">
                <a:solidFill>
                  <a:schemeClr val="tx1"/>
                </a:solidFill>
                <a:latin typeface="Arial" charset="0"/>
                <a:ea typeface="ＭＳ Ｐゴシック" charset="-128"/>
                <a:cs typeface="ＭＳ Ｐゴシック" charset="-128"/>
              </a:rPr>
              <a:t>three concepts form what is often referred to as the CIA triad . The</a:t>
            </a:r>
          </a:p>
          <a:p>
            <a:r>
              <a:rPr lang="en-US" sz="1200" b="0" kern="1200" baseline="0" dirty="0">
                <a:solidFill>
                  <a:schemeClr val="tx1"/>
                </a:solidFill>
                <a:latin typeface="Arial" charset="0"/>
                <a:ea typeface="ＭＳ Ｐゴシック" charset="-128"/>
                <a:cs typeface="ＭＳ Ｐゴシック" charset="-128"/>
              </a:rPr>
              <a:t>three concepts embody the fundamental security objectives for both data and for</a:t>
            </a:r>
          </a:p>
          <a:p>
            <a:r>
              <a:rPr lang="en-US" sz="1200" b="0" kern="1200" baseline="0" dirty="0">
                <a:solidFill>
                  <a:schemeClr val="tx1"/>
                </a:solidFill>
                <a:latin typeface="Arial" charset="0"/>
                <a:ea typeface="ＭＳ Ｐゴシック" charset="-128"/>
                <a:cs typeface="ＭＳ Ｐゴシック" charset="-128"/>
              </a:rPr>
              <a:t>information and computing services. For example, the NIST </a:t>
            </a:r>
            <a:r>
              <a:rPr lang="en-US" sz="1200" b="0" i="1" kern="1200" baseline="0" dirty="0">
                <a:solidFill>
                  <a:schemeClr val="tx1"/>
                </a:solidFill>
                <a:latin typeface="Arial" charset="0"/>
                <a:ea typeface="ＭＳ Ｐゴシック" charset="-128"/>
                <a:cs typeface="ＭＳ Ｐゴシック" charset="-128"/>
              </a:rPr>
              <a:t>Standards for Security</a:t>
            </a:r>
          </a:p>
          <a:p>
            <a:r>
              <a:rPr lang="en-US" sz="1200" b="0" i="1" kern="1200" baseline="0" dirty="0">
                <a:solidFill>
                  <a:schemeClr val="tx1"/>
                </a:solidFill>
                <a:latin typeface="Arial" charset="0"/>
                <a:ea typeface="ＭＳ Ｐゴシック" charset="-128"/>
                <a:cs typeface="ＭＳ Ｐゴシック" charset="-128"/>
              </a:rPr>
              <a:t> Categorization of Federal Information and Information Systems</a:t>
            </a:r>
            <a:r>
              <a:rPr lang="en-US" sz="1200" b="0" kern="1200" baseline="0" dirty="0">
                <a:solidFill>
                  <a:schemeClr val="tx1"/>
                </a:solidFill>
                <a:latin typeface="Arial" charset="0"/>
                <a:ea typeface="ＭＳ Ｐゴシック" charset="-128"/>
                <a:cs typeface="ＭＳ Ｐゴシック" charset="-128"/>
              </a:rPr>
              <a:t> (FIPS 199) lists</a:t>
            </a:r>
          </a:p>
          <a:p>
            <a:r>
              <a:rPr lang="en-US" sz="1200" b="0" kern="1200" baseline="0" dirty="0">
                <a:solidFill>
                  <a:schemeClr val="tx1"/>
                </a:solidFill>
                <a:latin typeface="Arial" charset="0"/>
                <a:ea typeface="ＭＳ Ｐゴシック" charset="-128"/>
                <a:cs typeface="ＭＳ Ｐゴシック" charset="-128"/>
              </a:rPr>
              <a:t>confidentiality, integrity, and availability as the three security objectives for information</a:t>
            </a:r>
          </a:p>
          <a:p>
            <a:r>
              <a:rPr lang="en-US" sz="1200" b="0" kern="1200" baseline="0" dirty="0">
                <a:solidFill>
                  <a:schemeClr val="tx1"/>
                </a:solidFill>
                <a:latin typeface="Arial" charset="0"/>
                <a:ea typeface="ＭＳ Ｐゴシック" charset="-128"/>
                <a:cs typeface="ＭＳ Ｐゴシック" charset="-128"/>
              </a:rPr>
              <a:t>and for information systems. FIPS 199 provides a useful characterization</a:t>
            </a:r>
          </a:p>
          <a:p>
            <a:r>
              <a:rPr lang="en-US" sz="1200" b="0" kern="1200" baseline="0" dirty="0">
                <a:solidFill>
                  <a:schemeClr val="tx1"/>
                </a:solidFill>
                <a:latin typeface="Arial" charset="0"/>
                <a:ea typeface="ＭＳ Ｐゴシック" charset="-128"/>
                <a:cs typeface="ＭＳ Ｐゴシック" charset="-128"/>
              </a:rPr>
              <a:t>of these three objectives in terms of requirements and the definition of a loss of</a:t>
            </a:r>
          </a:p>
          <a:p>
            <a:r>
              <a:rPr lang="en-US" sz="1200" b="0" kern="1200" baseline="0" dirty="0">
                <a:solidFill>
                  <a:schemeClr val="tx1"/>
                </a:solidFill>
                <a:latin typeface="Arial" charset="0"/>
                <a:ea typeface="ＭＳ Ｐゴシック" charset="-128"/>
                <a:cs typeface="ＭＳ Ｐゴシック" charset="-128"/>
              </a:rPr>
              <a:t>security in each category.</a:t>
            </a:r>
          </a:p>
          <a:p>
            <a:endParaRPr lang="en-US" sz="1200" b="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Confidentiality: Preserving authorized restrictions on information access</a:t>
            </a:r>
          </a:p>
          <a:p>
            <a:r>
              <a:rPr lang="en-US" sz="1200" kern="1200" baseline="0" dirty="0">
                <a:solidFill>
                  <a:schemeClr val="tx1"/>
                </a:solidFill>
                <a:latin typeface="Arial" charset="0"/>
                <a:ea typeface="ＭＳ Ｐゴシック" charset="-128"/>
                <a:cs typeface="ＭＳ Ｐゴシック" charset="-128"/>
              </a:rPr>
              <a:t>and disclosure, including means for protecting personal privacy and proprietary</a:t>
            </a:r>
          </a:p>
          <a:p>
            <a:r>
              <a:rPr lang="en-US" sz="1200" kern="1200" baseline="0" dirty="0">
                <a:solidFill>
                  <a:schemeClr val="tx1"/>
                </a:solidFill>
                <a:latin typeface="Arial" charset="0"/>
                <a:ea typeface="ＭＳ Ｐゴシック" charset="-128"/>
                <a:cs typeface="ＭＳ Ｐゴシック" charset="-128"/>
              </a:rPr>
              <a:t>information. A loss of confidentiality is the unauthorized disclosure of</a:t>
            </a:r>
          </a:p>
          <a:p>
            <a:r>
              <a:rPr lang="en-US" sz="1200" kern="1200" baseline="0" dirty="0">
                <a:solidFill>
                  <a:schemeClr val="tx1"/>
                </a:solidFill>
                <a:latin typeface="Arial" charset="0"/>
                <a:ea typeface="ＭＳ Ｐゴシック" charset="-128"/>
                <a:cs typeface="ＭＳ Ｐゴシック" charset="-128"/>
              </a:rPr>
              <a:t>information.</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Integrity: Guarding against improper information modification or destruction,</a:t>
            </a:r>
          </a:p>
          <a:p>
            <a:r>
              <a:rPr lang="en-US" sz="1200" kern="1200" baseline="0" dirty="0">
                <a:solidFill>
                  <a:schemeClr val="tx1"/>
                </a:solidFill>
                <a:latin typeface="Arial" charset="0"/>
                <a:ea typeface="ＭＳ Ｐゴシック" charset="-128"/>
                <a:cs typeface="ＭＳ Ｐゴシック" charset="-128"/>
              </a:rPr>
              <a:t>including ensuring information nonrepudiation and authenticity. A loss of</a:t>
            </a:r>
          </a:p>
          <a:p>
            <a:r>
              <a:rPr lang="en-US" sz="1200" kern="1200" baseline="0" dirty="0">
                <a:solidFill>
                  <a:schemeClr val="tx1"/>
                </a:solidFill>
                <a:latin typeface="Arial" charset="0"/>
                <a:ea typeface="ＭＳ Ｐゴシック" charset="-128"/>
                <a:cs typeface="ＭＳ Ｐゴシック" charset="-128"/>
              </a:rPr>
              <a:t>integrity is the unauthorized modification or destruction of information.</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Availability: Ensuring timely and reliable access to and use of information.</a:t>
            </a:r>
          </a:p>
          <a:p>
            <a:r>
              <a:rPr lang="en-US" sz="1200" kern="1200" baseline="0" dirty="0">
                <a:solidFill>
                  <a:schemeClr val="tx1"/>
                </a:solidFill>
                <a:latin typeface="Arial" charset="0"/>
                <a:ea typeface="ＭＳ Ｐゴシック" charset="-128"/>
                <a:cs typeface="ＭＳ Ｐゴシック" charset="-128"/>
              </a:rPr>
              <a:t>A loss of availability is the disruption of access to or use of information or an</a:t>
            </a:r>
          </a:p>
          <a:p>
            <a:r>
              <a:rPr lang="en-US" sz="1200" kern="1200" baseline="0" dirty="0">
                <a:solidFill>
                  <a:schemeClr val="tx1"/>
                </a:solidFill>
                <a:latin typeface="Arial" charset="0"/>
                <a:ea typeface="ＭＳ Ｐゴシック" charset="-128"/>
                <a:cs typeface="ＭＳ Ｐゴシック" charset="-128"/>
              </a:rPr>
              <a:t>information system.</a:t>
            </a:r>
            <a:endParaRPr lang="en-US" b="0" dirty="0">
              <a:latin typeface="Arial" pitchFamily="-1" charset="0"/>
              <a:ea typeface="Arial" pitchFamily="-1" charset="0"/>
              <a:cs typeface="Arial" pitchFamily="-1" charset="0"/>
            </a:endParaRPr>
          </a:p>
        </p:txBody>
      </p:sp>
      <p:sp>
        <p:nvSpPr>
          <p:cNvPr id="32772" name="Slide Number Placeholder 3"/>
          <p:cNvSpPr>
            <a:spLocks noGrp="1"/>
          </p:cNvSpPr>
          <p:nvPr>
            <p:ph type="sldNum" sz="quarter" idx="5"/>
          </p:nvPr>
        </p:nvSpPr>
        <p:spPr>
          <a:noFill/>
        </p:spPr>
        <p:txBody>
          <a:bodyPr/>
          <a:lstStyle/>
          <a:p>
            <a:fld id="{0BC20F5E-450C-394C-9A63-B3125FAB6D5B}" type="slidenum">
              <a:rPr lang="en-AU" smtClean="0">
                <a:latin typeface="Arial" pitchFamily="-1" charset="0"/>
              </a:rPr>
              <a:pPr/>
              <a:t>8</a:t>
            </a:fld>
            <a:endParaRPr lang="en-AU" dirty="0">
              <a:latin typeface="Arial" pitchFamily="-1" charset="0"/>
            </a:endParaRPr>
          </a:p>
        </p:txBody>
      </p:sp>
    </p:spTree>
    <p:extLst>
      <p:ext uri="{BB962C8B-B14F-4D97-AF65-F5344CB8AC3E}">
        <p14:creationId xmlns:p14="http://schemas.microsoft.com/office/powerpoint/2010/main" val="2413899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p:cNvSpPr>
          <p:nvPr>
            <p:ph type="sldImg"/>
          </p:nvPr>
        </p:nvSpPr>
        <p:spPr>
          <a:ln/>
        </p:spPr>
      </p:sp>
      <p:sp>
        <p:nvSpPr>
          <p:cNvPr id="34819" name="Notes Placeholder 2"/>
          <p:cNvSpPr>
            <a:spLocks noGrp="1"/>
          </p:cNvSpPr>
          <p:nvPr>
            <p:ph type="body" idx="1"/>
          </p:nvPr>
        </p:nvSpPr>
        <p:spPr>
          <a:noFill/>
          <a:ln/>
        </p:spPr>
        <p:txBody>
          <a:bodyPr/>
          <a:lstStyle/>
          <a:p>
            <a:r>
              <a:rPr lang="en-US" dirty="0">
                <a:latin typeface="Arial" pitchFamily="-1" charset="0"/>
                <a:ea typeface="ＭＳ Ｐゴシック" pitchFamily="-1" charset="-128"/>
                <a:cs typeface="ＭＳ Ｐゴシック" pitchFamily="-1" charset="-128"/>
              </a:rPr>
              <a:t> Although the use of the CIA triad to define security objectives is well established,</a:t>
            </a:r>
          </a:p>
          <a:p>
            <a:r>
              <a:rPr lang="en-US" dirty="0">
                <a:latin typeface="Arial" pitchFamily="-1" charset="0"/>
                <a:ea typeface="ＭＳ Ｐゴシック" pitchFamily="-1" charset="-128"/>
                <a:cs typeface="ＭＳ Ｐゴシック" pitchFamily="-1" charset="-128"/>
              </a:rPr>
              <a:t>some in the security field feel that additional concepts are needed to present</a:t>
            </a:r>
          </a:p>
          <a:p>
            <a:r>
              <a:rPr lang="en-US" dirty="0">
                <a:latin typeface="Arial" pitchFamily="-1" charset="0"/>
                <a:ea typeface="ＭＳ Ｐゴシック" pitchFamily="-1" charset="-128"/>
                <a:cs typeface="ＭＳ Ｐゴシック" pitchFamily="-1" charset="-128"/>
              </a:rPr>
              <a:t>a complete picture. Two of the most commonly mentioned are as follows: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 Authenticity:  The property of being genuine and being able to be verified and</a:t>
            </a:r>
          </a:p>
          <a:p>
            <a:r>
              <a:rPr lang="en-US" dirty="0">
                <a:latin typeface="Arial" pitchFamily="-1" charset="0"/>
                <a:ea typeface="ＭＳ Ｐゴシック" pitchFamily="-1" charset="-128"/>
                <a:cs typeface="ＭＳ Ｐゴシック" pitchFamily="-1" charset="-128"/>
              </a:rPr>
              <a:t>trusted; confidence in the validity of a transmission, a message, or message</a:t>
            </a:r>
          </a:p>
          <a:p>
            <a:r>
              <a:rPr lang="en-US" dirty="0">
                <a:latin typeface="Arial" pitchFamily="-1" charset="0"/>
                <a:ea typeface="ＭＳ Ｐゴシック" pitchFamily="-1" charset="-128"/>
                <a:cs typeface="ＭＳ Ｐゴシック" pitchFamily="-1" charset="-128"/>
              </a:rPr>
              <a:t>originator. This means verifying that users are who they say they are and that</a:t>
            </a:r>
          </a:p>
          <a:p>
            <a:r>
              <a:rPr lang="en-US" dirty="0">
                <a:latin typeface="Arial" pitchFamily="-1" charset="0"/>
                <a:ea typeface="ＭＳ Ｐゴシック" pitchFamily="-1" charset="-128"/>
                <a:cs typeface="ＭＳ Ｐゴシック" pitchFamily="-1" charset="-128"/>
              </a:rPr>
              <a:t>each input arriving at the system came from a trusted source.</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 Accountability:  The security goal that generates the requirement for actions</a:t>
            </a:r>
          </a:p>
          <a:p>
            <a:r>
              <a:rPr lang="en-US" dirty="0">
                <a:latin typeface="Arial" pitchFamily="-1" charset="0"/>
                <a:ea typeface="ＭＳ Ｐゴシック" pitchFamily="-1" charset="-128"/>
                <a:cs typeface="ＭＳ Ｐゴシック" pitchFamily="-1" charset="-128"/>
              </a:rPr>
              <a:t>of an entity to be traced uniquely to that entity. This supports nonrepudiation,</a:t>
            </a:r>
          </a:p>
          <a:p>
            <a:r>
              <a:rPr lang="en-US" dirty="0">
                <a:latin typeface="Arial" pitchFamily="-1" charset="0"/>
                <a:ea typeface="ＭＳ Ｐゴシック" pitchFamily="-1" charset="-128"/>
                <a:cs typeface="ＭＳ Ｐゴシック" pitchFamily="-1" charset="-128"/>
              </a:rPr>
              <a:t>deterrence, fault isolation, intrusion detection and prevention, and after action</a:t>
            </a:r>
          </a:p>
          <a:p>
            <a:r>
              <a:rPr lang="en-US" dirty="0">
                <a:latin typeface="Arial" pitchFamily="-1" charset="0"/>
                <a:ea typeface="ＭＳ Ｐゴシック" pitchFamily="-1" charset="-128"/>
                <a:cs typeface="ＭＳ Ｐゴシック" pitchFamily="-1" charset="-128"/>
              </a:rPr>
              <a:t>recovery and legal action. Because truly secure systems are not yet an</a:t>
            </a:r>
          </a:p>
          <a:p>
            <a:r>
              <a:rPr lang="en-US" dirty="0">
                <a:latin typeface="Arial" pitchFamily="-1" charset="0"/>
                <a:ea typeface="ＭＳ Ｐゴシック" pitchFamily="-1" charset="-128"/>
                <a:cs typeface="ＭＳ Ｐゴシック" pitchFamily="-1" charset="-128"/>
              </a:rPr>
              <a:t>achievable goal, we must be able to trace a security breach to a responsible</a:t>
            </a:r>
          </a:p>
          <a:p>
            <a:r>
              <a:rPr lang="en-US" dirty="0">
                <a:latin typeface="Arial" pitchFamily="-1" charset="0"/>
                <a:ea typeface="ＭＳ Ｐゴシック" pitchFamily="-1" charset="-128"/>
                <a:cs typeface="ＭＳ Ｐゴシック" pitchFamily="-1" charset="-128"/>
              </a:rPr>
              <a:t>party. Systems must keep records of their activities to permit later forensic</a:t>
            </a:r>
          </a:p>
          <a:p>
            <a:r>
              <a:rPr lang="en-US" dirty="0">
                <a:latin typeface="Arial" pitchFamily="-1" charset="0"/>
                <a:ea typeface="ＭＳ Ｐゴシック" pitchFamily="-1" charset="-128"/>
                <a:cs typeface="ＭＳ Ｐゴシック" pitchFamily="-1" charset="-128"/>
              </a:rPr>
              <a:t>analysis to trace security breaches or to aid in transaction disputes.</a:t>
            </a:r>
          </a:p>
        </p:txBody>
      </p:sp>
      <p:sp>
        <p:nvSpPr>
          <p:cNvPr id="34820" name="Slide Number Placeholder 3"/>
          <p:cNvSpPr>
            <a:spLocks noGrp="1"/>
          </p:cNvSpPr>
          <p:nvPr>
            <p:ph type="sldNum" sz="quarter" idx="5"/>
          </p:nvPr>
        </p:nvSpPr>
        <p:spPr>
          <a:noFill/>
        </p:spPr>
        <p:txBody>
          <a:bodyPr/>
          <a:lstStyle/>
          <a:p>
            <a:fld id="{9D7C9379-AB26-9343-89AB-D9ADBE6A27C2}" type="slidenum">
              <a:rPr lang="en-AU" smtClean="0">
                <a:latin typeface="Arial" pitchFamily="-1" charset="0"/>
              </a:rPr>
              <a:pPr/>
              <a:t>9</a:t>
            </a:fld>
            <a:endParaRPr lang="en-AU" dirty="0">
              <a:latin typeface="Arial" pitchFamily="-1" charset="0"/>
            </a:endParaRPr>
          </a:p>
        </p:txBody>
      </p:sp>
    </p:spTree>
    <p:extLst>
      <p:ext uri="{BB962C8B-B14F-4D97-AF65-F5344CB8AC3E}">
        <p14:creationId xmlns:p14="http://schemas.microsoft.com/office/powerpoint/2010/main" val="4088676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p:cNvSpPr>
          <p:nvPr>
            <p:ph type="sldImg"/>
          </p:nvPr>
        </p:nvSpPr>
        <p:spPr>
          <a:ln/>
        </p:spPr>
      </p:sp>
      <p:sp>
        <p:nvSpPr>
          <p:cNvPr id="28675" name="Notes Placeholder 2"/>
          <p:cNvSpPr>
            <a:spLocks noGrp="1"/>
          </p:cNvSpPr>
          <p:nvPr>
            <p:ph type="body" idx="1"/>
          </p:nvPr>
        </p:nvSpPr>
        <p:spPr>
          <a:noFill/>
          <a:ln/>
        </p:spPr>
        <p:txBody>
          <a:bodyPr/>
          <a:lstStyle/>
          <a:p>
            <a:r>
              <a:rPr lang="en-US" sz="1200" b="1" kern="1200" baseline="0" dirty="0">
                <a:solidFill>
                  <a:schemeClr val="tx1"/>
                </a:solidFill>
                <a:latin typeface="Arial" charset="0"/>
                <a:ea typeface="ＭＳ Ｐゴシック" charset="-128"/>
                <a:cs typeface="ＭＳ Ｐゴシック" charset="-128"/>
              </a:rPr>
              <a:t>Confidentiality </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Student grade information is an asset whose confidentiality is</a:t>
            </a:r>
          </a:p>
          <a:p>
            <a:r>
              <a:rPr lang="en-US" sz="1200" kern="1200" baseline="0" dirty="0">
                <a:solidFill>
                  <a:schemeClr val="tx1"/>
                </a:solidFill>
                <a:latin typeface="Arial" charset="0"/>
                <a:ea typeface="ＭＳ Ｐゴシック" charset="-128"/>
                <a:cs typeface="ＭＳ Ｐゴシック" charset="-128"/>
              </a:rPr>
              <a:t>considered to be highly important by students. In the United States, the release of such information is regulated by the Family Educational Rights and Privacy Act (FERPA). Grade information should only be available to students, their parents, and employees that require the information to do their job. Student enrollment information may have a moderate confidentiality rating. While still covered by FERPA, this information is seen by more people on a daily basis, is less likely to be targeted than grade information, and results in less damage if disclosed. Directory information (such as lists of students, faculty, or departmental lists) may be assigned a low confidentiality rating or indeed no rating. This information is typically freely available to the public and published on a school’s Web site.</a:t>
            </a:r>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Integrity </a:t>
            </a:r>
          </a:p>
          <a:p>
            <a:endParaRPr lang="en-US" sz="1200" b="1"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Several aspects of integrity are illustrated by the example of a hospital</a:t>
            </a:r>
          </a:p>
          <a:p>
            <a:r>
              <a:rPr lang="en-US" sz="1200" kern="1200" baseline="0" dirty="0">
                <a:solidFill>
                  <a:schemeClr val="tx1"/>
                </a:solidFill>
                <a:latin typeface="Arial" charset="0"/>
                <a:ea typeface="ＭＳ Ｐゴシック" charset="-128"/>
                <a:cs typeface="ＭＳ Ｐゴシック" charset="-128"/>
              </a:rPr>
              <a:t>patient’s allergy information stored in a database. The doctor should be able to</a:t>
            </a:r>
          </a:p>
          <a:p>
            <a:r>
              <a:rPr lang="en-US" sz="1200" kern="1200" baseline="0" dirty="0">
                <a:solidFill>
                  <a:schemeClr val="tx1"/>
                </a:solidFill>
                <a:latin typeface="Arial" charset="0"/>
                <a:ea typeface="ＭＳ Ｐゴシック" charset="-128"/>
                <a:cs typeface="ＭＳ Ｐゴシック" charset="-128"/>
              </a:rPr>
              <a:t>trust that the information is correct and current. Now suppose that an employee (e.g., a nurse) who is authorized to view and update this information deliberately falsifies the data to cause harm to the hospital. The database needs to be restored to a trusted basis quickly, and it should be possible to trace the error back to the person responsible. Patient allergy information is an example of an asset with a high requirement for integrity. Inaccurate information could result in serious harm or death to a patient and expose the hospital to massive liability.</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An example of an asset that may be assigned a moderate level of integrity</a:t>
            </a:r>
          </a:p>
          <a:p>
            <a:r>
              <a:rPr lang="en-US" sz="1200" kern="1200" baseline="0" dirty="0">
                <a:solidFill>
                  <a:schemeClr val="tx1"/>
                </a:solidFill>
                <a:latin typeface="Arial" charset="0"/>
                <a:ea typeface="ＭＳ Ｐゴシック" charset="-128"/>
                <a:cs typeface="ＭＳ Ｐゴシック" charset="-128"/>
              </a:rPr>
              <a:t>requirement is a Web site that offers a forum to registered users to discuss some specific topic. Either a registered user or a hacker could falsify some entries or deface the Web site. If the forum exists only for the enjoyment of the users, brings in little or no advertising revenue, and is not used for something important such  as research, then potential damage is not severe. The Web master may experience some data, financial, and time loss.</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An example of a low-integrity requirement is an anonymous online poll. Many</a:t>
            </a:r>
          </a:p>
          <a:p>
            <a:r>
              <a:rPr lang="en-US" sz="1200" kern="1200" baseline="0" dirty="0">
                <a:solidFill>
                  <a:schemeClr val="tx1"/>
                </a:solidFill>
                <a:latin typeface="Arial" charset="0"/>
                <a:ea typeface="ＭＳ Ｐゴシック" charset="-128"/>
                <a:cs typeface="ＭＳ Ｐゴシック" charset="-128"/>
              </a:rPr>
              <a:t>Web sites, such as news organizations, offer these polls to their users with very few safeguards. However, the inaccuracy and unscientific nature of such polls are well understood.</a:t>
            </a:r>
          </a:p>
          <a:p>
            <a:endParaRPr lang="en-US" sz="1200" kern="1200" baseline="0" dirty="0">
              <a:solidFill>
                <a:schemeClr val="tx1"/>
              </a:solidFill>
              <a:latin typeface="Arial" charset="0"/>
              <a:ea typeface="ＭＳ Ｐゴシック" charset="-128"/>
              <a:cs typeface="ＭＳ Ｐゴシック" charset="-128"/>
            </a:endParaRPr>
          </a:p>
          <a:p>
            <a:r>
              <a:rPr lang="en-US" sz="1200" b="1" kern="1200" baseline="0" dirty="0">
                <a:solidFill>
                  <a:schemeClr val="tx1"/>
                </a:solidFill>
                <a:latin typeface="Arial" charset="0"/>
                <a:ea typeface="ＭＳ Ｐゴシック" charset="-128"/>
                <a:cs typeface="ＭＳ Ｐゴシック" charset="-128"/>
              </a:rPr>
              <a:t>Availability </a:t>
            </a:r>
          </a:p>
          <a:p>
            <a:endParaRPr lang="en-US" sz="1200" b="1"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The more critical a component or service, the higher is the level of</a:t>
            </a:r>
          </a:p>
          <a:p>
            <a:r>
              <a:rPr lang="en-US" sz="1200" kern="1200" baseline="0" dirty="0">
                <a:solidFill>
                  <a:schemeClr val="tx1"/>
                </a:solidFill>
                <a:latin typeface="Arial" charset="0"/>
                <a:ea typeface="ＭＳ Ｐゴシック" charset="-128"/>
                <a:cs typeface="ＭＳ Ｐゴシック" charset="-128"/>
              </a:rPr>
              <a:t>availability required. Consider a system that provides authentication services for critical systems, applications, and devices. An interruption of service results in the inability for customers to access computing resources and for the staff to access the resources they need to perform critical tasks. The loss of the service translates into a large financial loss due to lost employee productivity and potential customer loss.</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An example of an asset that typically would be rated as having a moderate</a:t>
            </a:r>
          </a:p>
          <a:p>
            <a:r>
              <a:rPr lang="en-US" sz="1200" kern="1200" baseline="0" dirty="0">
                <a:solidFill>
                  <a:schemeClr val="tx1"/>
                </a:solidFill>
                <a:latin typeface="Arial" charset="0"/>
                <a:ea typeface="ＭＳ Ｐゴシック" charset="-128"/>
                <a:cs typeface="ＭＳ Ｐゴシック" charset="-128"/>
              </a:rPr>
              <a:t>availability requirement is a public Web site for a university; the Web site provides information for current and prospective students and donors. Such a site is not a critical component of the university’s information system, but its unavailability will cause some embarrassment.</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An online telephone directory lookup application would be classified as a low availability requirement. Although the temporary loss of the application may be</a:t>
            </a:r>
          </a:p>
          <a:p>
            <a:r>
              <a:rPr lang="en-US" sz="1200" kern="1200" baseline="0" dirty="0">
                <a:solidFill>
                  <a:schemeClr val="tx1"/>
                </a:solidFill>
                <a:latin typeface="Arial" charset="0"/>
                <a:ea typeface="ＭＳ Ｐゴシック" charset="-128"/>
                <a:cs typeface="ＭＳ Ｐゴシック" charset="-128"/>
              </a:rPr>
              <a:t>an annoyance, there are other ways to access the information, such as a hardcopy directory or the operator.</a:t>
            </a:r>
            <a:endParaRPr lang="en-US" sz="1100" dirty="0">
              <a:latin typeface="Arial" pitchFamily="-1" charset="0"/>
              <a:ea typeface="ＭＳ Ｐゴシック" pitchFamily="-1" charset="-128"/>
              <a:cs typeface="ＭＳ Ｐゴシック" pitchFamily="-1" charset="-128"/>
            </a:endParaRPr>
          </a:p>
        </p:txBody>
      </p:sp>
      <p:sp>
        <p:nvSpPr>
          <p:cNvPr id="28676" name="Slide Number Placeholder 3"/>
          <p:cNvSpPr>
            <a:spLocks noGrp="1"/>
          </p:cNvSpPr>
          <p:nvPr>
            <p:ph type="sldNum" sz="quarter" idx="5"/>
          </p:nvPr>
        </p:nvSpPr>
        <p:spPr>
          <a:noFill/>
        </p:spPr>
        <p:txBody>
          <a:bodyPr/>
          <a:lstStyle/>
          <a:p>
            <a:fld id="{FE2A78E5-C300-1C46-8431-E7D4FD1CCA69}" type="slidenum">
              <a:rPr lang="en-AU" smtClean="0">
                <a:latin typeface="Arial" pitchFamily="-1" charset="0"/>
              </a:rPr>
              <a:pPr/>
              <a:t>10</a:t>
            </a:fld>
            <a:endParaRPr lang="en-AU" dirty="0">
              <a:latin typeface="Arial" pitchFamily="-1" charset="0"/>
            </a:endParaRPr>
          </a:p>
        </p:txBody>
      </p:sp>
    </p:spTree>
    <p:extLst>
      <p:ext uri="{BB962C8B-B14F-4D97-AF65-F5344CB8AC3E}">
        <p14:creationId xmlns:p14="http://schemas.microsoft.com/office/powerpoint/2010/main" val="3160511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policy serves as a framework to ensure that the system operates within the defined security boundaries and that unauthorized actions are prevented.</a:t>
            </a:r>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15</a:t>
            </a:fld>
            <a:endParaRPr lang="en-CA"/>
          </a:p>
        </p:txBody>
      </p:sp>
    </p:spTree>
    <p:extLst>
      <p:ext uri="{BB962C8B-B14F-4D97-AF65-F5344CB8AC3E}">
        <p14:creationId xmlns:p14="http://schemas.microsoft.com/office/powerpoint/2010/main" val="870134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effectively assess an organization’s security needs and select appropriate security products and policies, a manager must have a structured method for identifying security requirements and evaluating potential solutions. This becomes even more challenging in environments with complex local and wide-area networks, as opposed to centralized data processing systems, where the scale and diversity of threats increase significantly.</a:t>
            </a:r>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17</a:t>
            </a:fld>
            <a:endParaRPr lang="en-CA"/>
          </a:p>
        </p:txBody>
      </p:sp>
    </p:spTree>
    <p:extLst>
      <p:ext uri="{BB962C8B-B14F-4D97-AF65-F5344CB8AC3E}">
        <p14:creationId xmlns:p14="http://schemas.microsoft.com/office/powerpoint/2010/main" val="1576288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92500" lnSpcReduction="10000"/>
          </a:bodyPr>
          <a:lstStyle/>
          <a:p>
            <a:pPr>
              <a:defRPr/>
            </a:pPr>
            <a:r>
              <a:rPr lang="en-US" dirty="0"/>
              <a:t>The goal of the opponent is to obtain information that is being</a:t>
            </a:r>
          </a:p>
          <a:p>
            <a:pPr>
              <a:defRPr/>
            </a:pPr>
            <a:r>
              <a:rPr lang="en-US" dirty="0"/>
              <a:t>transmitted. Two types of passive attacks are the release of message contents and</a:t>
            </a:r>
          </a:p>
          <a:p>
            <a:pPr>
              <a:defRPr/>
            </a:pPr>
            <a:r>
              <a:rPr lang="en-US" dirty="0"/>
              <a:t>traffic analysis.</a:t>
            </a:r>
          </a:p>
          <a:p>
            <a:pPr>
              <a:defRPr/>
            </a:pPr>
            <a:endParaRPr lang="en-US" dirty="0"/>
          </a:p>
          <a:p>
            <a:pPr>
              <a:defRPr/>
            </a:pPr>
            <a:r>
              <a:rPr lang="en-US" dirty="0"/>
              <a:t>The release of message contents  is easily understood. A telephone conversation,</a:t>
            </a:r>
          </a:p>
          <a:p>
            <a:pPr>
              <a:defRPr/>
            </a:pPr>
            <a:r>
              <a:rPr lang="en-US" dirty="0"/>
              <a:t>an electronic mail message, and a transferred file may contain sensitive or</a:t>
            </a:r>
          </a:p>
          <a:p>
            <a:pPr>
              <a:defRPr/>
            </a:pPr>
            <a:r>
              <a:rPr lang="en-US" dirty="0"/>
              <a:t>confidential information. We would like to prevent an opponent from learning the</a:t>
            </a:r>
          </a:p>
          <a:p>
            <a:pPr>
              <a:defRPr/>
            </a:pPr>
            <a:r>
              <a:rPr lang="en-US" dirty="0"/>
              <a:t>contents of these transmissions.</a:t>
            </a:r>
          </a:p>
          <a:p>
            <a:pPr>
              <a:defRPr/>
            </a:pPr>
            <a:endParaRPr lang="en-US" dirty="0"/>
          </a:p>
          <a:p>
            <a:pPr>
              <a:defRPr/>
            </a:pPr>
            <a:r>
              <a:rPr lang="en-US" dirty="0"/>
              <a:t>A second type of passive attack, traffic analysis , is subtler. Suppose that we</a:t>
            </a:r>
          </a:p>
          <a:p>
            <a:pPr>
              <a:defRPr/>
            </a:pPr>
            <a:r>
              <a:rPr lang="en-US" dirty="0"/>
              <a:t>had a way of masking the contents of messages or other information traffic so that</a:t>
            </a:r>
          </a:p>
          <a:p>
            <a:pPr>
              <a:defRPr/>
            </a:pPr>
            <a:r>
              <a:rPr lang="en-US" dirty="0"/>
              <a:t>opponents, even if they captured the message, could not extract the information</a:t>
            </a:r>
          </a:p>
          <a:p>
            <a:pPr>
              <a:defRPr/>
            </a:pPr>
            <a:r>
              <a:rPr lang="en-US" dirty="0"/>
              <a:t>from the message. The common technique for masking contents is encryption. If we</a:t>
            </a:r>
          </a:p>
          <a:p>
            <a:pPr>
              <a:defRPr/>
            </a:pPr>
            <a:r>
              <a:rPr lang="en-US" dirty="0"/>
              <a:t>had encryption protection in place, an opponent might still be able to observe the</a:t>
            </a:r>
          </a:p>
          <a:p>
            <a:pPr>
              <a:defRPr/>
            </a:pPr>
            <a:r>
              <a:rPr lang="en-US" dirty="0"/>
              <a:t>pattern of these messages. The opponent could determine the location and identity</a:t>
            </a:r>
          </a:p>
          <a:p>
            <a:pPr>
              <a:defRPr/>
            </a:pPr>
            <a:r>
              <a:rPr lang="en-US" dirty="0"/>
              <a:t>of communicating hosts and could observe the frequency and length of messages</a:t>
            </a:r>
          </a:p>
          <a:p>
            <a:pPr>
              <a:defRPr/>
            </a:pPr>
            <a:r>
              <a:rPr lang="en-US" dirty="0"/>
              <a:t>being exchanged. This information might be useful in guessing the nature of the</a:t>
            </a:r>
          </a:p>
          <a:p>
            <a:pPr>
              <a:defRPr/>
            </a:pPr>
            <a:r>
              <a:rPr lang="en-US" dirty="0"/>
              <a:t>communication that was taking place.</a:t>
            </a:r>
          </a:p>
          <a:p>
            <a:pPr>
              <a:defRPr/>
            </a:pPr>
            <a:endParaRPr lang="en-US" dirty="0"/>
          </a:p>
          <a:p>
            <a:pPr>
              <a:defRPr/>
            </a:pPr>
            <a:r>
              <a:rPr lang="en-US" dirty="0"/>
              <a:t>Passive attacks are very difficult to detect, because they do not involve any</a:t>
            </a:r>
          </a:p>
          <a:p>
            <a:pPr>
              <a:defRPr/>
            </a:pPr>
            <a:r>
              <a:rPr lang="en-US" dirty="0"/>
              <a:t>alteration of the data. Typically, the message traffic is sent and received in an apparently</a:t>
            </a:r>
          </a:p>
          <a:p>
            <a:pPr>
              <a:defRPr/>
            </a:pPr>
            <a:r>
              <a:rPr lang="en-US" dirty="0"/>
              <a:t>normal fashion, and neither the sender nor receiver is aware that a third party</a:t>
            </a:r>
          </a:p>
          <a:p>
            <a:pPr>
              <a:defRPr/>
            </a:pPr>
            <a:r>
              <a:rPr lang="en-US" dirty="0"/>
              <a:t>has read the messages or observed the traffic pattern. However, it is feasible to prevent</a:t>
            </a:r>
          </a:p>
          <a:p>
            <a:pPr>
              <a:defRPr/>
            </a:pPr>
            <a:r>
              <a:rPr lang="en-US" dirty="0"/>
              <a:t>the success of these attacks, usually by means of encryption. Thus, the emphasis</a:t>
            </a:r>
          </a:p>
          <a:p>
            <a:pPr>
              <a:defRPr/>
            </a:pPr>
            <a:r>
              <a:rPr lang="en-US" dirty="0"/>
              <a:t>in dealing with passive attacks is on prevention rather than detection.</a:t>
            </a:r>
          </a:p>
        </p:txBody>
      </p:sp>
      <p:sp>
        <p:nvSpPr>
          <p:cNvPr id="47108" name="Slide Number Placeholder 3"/>
          <p:cNvSpPr>
            <a:spLocks noGrp="1"/>
          </p:cNvSpPr>
          <p:nvPr>
            <p:ph type="sldNum" sz="quarter" idx="5"/>
          </p:nvPr>
        </p:nvSpPr>
        <p:spPr>
          <a:noFill/>
        </p:spPr>
        <p:txBody>
          <a:bodyPr/>
          <a:lstStyle/>
          <a:p>
            <a:fld id="{3C883CC4-D73D-3E4C-AB70-A7B1F609C4BF}" type="slidenum">
              <a:rPr lang="en-AU" smtClean="0">
                <a:latin typeface="Arial" pitchFamily="-1" charset="0"/>
              </a:rPr>
              <a:pPr/>
              <a:t>18</a:t>
            </a:fld>
            <a:endParaRPr lang="en-AU" dirty="0">
              <a:latin typeface="Arial" pitchFamily="-1" charset="0"/>
            </a:endParaRPr>
          </a:p>
        </p:txBody>
      </p:sp>
    </p:spTree>
    <p:extLst>
      <p:ext uri="{BB962C8B-B14F-4D97-AF65-F5344CB8AC3E}">
        <p14:creationId xmlns:p14="http://schemas.microsoft.com/office/powerpoint/2010/main" val="266891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p:cNvSpPr>
            <a:spLocks noGrp="1" noChangeArrowheads="1"/>
          </p:cNvSpPr>
          <p:nvPr>
            <p:ph type="sldNum" sz="quarter" idx="5"/>
          </p:nvPr>
        </p:nvSpPr>
        <p:spPr>
          <a:noFill/>
        </p:spPr>
        <p:txBody>
          <a:bodyPr/>
          <a:lstStyle/>
          <a:p>
            <a:fld id="{97038990-C12F-384A-882E-43CA630AF8DC}" type="slidenum">
              <a:rPr lang="en-AU">
                <a:latin typeface="Arial" pitchFamily="-1" charset="0"/>
              </a:rPr>
              <a:pPr/>
              <a:t>19</a:t>
            </a:fld>
            <a:endParaRPr lang="en-AU" dirty="0">
              <a:latin typeface="Arial" pitchFamily="-1"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r>
              <a:rPr lang="en-GB" b="1" dirty="0"/>
              <a:t>Active attacks</a:t>
            </a:r>
            <a:r>
              <a:rPr lang="en-GB" dirty="0"/>
              <a:t> involve interference with the flow of data and can be broken down into four types: </a:t>
            </a:r>
            <a:r>
              <a:rPr lang="en-GB" b="1" dirty="0"/>
              <a:t>masquerade, replay, message modification, and denial of service</a:t>
            </a:r>
            <a:r>
              <a:rPr lang="en-GB" dirty="0"/>
              <a:t>.</a:t>
            </a:r>
          </a:p>
          <a:p>
            <a:pPr>
              <a:buFont typeface="Arial" panose="020B0604020202020204" pitchFamily="34" charset="0"/>
              <a:buChar char="•"/>
            </a:pPr>
            <a:r>
              <a:rPr lang="en-GB" b="1" dirty="0"/>
              <a:t>Masquerade</a:t>
            </a:r>
            <a:r>
              <a:rPr lang="en-GB" dirty="0"/>
              <a:t> occurs when an entity falsely assumes the identity of another. It often includes other forms of attack. For instance, an attacker can intercept an authentication sequence and replay it to gain unauthorized access.</a:t>
            </a:r>
          </a:p>
          <a:p>
            <a:pPr>
              <a:buFont typeface="Arial" panose="020B0604020202020204" pitchFamily="34" charset="0"/>
              <a:buChar char="•"/>
            </a:pPr>
            <a:r>
              <a:rPr lang="en-GB" b="1" dirty="0"/>
              <a:t>Replay</a:t>
            </a:r>
            <a:r>
              <a:rPr lang="en-GB" dirty="0"/>
              <a:t> involves capturing a data transmission and resending it to produce unauthorized effects.</a:t>
            </a:r>
          </a:p>
          <a:p>
            <a:pPr>
              <a:buFont typeface="Arial" panose="020B0604020202020204" pitchFamily="34" charset="0"/>
              <a:buChar char="•"/>
            </a:pPr>
            <a:r>
              <a:rPr lang="en-GB" b="1" dirty="0"/>
              <a:t>Modification of messages</a:t>
            </a:r>
            <a:r>
              <a:rPr lang="en-GB" dirty="0"/>
              <a:t> refers to altering legitimate messages or reordering them to produce unintended results, such as changing permissions in a file access request.</a:t>
            </a:r>
          </a:p>
          <a:p>
            <a:pPr>
              <a:buFont typeface="Arial" panose="020B0604020202020204" pitchFamily="34" charset="0"/>
              <a:buChar char="•"/>
            </a:pPr>
            <a:r>
              <a:rPr lang="en-GB" b="1" dirty="0"/>
              <a:t>Denial of service (DoS)</a:t>
            </a:r>
            <a:r>
              <a:rPr lang="en-GB" dirty="0"/>
              <a:t> aims to disrupt normal communications by either overloading the network with traffic or preventing access to certain services.</a:t>
            </a:r>
          </a:p>
          <a:p>
            <a:r>
              <a:rPr lang="en-GB" dirty="0"/>
              <a:t>While </a:t>
            </a:r>
            <a:r>
              <a:rPr lang="en-GB" b="1" dirty="0"/>
              <a:t>passive attacks</a:t>
            </a:r>
            <a:r>
              <a:rPr lang="en-GB" dirty="0"/>
              <a:t> are hard to detect but preventable, </a:t>
            </a:r>
            <a:r>
              <a:rPr lang="en-GB" b="1" dirty="0"/>
              <a:t>active attacks</a:t>
            </a:r>
            <a:r>
              <a:rPr lang="en-GB" dirty="0"/>
              <a:t> are difficult to entirely prevent due to the wide range of vulnerabilities they exploit. The focus for active attacks is on </a:t>
            </a:r>
            <a:r>
              <a:rPr lang="en-GB" b="1" dirty="0"/>
              <a:t>detection</a:t>
            </a:r>
            <a:r>
              <a:rPr lang="en-GB" dirty="0"/>
              <a:t> and </a:t>
            </a:r>
            <a:r>
              <a:rPr lang="en-GB" b="1" dirty="0"/>
              <a:t>recovery</a:t>
            </a:r>
            <a:r>
              <a:rPr lang="en-GB" dirty="0"/>
              <a:t>, which can also serve as a deterrent against future attacks.</a:t>
            </a:r>
          </a:p>
          <a:p>
            <a:endParaRPr lang="en-US" dirty="0">
              <a:latin typeface="Arial" pitchFamily="-1" charset="0"/>
              <a:ea typeface="Arial" pitchFamily="-1" charset="0"/>
              <a:cs typeface="Arial" pitchFamily="-1" charset="0"/>
            </a:endParaRPr>
          </a:p>
        </p:txBody>
      </p:sp>
    </p:spTree>
    <p:extLst>
      <p:ext uri="{BB962C8B-B14F-4D97-AF65-F5344CB8AC3E}">
        <p14:creationId xmlns:p14="http://schemas.microsoft.com/office/powerpoint/2010/main" val="2289131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0" dirty="0">
                <a:effectLst/>
                <a:latin typeface="Calibri" panose="020F0502020204030204" pitchFamily="34" charset="0"/>
                <a:ea typeface="Times New Roman" panose="02020603050405020304" pitchFamily="18" charset="0"/>
                <a:cs typeface="Arial" panose="020B0604020202020204" pitchFamily="34" charset="0"/>
              </a:rPr>
              <a:t>To design secure systems, it’s essential to understand the types of threats that systems may face and how to assess the associated risks.</a:t>
            </a:r>
            <a:endParaRPr lang="en-CA" sz="1800" kern="100" dirty="0">
              <a:effectLst/>
              <a:latin typeface="Aptos" panose="020B0004020202020204" pitchFamily="34" charset="0"/>
              <a:ea typeface="Times New Roman" panose="02020603050405020304" pitchFamily="18" charset="0"/>
              <a:cs typeface="Arial" panose="020B0604020202020204" pitchFamily="34" charset="0"/>
            </a:endParaRPr>
          </a:p>
          <a:p>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21</a:t>
            </a:fld>
            <a:endParaRPr lang="en-CA"/>
          </a:p>
        </p:txBody>
      </p:sp>
    </p:spTree>
    <p:extLst>
      <p:ext uri="{BB962C8B-B14F-4D97-AF65-F5344CB8AC3E}">
        <p14:creationId xmlns:p14="http://schemas.microsoft.com/office/powerpoint/2010/main" val="4120832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800" kern="0" dirty="0">
                <a:effectLst/>
                <a:latin typeface="Calibri" panose="020F0502020204030204" pitchFamily="34" charset="0"/>
                <a:ea typeface="Times New Roman" panose="02020603050405020304" pitchFamily="18" charset="0"/>
              </a:rPr>
              <a:t>Threat Modeling: A process used to identify potential threats to a system, understand how they might exploit vulnerabilities, and determine the impact of such threats. </a:t>
            </a:r>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23</a:t>
            </a:fld>
            <a:endParaRPr lang="en-CA"/>
          </a:p>
        </p:txBody>
      </p:sp>
    </p:spTree>
    <p:extLst>
      <p:ext uri="{BB962C8B-B14F-4D97-AF65-F5344CB8AC3E}">
        <p14:creationId xmlns:p14="http://schemas.microsoft.com/office/powerpoint/2010/main" val="539825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Threat modelling</a:t>
            </a:r>
            <a:r>
              <a:rPr lang="en-GB" dirty="0"/>
              <a:t> is an essential part of cybersecurity and system design, helping organizations identify, understand, and mitigate potential security threats early in the development process</a:t>
            </a:r>
            <a:r>
              <a:rPr lang="en-GB"/>
              <a:t>. </a:t>
            </a:r>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24</a:t>
            </a:fld>
            <a:endParaRPr lang="en-CA"/>
          </a:p>
        </p:txBody>
      </p:sp>
    </p:spTree>
    <p:extLst>
      <p:ext uri="{BB962C8B-B14F-4D97-AF65-F5344CB8AC3E}">
        <p14:creationId xmlns:p14="http://schemas.microsoft.com/office/powerpoint/2010/main" val="636472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goal of Computer Security is to protect valuable assets.</a:t>
            </a:r>
          </a:p>
          <a:p>
            <a:r>
              <a:rPr lang="en-US"/>
              <a:t>We should use a framework to</a:t>
            </a:r>
            <a:r>
              <a:rPr lang="en-US" baseline="0"/>
              <a:t> describe </a:t>
            </a:r>
            <a:r>
              <a:rPr lang="en-US"/>
              <a:t>how assets can be harmed, and how to counter or mitigate that harm.</a:t>
            </a:r>
          </a:p>
          <a:p>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27</a:t>
            </a:fld>
            <a:endParaRPr lang="en-CA"/>
          </a:p>
        </p:txBody>
      </p:sp>
    </p:spTree>
    <p:extLst>
      <p:ext uri="{BB962C8B-B14F-4D97-AF65-F5344CB8AC3E}">
        <p14:creationId xmlns:p14="http://schemas.microsoft.com/office/powerpoint/2010/main" val="3560993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0" dirty="0">
                <a:effectLst/>
                <a:latin typeface="Calibri" panose="020F0502020204030204" pitchFamily="34" charset="0"/>
                <a:ea typeface="Times New Roman" panose="02020603050405020304" pitchFamily="18" charset="0"/>
                <a:cs typeface="Arial" panose="020B0604020202020204" pitchFamily="34" charset="0"/>
              </a:rPr>
              <a:t>Risk Assessment: Involves evaluating the likelihood and impact of potential threats. The goal is to prioritize risks so that resources can be allocated effectively to mitigate the most significant threats.</a:t>
            </a:r>
            <a:endParaRPr lang="en-CA" sz="1800" kern="100" dirty="0">
              <a:effectLst/>
              <a:latin typeface="Aptos" panose="020B0004020202020204" pitchFamily="34" charset="0"/>
              <a:ea typeface="Times New Roman" panose="02020603050405020304" pitchFamily="18" charset="0"/>
              <a:cs typeface="Arial" panose="020B0604020202020204" pitchFamily="34" charset="0"/>
            </a:endParaRPr>
          </a:p>
          <a:p>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28</a:t>
            </a:fld>
            <a:endParaRPr lang="en-CA"/>
          </a:p>
        </p:txBody>
      </p:sp>
    </p:spTree>
    <p:extLst>
      <p:ext uri="{BB962C8B-B14F-4D97-AF65-F5344CB8AC3E}">
        <p14:creationId xmlns:p14="http://schemas.microsoft.com/office/powerpoint/2010/main" val="1045488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0" dirty="0">
                <a:effectLst/>
                <a:latin typeface="Calibri" panose="020F0502020204030204" pitchFamily="34" charset="0"/>
                <a:ea typeface="Times New Roman" panose="02020603050405020304" pitchFamily="18" charset="0"/>
                <a:cs typeface="Arial" panose="020B0604020202020204" pitchFamily="34" charset="0"/>
              </a:rPr>
              <a:t>Mitigation Strategies: After assessing risks, security measures are put in place to reduce the likelihood or impact of those risks. These can include technical controls (e.g., firewalls, encryption), administrative controls (e.g., policies, procedures), and physical controls (e.g., locks, surveillance).</a:t>
            </a:r>
            <a:endParaRPr lang="en-CA" sz="1800" kern="100" dirty="0">
              <a:effectLst/>
              <a:latin typeface="Aptos" panose="020B0004020202020204" pitchFamily="34" charset="0"/>
              <a:ea typeface="Times New Roman" panose="02020603050405020304" pitchFamily="18" charset="0"/>
              <a:cs typeface="Arial" panose="020B0604020202020204" pitchFamily="34" charset="0"/>
            </a:endParaRPr>
          </a:p>
          <a:p>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31</a:t>
            </a:fld>
            <a:endParaRPr lang="en-CA"/>
          </a:p>
        </p:txBody>
      </p:sp>
    </p:spTree>
    <p:extLst>
      <p:ext uri="{BB962C8B-B14F-4D97-AF65-F5344CB8AC3E}">
        <p14:creationId xmlns:p14="http://schemas.microsoft.com/office/powerpoint/2010/main" val="2928847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a:t>
            </a:r>
            <a:r>
              <a:rPr lang="en-GB" b="1" dirty="0"/>
              <a:t>vulnerability</a:t>
            </a:r>
            <a:r>
              <a:rPr lang="en-GB" dirty="0"/>
              <a:t> is a weakness or flaw in a system, application, or network that can be exploited by a malicious actor to gain unauthorized access or control. These weaknesses can be present in software code, hardware configurations, or human processes.</a:t>
            </a:r>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34</a:t>
            </a:fld>
            <a:endParaRPr lang="en-CA"/>
          </a:p>
        </p:txBody>
      </p:sp>
    </p:spTree>
    <p:extLst>
      <p:ext uri="{BB962C8B-B14F-4D97-AF65-F5344CB8AC3E}">
        <p14:creationId xmlns:p14="http://schemas.microsoft.com/office/powerpoint/2010/main" val="1276769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Definition:</a:t>
            </a:r>
            <a:br>
              <a:rPr lang="en-GB" dirty="0"/>
            </a:br>
            <a:r>
              <a:rPr lang="en-GB" dirty="0"/>
              <a:t>An exploit refers to a method, tool, or script used to take advantage of a vulnerability in a system. Exploits enable threat actors to gain control of a system, manipulate it, or cause unintended </a:t>
            </a:r>
            <a:r>
              <a:rPr lang="en-GB" dirty="0" err="1"/>
              <a:t>behavior</a:t>
            </a:r>
            <a:r>
              <a:rPr lang="en-GB" dirty="0"/>
              <a:t>.</a:t>
            </a:r>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36</a:t>
            </a:fld>
            <a:endParaRPr lang="en-CA"/>
          </a:p>
        </p:txBody>
      </p:sp>
    </p:spTree>
    <p:extLst>
      <p:ext uri="{BB962C8B-B14F-4D97-AF65-F5344CB8AC3E}">
        <p14:creationId xmlns:p14="http://schemas.microsoft.com/office/powerpoint/2010/main" val="1942201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Definition:</a:t>
            </a:r>
            <a:br>
              <a:rPr lang="en-GB" dirty="0"/>
            </a:br>
            <a:r>
              <a:rPr lang="en-GB" dirty="0"/>
              <a:t>The attack surface refers to the total sum of all possible entry points or vectors through which an attacker can try to gain access to or extract data from an environment. Reducing the attack surface is a crucial strategy for enhancing security.</a:t>
            </a:r>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38</a:t>
            </a:fld>
            <a:endParaRPr lang="en-CA"/>
          </a:p>
        </p:txBody>
      </p:sp>
    </p:spTree>
    <p:extLst>
      <p:ext uri="{BB962C8B-B14F-4D97-AF65-F5344CB8AC3E}">
        <p14:creationId xmlns:p14="http://schemas.microsoft.com/office/powerpoint/2010/main" val="15445574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Definition:</a:t>
            </a:r>
            <a:br>
              <a:rPr lang="en-GB" dirty="0"/>
            </a:br>
            <a:r>
              <a:rPr lang="en-GB" dirty="0"/>
              <a:t>Defence in Depth is a security strategy that employs multiple layers of </a:t>
            </a:r>
            <a:r>
              <a:rPr lang="en-GB" dirty="0" err="1"/>
              <a:t>defense</a:t>
            </a:r>
            <a:r>
              <a:rPr lang="en-GB" dirty="0"/>
              <a:t> to protect a system. It is based on the assumption that no single security measure is foolproof, and therefore, combining several </a:t>
            </a:r>
            <a:r>
              <a:rPr lang="en-GB" dirty="0" err="1"/>
              <a:t>defenses</a:t>
            </a:r>
            <a:r>
              <a:rPr lang="en-GB" dirty="0"/>
              <a:t> increases overall security.</a:t>
            </a:r>
            <a:endParaRPr lang="en-CA" dirty="0"/>
          </a:p>
        </p:txBody>
      </p:sp>
      <p:sp>
        <p:nvSpPr>
          <p:cNvPr id="4" name="Slide Number Placeholder 3"/>
          <p:cNvSpPr>
            <a:spLocks noGrp="1"/>
          </p:cNvSpPr>
          <p:nvPr>
            <p:ph type="sldNum" sz="quarter" idx="5"/>
          </p:nvPr>
        </p:nvSpPr>
        <p:spPr/>
        <p:txBody>
          <a:bodyPr/>
          <a:lstStyle/>
          <a:p>
            <a:fld id="{0C333FE9-259E-4CE1-80EB-A380D2C004E6}" type="slidenum">
              <a:rPr lang="en-CA" smtClean="0"/>
              <a:t>40</a:t>
            </a:fld>
            <a:endParaRPr lang="en-CA"/>
          </a:p>
        </p:txBody>
      </p:sp>
    </p:spTree>
    <p:extLst>
      <p:ext uri="{BB962C8B-B14F-4D97-AF65-F5344CB8AC3E}">
        <p14:creationId xmlns:p14="http://schemas.microsoft.com/office/powerpoint/2010/main" val="2977068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BE95-FC20-5159-89C2-9621BE92C74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CA"/>
          </a:p>
        </p:txBody>
      </p:sp>
      <p:sp>
        <p:nvSpPr>
          <p:cNvPr id="3" name="Subtitle 2">
            <a:extLst>
              <a:ext uri="{FF2B5EF4-FFF2-40B4-BE49-F238E27FC236}">
                <a16:creationId xmlns:a16="http://schemas.microsoft.com/office/drawing/2014/main" id="{08C484B9-F7C9-6F3E-C18B-5FB29EADF65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6D01A3C-A930-D54E-980D-0B2CD84876DD}"/>
              </a:ext>
            </a:extLst>
          </p:cNvPr>
          <p:cNvSpPr>
            <a:spLocks noGrp="1"/>
          </p:cNvSpPr>
          <p:nvPr>
            <p:ph type="dt" sz="half" idx="10"/>
          </p:nvPr>
        </p:nvSpPr>
        <p:spPr/>
        <p:txBody>
          <a:bodyPr/>
          <a:lstStyle/>
          <a:p>
            <a:fld id="{818D8D12-7CDF-4595-A908-26EA90135E28}" type="datetime1">
              <a:rPr lang="en-CA" smtClean="0"/>
              <a:t>2024-09-09</a:t>
            </a:fld>
            <a:endParaRPr lang="en-CA"/>
          </a:p>
        </p:txBody>
      </p:sp>
      <p:sp>
        <p:nvSpPr>
          <p:cNvPr id="5" name="Footer Placeholder 4">
            <a:extLst>
              <a:ext uri="{FF2B5EF4-FFF2-40B4-BE49-F238E27FC236}">
                <a16:creationId xmlns:a16="http://schemas.microsoft.com/office/drawing/2014/main" id="{8FF5F437-827F-5FED-32CE-44ADAB25548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CF526C3-F7F2-A750-3501-A67201B1D97B}"/>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680635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E3808-DB99-F7DE-B5BE-6DAAE49B744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F865FB8-2601-CC65-4005-421D050104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5BABCAC-DB47-2752-8345-25EA5B8F388C}"/>
              </a:ext>
            </a:extLst>
          </p:cNvPr>
          <p:cNvSpPr>
            <a:spLocks noGrp="1"/>
          </p:cNvSpPr>
          <p:nvPr>
            <p:ph type="dt" sz="half" idx="10"/>
          </p:nvPr>
        </p:nvSpPr>
        <p:spPr/>
        <p:txBody>
          <a:bodyPr/>
          <a:lstStyle/>
          <a:p>
            <a:fld id="{2E0F963D-4464-499F-AF62-C6E82BAD4853}" type="datetime1">
              <a:rPr lang="en-CA" smtClean="0"/>
              <a:t>2024-09-09</a:t>
            </a:fld>
            <a:endParaRPr lang="en-CA"/>
          </a:p>
        </p:txBody>
      </p:sp>
      <p:sp>
        <p:nvSpPr>
          <p:cNvPr id="5" name="Footer Placeholder 4">
            <a:extLst>
              <a:ext uri="{FF2B5EF4-FFF2-40B4-BE49-F238E27FC236}">
                <a16:creationId xmlns:a16="http://schemas.microsoft.com/office/drawing/2014/main" id="{48044E10-B0C1-B09C-864E-BB4CA3C4BE6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8AA7D09-44C3-FF33-5E88-EDBBEE600BBF}"/>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217708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CE48-F489-B01A-55AA-512B417510FF}"/>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588A1F3-D366-A8E6-DE52-C6BAAD0CE456}"/>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FB0D2E-F233-6321-635C-F67B0A03CC22}"/>
              </a:ext>
            </a:extLst>
          </p:cNvPr>
          <p:cNvSpPr>
            <a:spLocks noGrp="1"/>
          </p:cNvSpPr>
          <p:nvPr>
            <p:ph type="dt" sz="half" idx="10"/>
          </p:nvPr>
        </p:nvSpPr>
        <p:spPr/>
        <p:txBody>
          <a:bodyPr/>
          <a:lstStyle/>
          <a:p>
            <a:fld id="{9560C6B9-8E15-4029-AF23-DFD91F42C03D}" type="datetime1">
              <a:rPr lang="en-CA" smtClean="0"/>
              <a:t>2024-09-09</a:t>
            </a:fld>
            <a:endParaRPr lang="en-CA"/>
          </a:p>
        </p:txBody>
      </p:sp>
      <p:sp>
        <p:nvSpPr>
          <p:cNvPr id="5" name="Footer Placeholder 4">
            <a:extLst>
              <a:ext uri="{FF2B5EF4-FFF2-40B4-BE49-F238E27FC236}">
                <a16:creationId xmlns:a16="http://schemas.microsoft.com/office/drawing/2014/main" id="{67AD0181-8B92-F550-4C00-DFF7977AC32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139F3AC-C7BB-91F2-C880-8A1B2AA7868E}"/>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8259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0BA3-E6CA-2378-6745-2A40F5D13AF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9F35498-692E-15F1-CE64-8B58DF722A0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6437372-2273-643C-C30A-E5AF354005A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B71C8EB-12A5-FE7C-3510-4B09AAA1836F}"/>
              </a:ext>
            </a:extLst>
          </p:cNvPr>
          <p:cNvSpPr>
            <a:spLocks noGrp="1"/>
          </p:cNvSpPr>
          <p:nvPr>
            <p:ph type="dt" sz="half" idx="10"/>
          </p:nvPr>
        </p:nvSpPr>
        <p:spPr/>
        <p:txBody>
          <a:bodyPr/>
          <a:lstStyle/>
          <a:p>
            <a:fld id="{77A4038E-73CC-4937-944C-EE1334E4E461}" type="datetime1">
              <a:rPr lang="en-CA" smtClean="0"/>
              <a:t>2024-09-09</a:t>
            </a:fld>
            <a:endParaRPr lang="en-CA"/>
          </a:p>
        </p:txBody>
      </p:sp>
      <p:sp>
        <p:nvSpPr>
          <p:cNvPr id="6" name="Footer Placeholder 5">
            <a:extLst>
              <a:ext uri="{FF2B5EF4-FFF2-40B4-BE49-F238E27FC236}">
                <a16:creationId xmlns:a16="http://schemas.microsoft.com/office/drawing/2014/main" id="{0D16FB01-7B22-57A4-D007-0AD3E449AB1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DD13B69-F996-11B5-48D2-9D4773848B78}"/>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567881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EAEE7-3ED9-CA52-B529-61136E917C9B}"/>
              </a:ext>
            </a:extLst>
          </p:cNvPr>
          <p:cNvSpPr>
            <a:spLocks noGrp="1"/>
          </p:cNvSpPr>
          <p:nvPr>
            <p:ph type="title"/>
          </p:nvPr>
        </p:nvSpPr>
        <p:spPr>
          <a:xfrm>
            <a:off x="629841" y="365126"/>
            <a:ext cx="78867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686265C-1F85-6E59-7659-233982BB8F4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3BD524D-BBB8-640D-BECA-7FE3FB807AB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B953840E-CD3F-F886-B96D-BB41B03DBCB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CFAABB7-062F-5546-2038-900DDFBF1F99}"/>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EB912D8-2A63-5C29-1422-98A3E2A63A11}"/>
              </a:ext>
            </a:extLst>
          </p:cNvPr>
          <p:cNvSpPr>
            <a:spLocks noGrp="1"/>
          </p:cNvSpPr>
          <p:nvPr>
            <p:ph type="dt" sz="half" idx="10"/>
          </p:nvPr>
        </p:nvSpPr>
        <p:spPr/>
        <p:txBody>
          <a:bodyPr/>
          <a:lstStyle/>
          <a:p>
            <a:fld id="{F046C38C-0FE4-4FBE-A5AD-606C2A78943C}" type="datetime1">
              <a:rPr lang="en-CA" smtClean="0"/>
              <a:t>2024-09-09</a:t>
            </a:fld>
            <a:endParaRPr lang="en-CA"/>
          </a:p>
        </p:txBody>
      </p:sp>
      <p:sp>
        <p:nvSpPr>
          <p:cNvPr id="8" name="Footer Placeholder 7">
            <a:extLst>
              <a:ext uri="{FF2B5EF4-FFF2-40B4-BE49-F238E27FC236}">
                <a16:creationId xmlns:a16="http://schemas.microsoft.com/office/drawing/2014/main" id="{24FA4C95-95DE-4949-0A0C-2E95B4447D9D}"/>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988662AC-1D55-598E-5974-CB367E023BA0}"/>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2387099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5B09-12ED-4DA9-D9B5-16D7B243CAAF}"/>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B274B9D-587B-EDFF-5FA2-015B5B4B34AD}"/>
              </a:ext>
            </a:extLst>
          </p:cNvPr>
          <p:cNvSpPr>
            <a:spLocks noGrp="1"/>
          </p:cNvSpPr>
          <p:nvPr>
            <p:ph type="dt" sz="half" idx="10"/>
          </p:nvPr>
        </p:nvSpPr>
        <p:spPr/>
        <p:txBody>
          <a:bodyPr/>
          <a:lstStyle/>
          <a:p>
            <a:fld id="{16EEC274-E6F7-497C-9C05-2AFE280166A0}" type="datetime1">
              <a:rPr lang="en-CA" smtClean="0"/>
              <a:t>2024-09-09</a:t>
            </a:fld>
            <a:endParaRPr lang="en-CA"/>
          </a:p>
        </p:txBody>
      </p:sp>
      <p:sp>
        <p:nvSpPr>
          <p:cNvPr id="4" name="Footer Placeholder 3">
            <a:extLst>
              <a:ext uri="{FF2B5EF4-FFF2-40B4-BE49-F238E27FC236}">
                <a16:creationId xmlns:a16="http://schemas.microsoft.com/office/drawing/2014/main" id="{6A4606AE-F19B-2040-76F8-F93B27072428}"/>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A43AA1B-E6C2-85A3-3474-06DF7146D81D}"/>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352733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83A9E8-57C3-DCB9-4717-A3EC49F8F7BF}"/>
              </a:ext>
            </a:extLst>
          </p:cNvPr>
          <p:cNvSpPr>
            <a:spLocks noGrp="1"/>
          </p:cNvSpPr>
          <p:nvPr>
            <p:ph type="dt" sz="half" idx="10"/>
          </p:nvPr>
        </p:nvSpPr>
        <p:spPr/>
        <p:txBody>
          <a:bodyPr/>
          <a:lstStyle/>
          <a:p>
            <a:fld id="{E9C20B62-109B-4AAC-BAEF-F3A7BADEB72D}" type="datetime1">
              <a:rPr lang="en-CA" smtClean="0"/>
              <a:t>2024-09-09</a:t>
            </a:fld>
            <a:endParaRPr lang="en-CA"/>
          </a:p>
        </p:txBody>
      </p:sp>
      <p:sp>
        <p:nvSpPr>
          <p:cNvPr id="3" name="Footer Placeholder 2">
            <a:extLst>
              <a:ext uri="{FF2B5EF4-FFF2-40B4-BE49-F238E27FC236}">
                <a16:creationId xmlns:a16="http://schemas.microsoft.com/office/drawing/2014/main" id="{C09BEDE5-6876-8118-75C9-5F532DFAEFD9}"/>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78072D6-9170-D90E-63D5-E155054BD15D}"/>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205806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3AA82-CA1D-E6F2-0783-F2B4C5A89B3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F2E4951F-0C84-6586-C85E-12A786179AC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BCD76D8A-8EEF-372D-636F-8BA1DA874DA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22F7461-9D3E-9ECB-3667-38DAB018AD70}"/>
              </a:ext>
            </a:extLst>
          </p:cNvPr>
          <p:cNvSpPr>
            <a:spLocks noGrp="1"/>
          </p:cNvSpPr>
          <p:nvPr>
            <p:ph type="dt" sz="half" idx="10"/>
          </p:nvPr>
        </p:nvSpPr>
        <p:spPr/>
        <p:txBody>
          <a:bodyPr/>
          <a:lstStyle/>
          <a:p>
            <a:fld id="{1A0EB0CF-B17E-472A-BC26-6DC823F7C4AB}" type="datetime1">
              <a:rPr lang="en-CA" smtClean="0"/>
              <a:t>2024-09-09</a:t>
            </a:fld>
            <a:endParaRPr lang="en-CA"/>
          </a:p>
        </p:txBody>
      </p:sp>
      <p:sp>
        <p:nvSpPr>
          <p:cNvPr id="6" name="Footer Placeholder 5">
            <a:extLst>
              <a:ext uri="{FF2B5EF4-FFF2-40B4-BE49-F238E27FC236}">
                <a16:creationId xmlns:a16="http://schemas.microsoft.com/office/drawing/2014/main" id="{A4CA7C11-3C22-C8B7-4095-3862B93A067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C995527-A49A-20DE-E175-E68D4C8EDC06}"/>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3048147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5284D-B48C-B723-D8BB-A4D50EF02F4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B5FA03A-2B4A-7CCA-E241-034E98574D1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A"/>
          </a:p>
        </p:txBody>
      </p:sp>
      <p:sp>
        <p:nvSpPr>
          <p:cNvPr id="4" name="Text Placeholder 3">
            <a:extLst>
              <a:ext uri="{FF2B5EF4-FFF2-40B4-BE49-F238E27FC236}">
                <a16:creationId xmlns:a16="http://schemas.microsoft.com/office/drawing/2014/main" id="{EE4D383E-8C62-24EF-1FE6-82518134A0C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AB84752-9508-7F5C-3105-EFBDC5412EE7}"/>
              </a:ext>
            </a:extLst>
          </p:cNvPr>
          <p:cNvSpPr>
            <a:spLocks noGrp="1"/>
          </p:cNvSpPr>
          <p:nvPr>
            <p:ph type="dt" sz="half" idx="10"/>
          </p:nvPr>
        </p:nvSpPr>
        <p:spPr/>
        <p:txBody>
          <a:bodyPr/>
          <a:lstStyle/>
          <a:p>
            <a:fld id="{4AD076A6-A460-4E2B-9EE9-AE55BC3E13D1}" type="datetime1">
              <a:rPr lang="en-CA" smtClean="0"/>
              <a:t>2024-09-09</a:t>
            </a:fld>
            <a:endParaRPr lang="en-CA"/>
          </a:p>
        </p:txBody>
      </p:sp>
      <p:sp>
        <p:nvSpPr>
          <p:cNvPr id="6" name="Footer Placeholder 5">
            <a:extLst>
              <a:ext uri="{FF2B5EF4-FFF2-40B4-BE49-F238E27FC236}">
                <a16:creationId xmlns:a16="http://schemas.microsoft.com/office/drawing/2014/main" id="{4A0AC790-735A-449E-B374-44ECC9BC082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3230C98-488F-D989-FFAF-7F20043477E7}"/>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3268976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43ECE-26A4-679D-07F9-D3D5DEE1C73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13ACBFF-A176-C1E3-6CAD-220643F076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7307B01-EA56-6E5E-B163-E12BB8DD7F56}"/>
              </a:ext>
            </a:extLst>
          </p:cNvPr>
          <p:cNvSpPr>
            <a:spLocks noGrp="1"/>
          </p:cNvSpPr>
          <p:nvPr>
            <p:ph type="dt" sz="half" idx="10"/>
          </p:nvPr>
        </p:nvSpPr>
        <p:spPr/>
        <p:txBody>
          <a:bodyPr/>
          <a:lstStyle/>
          <a:p>
            <a:fld id="{3E901F6F-9F28-4F3A-AF49-E4E44FECA7AB}" type="datetime1">
              <a:rPr lang="en-CA" smtClean="0"/>
              <a:t>2024-09-09</a:t>
            </a:fld>
            <a:endParaRPr lang="en-CA"/>
          </a:p>
        </p:txBody>
      </p:sp>
      <p:sp>
        <p:nvSpPr>
          <p:cNvPr id="5" name="Footer Placeholder 4">
            <a:extLst>
              <a:ext uri="{FF2B5EF4-FFF2-40B4-BE49-F238E27FC236}">
                <a16:creationId xmlns:a16="http://schemas.microsoft.com/office/drawing/2014/main" id="{C77B0836-B38E-7769-DC76-E99FDEB6A04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542AE4A-481E-0534-464E-5ACF117FFA07}"/>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4115712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E68531-120E-3E4B-733D-B4CD40D21354}"/>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545786F-C53B-AD40-36F6-1685A54A256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C6E4159-A5D0-0783-F8C1-A51FC6521E28}"/>
              </a:ext>
            </a:extLst>
          </p:cNvPr>
          <p:cNvSpPr>
            <a:spLocks noGrp="1"/>
          </p:cNvSpPr>
          <p:nvPr>
            <p:ph type="dt" sz="half" idx="10"/>
          </p:nvPr>
        </p:nvSpPr>
        <p:spPr/>
        <p:txBody>
          <a:bodyPr/>
          <a:lstStyle/>
          <a:p>
            <a:fld id="{910643E1-3C4B-4CD5-B236-8DDE9807FB4E}" type="datetime1">
              <a:rPr lang="en-CA" smtClean="0"/>
              <a:t>2024-09-09</a:t>
            </a:fld>
            <a:endParaRPr lang="en-CA"/>
          </a:p>
        </p:txBody>
      </p:sp>
      <p:sp>
        <p:nvSpPr>
          <p:cNvPr id="5" name="Footer Placeholder 4">
            <a:extLst>
              <a:ext uri="{FF2B5EF4-FFF2-40B4-BE49-F238E27FC236}">
                <a16:creationId xmlns:a16="http://schemas.microsoft.com/office/drawing/2014/main" id="{52FFBBFB-9073-1CC3-EB25-4AAA515B3F1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66E391D-D504-AA1F-D1B6-1DF4FF8D13F1}"/>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94396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A2B77-1B53-53A4-871B-C13690253A8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1126712-CA5E-F8DD-72BC-172C997EDFA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97932DD-A45B-9231-C29D-CFB96E8A554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EB309345-F267-40A1-B40F-4ACA86BD5316}" type="datetime1">
              <a:rPr lang="en-CA" smtClean="0"/>
              <a:t>2024-09-09</a:t>
            </a:fld>
            <a:endParaRPr lang="en-CA"/>
          </a:p>
        </p:txBody>
      </p:sp>
      <p:sp>
        <p:nvSpPr>
          <p:cNvPr id="5" name="Footer Placeholder 4">
            <a:extLst>
              <a:ext uri="{FF2B5EF4-FFF2-40B4-BE49-F238E27FC236}">
                <a16:creationId xmlns:a16="http://schemas.microsoft.com/office/drawing/2014/main" id="{0FD21CAE-31E7-977F-037D-F8D1E94E8E9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90FD474A-00A5-7345-3557-4E9979B1075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3AAB7785-396F-4915-8DFC-F7434CCA128E}" type="slidenum">
              <a:rPr lang="en-CA" smtClean="0"/>
              <a:t>‹#›</a:t>
            </a:fld>
            <a:endParaRPr lang="en-CA"/>
          </a:p>
        </p:txBody>
      </p:sp>
    </p:spTree>
    <p:extLst>
      <p:ext uri="{BB962C8B-B14F-4D97-AF65-F5344CB8AC3E}">
        <p14:creationId xmlns:p14="http://schemas.microsoft.com/office/powerpoint/2010/main" val="3833543745"/>
      </p:ext>
    </p:extLst>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d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7.jpe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3.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18.jpeg"/><Relationship Id="rId7" Type="http://schemas.openxmlformats.org/officeDocument/2006/relationships/diagramColors" Target="../diagrams/colors1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490722" y="640080"/>
            <a:ext cx="5170932" cy="3566160"/>
          </a:xfrm>
        </p:spPr>
        <p:txBody>
          <a:bodyPr anchor="b">
            <a:normAutofit/>
          </a:bodyPr>
          <a:lstStyle/>
          <a:p>
            <a:pPr algn="l"/>
            <a:r>
              <a:rPr lang="en-CA" sz="5700" dirty="0"/>
              <a:t>Chapter 1</a:t>
            </a:r>
          </a:p>
        </p:txBody>
      </p:sp>
      <p:sp>
        <p:nvSpPr>
          <p:cNvPr id="3" name="Subtitle 2"/>
          <p:cNvSpPr>
            <a:spLocks noGrp="1"/>
          </p:cNvSpPr>
          <p:nvPr>
            <p:ph type="subTitle" idx="1"/>
          </p:nvPr>
        </p:nvSpPr>
        <p:spPr>
          <a:xfrm>
            <a:off x="3490722" y="4636008"/>
            <a:ext cx="5170932" cy="1572768"/>
          </a:xfrm>
        </p:spPr>
        <p:txBody>
          <a:bodyPr>
            <a:normAutofit/>
          </a:bodyPr>
          <a:lstStyle/>
          <a:p>
            <a:pPr algn="l"/>
            <a:r>
              <a:rPr lang="en-CA" sz="2100" b="1" dirty="0"/>
              <a:t>Overview of Security Principles</a:t>
            </a:r>
          </a:p>
          <a:p>
            <a:pPr algn="l"/>
            <a:r>
              <a:rPr lang="en-CA" sz="2100" b="1" dirty="0"/>
              <a:t>Amir H. Razavi</a:t>
            </a:r>
          </a:p>
        </p:txBody>
      </p:sp>
      <p:pic>
        <p:nvPicPr>
          <p:cNvPr id="5" name="Picture 4" descr="Close-up of hopscotch on a sidewalk">
            <a:extLst>
              <a:ext uri="{FF2B5EF4-FFF2-40B4-BE49-F238E27FC236}">
                <a16:creationId xmlns:a16="http://schemas.microsoft.com/office/drawing/2014/main" id="{8AF264BD-D168-BF91-EE8B-F98E052D9982}"/>
              </a:ext>
            </a:extLst>
          </p:cNvPr>
          <p:cNvPicPr>
            <a:picLocks noChangeAspect="1"/>
          </p:cNvPicPr>
          <p:nvPr/>
        </p:nvPicPr>
        <p:blipFill>
          <a:blip r:embed="rId2"/>
          <a:srcRect l="35936" r="34500" b="-1"/>
          <a:stretch/>
        </p:blipFill>
        <p:spPr>
          <a:xfrm>
            <a:off x="20" y="10"/>
            <a:ext cx="3037334" cy="6857990"/>
          </a:xfrm>
          <a:custGeom>
            <a:avLst/>
            <a:gdLst/>
            <a:ahLst/>
            <a:cxnLst/>
            <a:rect l="l" t="t" r="r" b="b"/>
            <a:pathLst>
              <a:path w="4049806" h="6858000">
                <a:moveTo>
                  <a:pt x="0" y="0"/>
                </a:moveTo>
                <a:lnTo>
                  <a:pt x="4018525" y="0"/>
                </a:lnTo>
                <a:lnTo>
                  <a:pt x="4019816" y="10931"/>
                </a:lnTo>
                <a:cubicBezTo>
                  <a:pt x="4034945" y="94836"/>
                  <a:pt x="4032275" y="179884"/>
                  <a:pt x="4036343" y="264297"/>
                </a:cubicBezTo>
                <a:cubicBezTo>
                  <a:pt x="4041301" y="367652"/>
                  <a:pt x="4035072" y="471135"/>
                  <a:pt x="4032911" y="574617"/>
                </a:cubicBezTo>
                <a:cubicBezTo>
                  <a:pt x="4031004" y="662717"/>
                  <a:pt x="4022232" y="750690"/>
                  <a:pt x="4025029" y="838916"/>
                </a:cubicBezTo>
                <a:cubicBezTo>
                  <a:pt x="4025029" y="841968"/>
                  <a:pt x="4025029" y="845019"/>
                  <a:pt x="4025029" y="848070"/>
                </a:cubicBezTo>
                <a:cubicBezTo>
                  <a:pt x="4017020" y="945068"/>
                  <a:pt x="4017020" y="1042576"/>
                  <a:pt x="4025029" y="1139574"/>
                </a:cubicBezTo>
                <a:cubicBezTo>
                  <a:pt x="4027609" y="1179950"/>
                  <a:pt x="4026885" y="1220466"/>
                  <a:pt x="4022868" y="1260728"/>
                </a:cubicBezTo>
                <a:cubicBezTo>
                  <a:pt x="4019054" y="1311960"/>
                  <a:pt x="4006849" y="1364083"/>
                  <a:pt x="4015621" y="1414934"/>
                </a:cubicBezTo>
                <a:cubicBezTo>
                  <a:pt x="4021367" y="1456784"/>
                  <a:pt x="4024558" y="1498940"/>
                  <a:pt x="4025156" y="1541172"/>
                </a:cubicBezTo>
                <a:cubicBezTo>
                  <a:pt x="4029478" y="1635755"/>
                  <a:pt x="4025283" y="1730847"/>
                  <a:pt x="4023757" y="1825685"/>
                </a:cubicBezTo>
                <a:cubicBezTo>
                  <a:pt x="4021850" y="1936286"/>
                  <a:pt x="4024647" y="2046634"/>
                  <a:pt x="4015748" y="2157235"/>
                </a:cubicBezTo>
                <a:cubicBezTo>
                  <a:pt x="4010790" y="2246581"/>
                  <a:pt x="4010790" y="2336130"/>
                  <a:pt x="4015748" y="2425476"/>
                </a:cubicBezTo>
                <a:cubicBezTo>
                  <a:pt x="4018164" y="2507473"/>
                  <a:pt x="4030495" y="2588454"/>
                  <a:pt x="4028461" y="2671214"/>
                </a:cubicBezTo>
                <a:cubicBezTo>
                  <a:pt x="4026046" y="2767832"/>
                  <a:pt x="4014604" y="2863940"/>
                  <a:pt x="4018164" y="2960685"/>
                </a:cubicBezTo>
                <a:cubicBezTo>
                  <a:pt x="4019816" y="3006832"/>
                  <a:pt x="4019944" y="3052980"/>
                  <a:pt x="4020961" y="3099127"/>
                </a:cubicBezTo>
                <a:cubicBezTo>
                  <a:pt x="4021978" y="3154682"/>
                  <a:pt x="4032021" y="3210110"/>
                  <a:pt x="4026427" y="3265665"/>
                </a:cubicBezTo>
                <a:cubicBezTo>
                  <a:pt x="4017147" y="3358087"/>
                  <a:pt x="3993120" y="3448857"/>
                  <a:pt x="4008121" y="3543567"/>
                </a:cubicBezTo>
                <a:cubicBezTo>
                  <a:pt x="4016384" y="3595690"/>
                  <a:pt x="4025791" y="3647940"/>
                  <a:pt x="4030495" y="3700571"/>
                </a:cubicBezTo>
                <a:cubicBezTo>
                  <a:pt x="4034690" y="3747608"/>
                  <a:pt x="4045369" y="3795408"/>
                  <a:pt x="4037233" y="3842191"/>
                </a:cubicBezTo>
                <a:cubicBezTo>
                  <a:pt x="4030368" y="3882237"/>
                  <a:pt x="4034055" y="3922282"/>
                  <a:pt x="4028715" y="3962327"/>
                </a:cubicBezTo>
                <a:cubicBezTo>
                  <a:pt x="4021723" y="4014831"/>
                  <a:pt x="4017910" y="4068352"/>
                  <a:pt x="4012697" y="4121111"/>
                </a:cubicBezTo>
                <a:cubicBezTo>
                  <a:pt x="4007866" y="4169038"/>
                  <a:pt x="4004307" y="4216838"/>
                  <a:pt x="4017020" y="4261841"/>
                </a:cubicBezTo>
                <a:cubicBezTo>
                  <a:pt x="4048039" y="4375112"/>
                  <a:pt x="4031004" y="4487748"/>
                  <a:pt x="4019308" y="4600257"/>
                </a:cubicBezTo>
                <a:cubicBezTo>
                  <a:pt x="4013587" y="4655049"/>
                  <a:pt x="4005197" y="4712765"/>
                  <a:pt x="4017910" y="4762853"/>
                </a:cubicBezTo>
                <a:cubicBezTo>
                  <a:pt x="4041428" y="4851716"/>
                  <a:pt x="4022995" y="4936764"/>
                  <a:pt x="4012824" y="5021432"/>
                </a:cubicBezTo>
                <a:cubicBezTo>
                  <a:pt x="4002654" y="5106099"/>
                  <a:pt x="4000239" y="5189495"/>
                  <a:pt x="4018037" y="5272637"/>
                </a:cubicBezTo>
                <a:cubicBezTo>
                  <a:pt x="4030495" y="5331116"/>
                  <a:pt x="4030495" y="5390612"/>
                  <a:pt x="4032021" y="5449600"/>
                </a:cubicBezTo>
                <a:cubicBezTo>
                  <a:pt x="4032911" y="5486339"/>
                  <a:pt x="4019308" y="5523842"/>
                  <a:pt x="4010282" y="5560582"/>
                </a:cubicBezTo>
                <a:cubicBezTo>
                  <a:pt x="3994009" y="5626943"/>
                  <a:pt x="3988162" y="5694321"/>
                  <a:pt x="4010282" y="5759029"/>
                </a:cubicBezTo>
                <a:cubicBezTo>
                  <a:pt x="4040793" y="5848655"/>
                  <a:pt x="4058336" y="5938407"/>
                  <a:pt x="4045623" y="6033117"/>
                </a:cubicBezTo>
                <a:cubicBezTo>
                  <a:pt x="4038377" y="6091724"/>
                  <a:pt x="4036597" y="6151347"/>
                  <a:pt x="4025664" y="6209190"/>
                </a:cubicBezTo>
                <a:cubicBezTo>
                  <a:pt x="4007358" y="6304790"/>
                  <a:pt x="4013841" y="6399882"/>
                  <a:pt x="4028461" y="6494211"/>
                </a:cubicBezTo>
                <a:cubicBezTo>
                  <a:pt x="4038542" y="6573081"/>
                  <a:pt x="4039610" y="6652829"/>
                  <a:pt x="4031639" y="6731941"/>
                </a:cubicBezTo>
                <a:lnTo>
                  <a:pt x="4022913" y="6858000"/>
                </a:lnTo>
                <a:lnTo>
                  <a:pt x="0" y="6858000"/>
                </a:lnTo>
                <a:close/>
              </a:path>
            </a:pathLst>
          </a:custGeom>
        </p:spPr>
      </p:pic>
      <p:sp>
        <p:nvSpPr>
          <p:cNvPr id="11" name="sketchy line">
            <a:extLst>
              <a:ext uri="{FF2B5EF4-FFF2-40B4-BE49-F238E27FC236}">
                <a16:creationId xmlns:a16="http://schemas.microsoft.com/office/drawing/2014/main" id="{82580482-BA80-420A-8A05-C58E97F2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4409267"/>
            <a:ext cx="3182112" cy="18288"/>
          </a:xfrm>
          <a:custGeom>
            <a:avLst/>
            <a:gdLst>
              <a:gd name="connsiteX0" fmla="*/ 0 w 3182112"/>
              <a:gd name="connsiteY0" fmla="*/ 0 h 18288"/>
              <a:gd name="connsiteX1" fmla="*/ 636422 w 3182112"/>
              <a:gd name="connsiteY1" fmla="*/ 0 h 18288"/>
              <a:gd name="connsiteX2" fmla="*/ 1241024 w 3182112"/>
              <a:gd name="connsiteY2" fmla="*/ 0 h 18288"/>
              <a:gd name="connsiteX3" fmla="*/ 1845625 w 3182112"/>
              <a:gd name="connsiteY3" fmla="*/ 0 h 18288"/>
              <a:gd name="connsiteX4" fmla="*/ 2545690 w 3182112"/>
              <a:gd name="connsiteY4" fmla="*/ 0 h 18288"/>
              <a:gd name="connsiteX5" fmla="*/ 3182112 w 3182112"/>
              <a:gd name="connsiteY5" fmla="*/ 0 h 18288"/>
              <a:gd name="connsiteX6" fmla="*/ 3182112 w 3182112"/>
              <a:gd name="connsiteY6" fmla="*/ 18288 h 18288"/>
              <a:gd name="connsiteX7" fmla="*/ 2545690 w 3182112"/>
              <a:gd name="connsiteY7" fmla="*/ 18288 h 18288"/>
              <a:gd name="connsiteX8" fmla="*/ 2004731 w 3182112"/>
              <a:gd name="connsiteY8" fmla="*/ 18288 h 18288"/>
              <a:gd name="connsiteX9" fmla="*/ 1400129 w 3182112"/>
              <a:gd name="connsiteY9" fmla="*/ 18288 h 18288"/>
              <a:gd name="connsiteX10" fmla="*/ 795528 w 3182112"/>
              <a:gd name="connsiteY10" fmla="*/ 18288 h 18288"/>
              <a:gd name="connsiteX11" fmla="*/ 0 w 3182112"/>
              <a:gd name="connsiteY11" fmla="*/ 18288 h 18288"/>
              <a:gd name="connsiteX12" fmla="*/ 0 w 318211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112" h="18288" fill="none" extrusionOk="0">
                <a:moveTo>
                  <a:pt x="0" y="0"/>
                </a:moveTo>
                <a:cubicBezTo>
                  <a:pt x="149227" y="9811"/>
                  <a:pt x="361579" y="-25608"/>
                  <a:pt x="636422" y="0"/>
                </a:cubicBezTo>
                <a:cubicBezTo>
                  <a:pt x="911265" y="25608"/>
                  <a:pt x="969922" y="-15588"/>
                  <a:pt x="1241024" y="0"/>
                </a:cubicBezTo>
                <a:cubicBezTo>
                  <a:pt x="1512126" y="15588"/>
                  <a:pt x="1611937" y="-6343"/>
                  <a:pt x="1845625" y="0"/>
                </a:cubicBezTo>
                <a:cubicBezTo>
                  <a:pt x="2079313" y="6343"/>
                  <a:pt x="2390997" y="18445"/>
                  <a:pt x="2545690" y="0"/>
                </a:cubicBezTo>
                <a:cubicBezTo>
                  <a:pt x="2700383" y="-18445"/>
                  <a:pt x="2898553" y="-25854"/>
                  <a:pt x="3182112" y="0"/>
                </a:cubicBezTo>
                <a:cubicBezTo>
                  <a:pt x="3181678" y="7551"/>
                  <a:pt x="3181645" y="9822"/>
                  <a:pt x="3182112" y="18288"/>
                </a:cubicBezTo>
                <a:cubicBezTo>
                  <a:pt x="2882016" y="32512"/>
                  <a:pt x="2839678" y="15853"/>
                  <a:pt x="2545690" y="18288"/>
                </a:cubicBezTo>
                <a:cubicBezTo>
                  <a:pt x="2251702" y="20723"/>
                  <a:pt x="2152589" y="14997"/>
                  <a:pt x="2004731" y="18288"/>
                </a:cubicBezTo>
                <a:cubicBezTo>
                  <a:pt x="1856873" y="21579"/>
                  <a:pt x="1653555" y="5080"/>
                  <a:pt x="1400129" y="18288"/>
                </a:cubicBezTo>
                <a:cubicBezTo>
                  <a:pt x="1146703" y="31496"/>
                  <a:pt x="1067656" y="18189"/>
                  <a:pt x="795528" y="18288"/>
                </a:cubicBezTo>
                <a:cubicBezTo>
                  <a:pt x="523400" y="18387"/>
                  <a:pt x="318441" y="1018"/>
                  <a:pt x="0" y="18288"/>
                </a:cubicBezTo>
                <a:cubicBezTo>
                  <a:pt x="60" y="11696"/>
                  <a:pt x="66" y="3758"/>
                  <a:pt x="0" y="0"/>
                </a:cubicBezTo>
                <a:close/>
              </a:path>
              <a:path w="3182112" h="18288" stroke="0" extrusionOk="0">
                <a:moveTo>
                  <a:pt x="0" y="0"/>
                </a:moveTo>
                <a:cubicBezTo>
                  <a:pt x="215562" y="1260"/>
                  <a:pt x="336090" y="6473"/>
                  <a:pt x="572780" y="0"/>
                </a:cubicBezTo>
                <a:cubicBezTo>
                  <a:pt x="809470" y="-6473"/>
                  <a:pt x="1080729" y="-23038"/>
                  <a:pt x="1272845" y="0"/>
                </a:cubicBezTo>
                <a:cubicBezTo>
                  <a:pt x="1464961" y="23038"/>
                  <a:pt x="1699922" y="1589"/>
                  <a:pt x="1813804" y="0"/>
                </a:cubicBezTo>
                <a:cubicBezTo>
                  <a:pt x="1927686" y="-1589"/>
                  <a:pt x="2116547" y="7184"/>
                  <a:pt x="2354763" y="0"/>
                </a:cubicBezTo>
                <a:cubicBezTo>
                  <a:pt x="2592979" y="-7184"/>
                  <a:pt x="2863919" y="3952"/>
                  <a:pt x="3182112" y="0"/>
                </a:cubicBezTo>
                <a:cubicBezTo>
                  <a:pt x="3182030" y="4406"/>
                  <a:pt x="3182023" y="9982"/>
                  <a:pt x="3182112" y="18288"/>
                </a:cubicBezTo>
                <a:cubicBezTo>
                  <a:pt x="2938288" y="16038"/>
                  <a:pt x="2724925" y="29080"/>
                  <a:pt x="2577511" y="18288"/>
                </a:cubicBezTo>
                <a:cubicBezTo>
                  <a:pt x="2430097" y="7496"/>
                  <a:pt x="2119926" y="47706"/>
                  <a:pt x="1972909" y="18288"/>
                </a:cubicBezTo>
                <a:cubicBezTo>
                  <a:pt x="1825892" y="-11130"/>
                  <a:pt x="1597470" y="43818"/>
                  <a:pt x="1368308" y="18288"/>
                </a:cubicBezTo>
                <a:cubicBezTo>
                  <a:pt x="1139146" y="-7242"/>
                  <a:pt x="981628" y="18679"/>
                  <a:pt x="668244" y="18288"/>
                </a:cubicBezTo>
                <a:cubicBezTo>
                  <a:pt x="354860" y="17897"/>
                  <a:pt x="259749" y="211"/>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589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ransparent padlock">
            <a:extLst>
              <a:ext uri="{FF2B5EF4-FFF2-40B4-BE49-F238E27FC236}">
                <a16:creationId xmlns:a16="http://schemas.microsoft.com/office/drawing/2014/main" id="{8A833B66-4568-C84E-094C-0B41A14FB31D}"/>
              </a:ext>
            </a:extLst>
          </p:cNvPr>
          <p:cNvPicPr>
            <a:picLocks noChangeAspect="1"/>
          </p:cNvPicPr>
          <p:nvPr/>
        </p:nvPicPr>
        <p:blipFill>
          <a:blip r:embed="rId2"/>
          <a:srcRect l="17697" r="43550" b="2"/>
          <a:stretch/>
        </p:blipFill>
        <p:spPr>
          <a:xfrm>
            <a:off x="20" y="-2"/>
            <a:ext cx="4057627"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4A7494-F93F-87BC-BF09-E1E29087FC51}"/>
              </a:ext>
            </a:extLst>
          </p:cNvPr>
          <p:cNvSpPr>
            <a:spLocks noGrp="1"/>
          </p:cNvSpPr>
          <p:nvPr>
            <p:ph type="title"/>
          </p:nvPr>
        </p:nvSpPr>
        <p:spPr>
          <a:xfrm>
            <a:off x="4586487" y="405685"/>
            <a:ext cx="4098726" cy="1559301"/>
          </a:xfrm>
        </p:spPr>
        <p:txBody>
          <a:bodyPr>
            <a:normAutofit/>
          </a:bodyPr>
          <a:lstStyle/>
          <a:p>
            <a:r>
              <a:rPr lang="en-CA" sz="3500" dirty="0"/>
              <a:t>Overview</a:t>
            </a:r>
          </a:p>
        </p:txBody>
      </p:sp>
      <p:sp>
        <p:nvSpPr>
          <p:cNvPr id="3" name="Content Placeholder 2">
            <a:extLst>
              <a:ext uri="{FF2B5EF4-FFF2-40B4-BE49-F238E27FC236}">
                <a16:creationId xmlns:a16="http://schemas.microsoft.com/office/drawing/2014/main" id="{AD5DD95B-F5CB-E184-9AD5-869B2968347D}"/>
              </a:ext>
            </a:extLst>
          </p:cNvPr>
          <p:cNvSpPr>
            <a:spLocks noGrp="1"/>
          </p:cNvSpPr>
          <p:nvPr>
            <p:ph idx="1"/>
          </p:nvPr>
        </p:nvSpPr>
        <p:spPr>
          <a:xfrm>
            <a:off x="4392039" y="1828800"/>
            <a:ext cx="4557652" cy="5029200"/>
          </a:xfrm>
        </p:spPr>
        <p:txBody>
          <a:bodyPr anchor="ctr">
            <a:noAutofit/>
          </a:bodyPr>
          <a:lstStyle/>
          <a:p>
            <a:pPr marL="0" indent="0">
              <a:buNone/>
            </a:pPr>
            <a:r>
              <a:rPr lang="en-GB" sz="1400" b="1" dirty="0"/>
              <a:t>Computer Security</a:t>
            </a:r>
            <a:r>
              <a:rPr lang="en-GB" sz="1400" dirty="0"/>
              <a:t> is the practice of safeguarding data, hardware, software, communication networks, and associated devices from unauthorized access or control by individuals or entities that are not the rightful owners or authorized agents. The goal is to prevent intentional misuse and ensure the integrity and confidentiality of the system's assets.</a:t>
            </a:r>
          </a:p>
          <a:p>
            <a:pPr marL="0" indent="0">
              <a:buNone/>
            </a:pPr>
            <a:r>
              <a:rPr lang="en-GB" sz="1400" dirty="0"/>
              <a:t>Additionally, mechanisms designed to protect systems from unintentional damage, human error, or system failures, such as those that enhance </a:t>
            </a:r>
            <a:r>
              <a:rPr lang="en-GB" sz="1400" b="1" dirty="0"/>
              <a:t>reliability</a:t>
            </a:r>
            <a:r>
              <a:rPr lang="en-GB" sz="1400" dirty="0"/>
              <a:t> and </a:t>
            </a:r>
            <a:r>
              <a:rPr lang="en-GB" sz="1400" b="1" dirty="0"/>
              <a:t>redundancy</a:t>
            </a:r>
            <a:r>
              <a:rPr lang="en-GB" sz="1400" dirty="0"/>
              <a:t>, are also important for maintaining overall security. However, these aspects, while sometimes essential, are not the primary focus when discussing computer security in terms of preventing malicious activities.</a:t>
            </a:r>
          </a:p>
        </p:txBody>
      </p:sp>
      <p:sp>
        <p:nvSpPr>
          <p:cNvPr id="4" name="Slide Number Placeholder 3">
            <a:extLst>
              <a:ext uri="{FF2B5EF4-FFF2-40B4-BE49-F238E27FC236}">
                <a16:creationId xmlns:a16="http://schemas.microsoft.com/office/drawing/2014/main" id="{B99929D6-1416-8586-1321-446EAF3A20D4}"/>
              </a:ext>
            </a:extLst>
          </p:cNvPr>
          <p:cNvSpPr>
            <a:spLocks noGrp="1"/>
          </p:cNvSpPr>
          <p:nvPr>
            <p:ph type="sldNum" sz="quarter" idx="12"/>
          </p:nvPr>
        </p:nvSpPr>
        <p:spPr>
          <a:xfrm>
            <a:off x="6549390" y="6356350"/>
            <a:ext cx="2400300" cy="365125"/>
          </a:xfrm>
        </p:spPr>
        <p:txBody>
          <a:bodyPr>
            <a:normAutofit/>
          </a:bodyPr>
          <a:lstStyle/>
          <a:p>
            <a:pPr>
              <a:spcAft>
                <a:spcPts val="600"/>
              </a:spcAft>
            </a:pPr>
            <a:fld id="{3AAB7785-396F-4915-8DFC-F7434CCA128E}" type="slidenum">
              <a:rPr lang="en-CA">
                <a:solidFill>
                  <a:schemeClr val="tx1"/>
                </a:solidFill>
              </a:rPr>
              <a:pPr>
                <a:spcAft>
                  <a:spcPts val="600"/>
                </a:spcAft>
              </a:pPr>
              <a:t>2</a:t>
            </a:fld>
            <a:endParaRPr lang="en-CA">
              <a:solidFill>
                <a:schemeClr val="tx1"/>
              </a:solidFill>
            </a:endParaRPr>
          </a:p>
        </p:txBody>
      </p:sp>
    </p:spTree>
    <p:extLst>
      <p:ext uri="{BB962C8B-B14F-4D97-AF65-F5344CB8AC3E}">
        <p14:creationId xmlns:p14="http://schemas.microsoft.com/office/powerpoint/2010/main" val="226826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b="1">
                <a:solidFill>
                  <a:srgbClr val="FFFFFF"/>
                </a:solidFill>
                <a:latin typeface="+mn-lt"/>
              </a:rPr>
              <a:t>Computer Security Concepts</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600"/>
              <a:t>Before the widespread use of data processing equipment, the security of information valuable to an organization was provided primarily by </a:t>
            </a:r>
            <a:r>
              <a:rPr lang="en-US" sz="1600" b="1"/>
              <a:t>physical and administrative </a:t>
            </a:r>
            <a:r>
              <a:rPr lang="en-US" sz="1600"/>
              <a:t>means</a:t>
            </a:r>
          </a:p>
          <a:p>
            <a:r>
              <a:rPr lang="en-US" sz="1600"/>
              <a:t>With the introduction of the computer, the need for </a:t>
            </a:r>
            <a:r>
              <a:rPr lang="en-US" sz="1600" b="1"/>
              <a:t>automated tools </a:t>
            </a:r>
            <a:r>
              <a:rPr lang="en-US" sz="1600"/>
              <a:t>for protecting files and other information stored on the computer became evident</a:t>
            </a:r>
          </a:p>
          <a:p>
            <a:r>
              <a:rPr lang="en-US" sz="1600"/>
              <a:t>Another major change that affected security is the introduction of </a:t>
            </a:r>
            <a:r>
              <a:rPr lang="en-US" sz="1600" b="1"/>
              <a:t>distributed systems </a:t>
            </a:r>
            <a:r>
              <a:rPr lang="en-US" sz="1600"/>
              <a:t>and the use of networks and communications facilities for carrying data between terminal user and computer and between computer and computer</a:t>
            </a:r>
          </a:p>
          <a:p>
            <a:r>
              <a:rPr lang="en-US" sz="1600" b="1"/>
              <a:t>Computer security</a:t>
            </a:r>
          </a:p>
          <a:p>
            <a:pPr lvl="1">
              <a:buClr>
                <a:schemeClr val="bg1"/>
              </a:buClr>
            </a:pPr>
            <a:r>
              <a:rPr lang="en-US" sz="1600"/>
              <a:t>The generic name for the collection of tools designed to protect data and to thwart hackers</a:t>
            </a:r>
          </a:p>
          <a:p>
            <a:r>
              <a:rPr lang="en-US" sz="1600" b="1"/>
              <a:t>internet security </a:t>
            </a:r>
            <a:r>
              <a:rPr lang="en-US" sz="1600"/>
              <a:t>(lower case “i” refers to any interconnected collection of network)</a:t>
            </a:r>
          </a:p>
          <a:p>
            <a:pPr lvl="1">
              <a:buClr>
                <a:schemeClr val="bg1"/>
              </a:buClr>
            </a:pPr>
            <a:r>
              <a:rPr lang="en-US" sz="1600"/>
              <a:t>Consists of measures to deter, prevent, detect, and correct security violations that involve the transmission of information</a:t>
            </a:r>
          </a:p>
          <a:p>
            <a:pPr lvl="1"/>
            <a:endParaRPr lang="en-US" sz="1600"/>
          </a:p>
        </p:txBody>
      </p:sp>
    </p:spTree>
    <p:extLst>
      <p:ext uri="{BB962C8B-B14F-4D97-AF65-F5344CB8AC3E}">
        <p14:creationId xmlns:p14="http://schemas.microsoft.com/office/powerpoint/2010/main" val="3711692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676" name="Rectangle 2767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677" name="Rectangle 2767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78" name="Rectangle 2767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79" name="Rectangle 2767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80" name="Rectangle 276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681" name="Freeform: Shape 2768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682" name="Rectangle 2768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0" name="Rectangle 2"/>
          <p:cNvSpPr>
            <a:spLocks noGrp="1" noChangeArrowheads="1"/>
          </p:cNvSpPr>
          <p:nvPr>
            <p:ph type="title"/>
          </p:nvPr>
        </p:nvSpPr>
        <p:spPr>
          <a:xfrm>
            <a:off x="350041" y="586855"/>
            <a:ext cx="2401025" cy="3387497"/>
          </a:xfrm>
        </p:spPr>
        <p:txBody>
          <a:bodyPr vert="horz" lIns="91440" tIns="45720" rIns="91440" bIns="45720" rtlCol="0" anchor="b">
            <a:normAutofit/>
          </a:bodyPr>
          <a:lstStyle/>
          <a:p>
            <a:pPr algn="r" defTabSz="914400"/>
            <a:r>
              <a:rPr lang="en-US" sz="3500" b="1" kern="1200">
                <a:solidFill>
                  <a:srgbClr val="FFFFFF"/>
                </a:solidFill>
                <a:latin typeface="+mj-lt"/>
                <a:ea typeface="+mj-ea"/>
                <a:cs typeface="+mj-cs"/>
              </a:rPr>
              <a:t>Computer Security Definition</a:t>
            </a:r>
          </a:p>
        </p:txBody>
      </p:sp>
      <p:sp>
        <p:nvSpPr>
          <p:cNvPr id="27683" name="Rectangle 3"/>
          <p:cNvSpPr>
            <a:spLocks noGrp="1" noChangeArrowheads="1"/>
          </p:cNvSpPr>
          <p:nvPr>
            <p:ph type="body" sz="half" idx="2"/>
          </p:nvPr>
        </p:nvSpPr>
        <p:spPr>
          <a:xfrm>
            <a:off x="3607694" y="649480"/>
            <a:ext cx="4916510" cy="5546047"/>
          </a:xfrm>
        </p:spPr>
        <p:txBody>
          <a:bodyPr vert="horz" lIns="91440" tIns="45720" rIns="91440" bIns="45720" rtlCol="0" anchor="ctr">
            <a:normAutofit/>
          </a:bodyPr>
          <a:lstStyle/>
          <a:p>
            <a:pPr indent="-228600" defTabSz="914400">
              <a:buFont typeface="Arial" panose="020B0604020202020204" pitchFamily="34" charset="0"/>
              <a:buChar char="•"/>
            </a:pPr>
            <a:endParaRPr lang="en-US" sz="1700" dirty="0"/>
          </a:p>
          <a:p>
            <a:pPr indent="-228600" defTabSz="914400">
              <a:buFont typeface="Arial" panose="020B0604020202020204" pitchFamily="34" charset="0"/>
              <a:buChar char="•"/>
            </a:pPr>
            <a:r>
              <a:rPr lang="en-US" sz="1700" dirty="0"/>
              <a:t> The NIST </a:t>
            </a:r>
            <a:r>
              <a:rPr lang="en-US" sz="1700" i="1" dirty="0"/>
              <a:t>Computer Security Handbook</a:t>
            </a:r>
            <a:r>
              <a:rPr lang="en-US" sz="1700" dirty="0"/>
              <a:t> defines the term computer security as:</a:t>
            </a:r>
          </a:p>
          <a:p>
            <a:pPr indent="-228600" defTabSz="914400">
              <a:buFont typeface="Arial" panose="020B0604020202020204" pitchFamily="34" charset="0"/>
              <a:buChar char="•"/>
            </a:pPr>
            <a:r>
              <a:rPr lang="en-US" sz="1700" dirty="0"/>
              <a:t> “The </a:t>
            </a:r>
            <a:r>
              <a:rPr lang="en-US" sz="1700" b="1" dirty="0"/>
              <a:t>protection afforded </a:t>
            </a:r>
            <a:r>
              <a:rPr lang="en-US" sz="1700" dirty="0"/>
              <a:t>to an automated information system in order to attain the applicable objectives of preserving the </a:t>
            </a:r>
            <a:r>
              <a:rPr lang="en-US" sz="1700" b="1" dirty="0"/>
              <a:t>integrity, availability, and confidentiality </a:t>
            </a:r>
            <a:r>
              <a:rPr lang="en-US" sz="1700" dirty="0"/>
              <a:t>of information system resources (includes hardware, software, firmware, information/data, and telecommunications)”</a:t>
            </a:r>
          </a:p>
        </p:txBody>
      </p:sp>
    </p:spTree>
    <p:extLst>
      <p:ext uri="{BB962C8B-B14F-4D97-AF65-F5344CB8AC3E}">
        <p14:creationId xmlns:p14="http://schemas.microsoft.com/office/powerpoint/2010/main" val="381715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19337" y="610010"/>
            <a:ext cx="7886700" cy="515708"/>
          </a:xfrm>
        </p:spPr>
        <p:txBody>
          <a:bodyPr>
            <a:normAutofit/>
          </a:bodyPr>
          <a:lstStyle/>
          <a:p>
            <a:pPr eaLnBrk="1" hangingPunct="1"/>
            <a:r>
              <a:rPr lang="en-US" sz="2700" b="1" dirty="0">
                <a:latin typeface="+mn-lt"/>
              </a:rPr>
              <a:t>Computer Security objectives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8483" y="2681596"/>
            <a:ext cx="2188802" cy="1975487"/>
          </a:xfrm>
          <a:prstGeom prst="rect">
            <a:avLst/>
          </a:prstGeom>
        </p:spPr>
      </p:pic>
      <p:sp>
        <p:nvSpPr>
          <p:cNvPr id="6" name="TextBox 5">
            <a:extLst>
              <a:ext uri="{FF2B5EF4-FFF2-40B4-BE49-F238E27FC236}">
                <a16:creationId xmlns:a16="http://schemas.microsoft.com/office/drawing/2014/main" id="{D918CD77-3B2F-459A-BE51-E7020B3A9417}"/>
              </a:ext>
            </a:extLst>
          </p:cNvPr>
          <p:cNvSpPr txBox="1"/>
          <p:nvPr/>
        </p:nvSpPr>
        <p:spPr>
          <a:xfrm>
            <a:off x="7758354" y="4675198"/>
            <a:ext cx="773831" cy="415498"/>
          </a:xfrm>
          <a:prstGeom prst="rect">
            <a:avLst/>
          </a:prstGeom>
          <a:noFill/>
        </p:spPr>
        <p:txBody>
          <a:bodyPr wrap="square">
            <a:spAutoFit/>
          </a:bodyPr>
          <a:lstStyle/>
          <a:p>
            <a:r>
              <a:rPr lang="en-US" sz="2100" b="1" dirty="0"/>
              <a:t>(CIA)</a:t>
            </a:r>
            <a:endParaRPr lang="en-US" sz="2100" dirty="0"/>
          </a:p>
        </p:txBody>
      </p:sp>
      <p:graphicFrame>
        <p:nvGraphicFramePr>
          <p:cNvPr id="4" name="Content Placeholder 4">
            <a:extLst>
              <a:ext uri="{FF2B5EF4-FFF2-40B4-BE49-F238E27FC236}">
                <a16:creationId xmlns:a16="http://schemas.microsoft.com/office/drawing/2014/main" id="{17678F7E-2A23-71EF-164A-1FB6EF818D35}"/>
              </a:ext>
            </a:extLst>
          </p:cNvPr>
          <p:cNvGraphicFramePr>
            <a:graphicFrameLocks/>
          </p:cNvGraphicFramePr>
          <p:nvPr>
            <p:extLst>
              <p:ext uri="{D42A27DB-BD31-4B8C-83A1-F6EECF244321}">
                <p14:modId xmlns:p14="http://schemas.microsoft.com/office/powerpoint/2010/main" val="1803615685"/>
              </p:ext>
            </p:extLst>
          </p:nvPr>
        </p:nvGraphicFramePr>
        <p:xfrm>
          <a:off x="9799" y="1338263"/>
          <a:ext cx="6809146" cy="51196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20000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ectangle 2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Rectangle 3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29EAB5-CBAA-93D1-00EF-EE8C56B69A33}"/>
              </a:ext>
            </a:extLst>
          </p:cNvPr>
          <p:cNvSpPr>
            <a:spLocks noGrp="1"/>
          </p:cNvSpPr>
          <p:nvPr>
            <p:ph type="title"/>
          </p:nvPr>
        </p:nvSpPr>
        <p:spPr>
          <a:xfrm>
            <a:off x="350041" y="586855"/>
            <a:ext cx="2401025" cy="3387497"/>
          </a:xfrm>
        </p:spPr>
        <p:txBody>
          <a:bodyPr vert="horz" lIns="91440" tIns="45720" rIns="91440" bIns="45720" rtlCol="0" anchor="b">
            <a:normAutofit/>
          </a:bodyPr>
          <a:lstStyle/>
          <a:p>
            <a:pPr algn="r" defTabSz="914400"/>
            <a:r>
              <a:rPr lang="en-US" sz="3200" kern="1200" dirty="0">
                <a:solidFill>
                  <a:srgbClr val="FFFFFF"/>
                </a:solidFill>
                <a:latin typeface="+mj-lt"/>
                <a:ea typeface="+mj-ea"/>
                <a:cs typeface="+mj-cs"/>
              </a:rPr>
              <a:t>Security Components</a:t>
            </a:r>
          </a:p>
        </p:txBody>
      </p:sp>
      <p:sp>
        <p:nvSpPr>
          <p:cNvPr id="3" name="Vertical Text Placeholder 2">
            <a:extLst>
              <a:ext uri="{FF2B5EF4-FFF2-40B4-BE49-F238E27FC236}">
                <a16:creationId xmlns:a16="http://schemas.microsoft.com/office/drawing/2014/main" id="{32F43440-31DC-CF1B-D782-18F77462BE12}"/>
              </a:ext>
            </a:extLst>
          </p:cNvPr>
          <p:cNvSpPr>
            <a:spLocks noGrp="1"/>
          </p:cNvSpPr>
          <p:nvPr>
            <p:ph type="body" orient="vert" idx="1"/>
          </p:nvPr>
        </p:nvSpPr>
        <p:spPr>
          <a:xfrm>
            <a:off x="3607694" y="649480"/>
            <a:ext cx="4916510" cy="5546047"/>
          </a:xfrm>
        </p:spPr>
        <p:txBody>
          <a:bodyPr vert="horz" lIns="91440" tIns="45720" rIns="91440" bIns="45720" rtlCol="0" anchor="ctr">
            <a:normAutofit/>
          </a:bodyPr>
          <a:lstStyle/>
          <a:p>
            <a:pPr marL="457200" lvl="2" indent="-457200" defTabSz="914400">
              <a:buNone/>
            </a:pPr>
            <a:r>
              <a:rPr lang="en-US" sz="1400" b="1" dirty="0"/>
              <a:t>Confidentiality</a:t>
            </a:r>
            <a:r>
              <a:rPr lang="en-US" sz="1400" dirty="0"/>
              <a:t>:</a:t>
            </a:r>
          </a:p>
          <a:p>
            <a:pPr lvl="2" indent="-228600" defTabSz="914400"/>
            <a:r>
              <a:rPr lang="en-US" sz="1400" dirty="0"/>
              <a:t>Who determines the access authorization for users?</a:t>
            </a:r>
          </a:p>
          <a:p>
            <a:pPr lvl="2" indent="-228600" defTabSz="914400"/>
            <a:r>
              <a:rPr lang="en-US" sz="1400" dirty="0"/>
              <a:t>What is the limit of any access?</a:t>
            </a:r>
          </a:p>
          <a:p>
            <a:pPr lvl="2" indent="-228600" defTabSz="914400"/>
            <a:r>
              <a:rPr lang="en-US" sz="1400" dirty="0"/>
              <a:t>What are the user’s obligation?</a:t>
            </a:r>
          </a:p>
          <a:p>
            <a:pPr marL="0" indent="-228600" defTabSz="914400"/>
            <a:endParaRPr lang="en-US" sz="1400" dirty="0"/>
          </a:p>
          <a:p>
            <a:pPr marL="457200" lvl="2" indent="-457200" defTabSz="914400">
              <a:buNone/>
            </a:pPr>
            <a:r>
              <a:rPr lang="en-US" sz="1400" b="1" dirty="0"/>
              <a:t>Integrity:</a:t>
            </a:r>
          </a:p>
          <a:p>
            <a:pPr lvl="2" indent="-228600" defTabSz="914400"/>
            <a:r>
              <a:rPr lang="en-US" sz="1400" dirty="0"/>
              <a:t> What is the exact meaning of integrity?</a:t>
            </a:r>
          </a:p>
          <a:p>
            <a:pPr lvl="3" indent="-228600" defTabSz="914400"/>
            <a:r>
              <a:rPr lang="en-US" sz="1400" dirty="0"/>
              <a:t>Precise, accurate, unmodified, consistent, …</a:t>
            </a:r>
          </a:p>
          <a:p>
            <a:pPr lvl="2" indent="-228600" defTabSz="914400"/>
            <a:r>
              <a:rPr lang="en-US" sz="1400" dirty="0"/>
              <a:t>Authorized actions</a:t>
            </a:r>
          </a:p>
          <a:p>
            <a:pPr lvl="2" indent="-228600" defTabSz="914400"/>
            <a:r>
              <a:rPr lang="en-US" sz="1400" dirty="0"/>
              <a:t>Separation and protection of resources</a:t>
            </a:r>
          </a:p>
          <a:p>
            <a:pPr lvl="2" indent="-228600" defTabSz="914400"/>
            <a:r>
              <a:rPr lang="en-US" sz="1400" dirty="0"/>
              <a:t>Error detection and correction</a:t>
            </a:r>
          </a:p>
          <a:p>
            <a:pPr marL="0" indent="0" defTabSz="914400">
              <a:buNone/>
            </a:pPr>
            <a:r>
              <a:rPr lang="en-US" sz="1400" b="1" dirty="0"/>
              <a:t>Availability: </a:t>
            </a:r>
          </a:p>
          <a:p>
            <a:pPr lvl="2" indent="-228600" defTabSz="914400"/>
            <a:r>
              <a:rPr lang="en-US" sz="1400" dirty="0"/>
              <a:t>To both data and services (processing)</a:t>
            </a:r>
          </a:p>
          <a:p>
            <a:pPr lvl="2" indent="-228600" defTabSz="914400"/>
            <a:r>
              <a:rPr lang="en-US" sz="1400" dirty="0"/>
              <a:t>Timely response to requests</a:t>
            </a:r>
          </a:p>
          <a:p>
            <a:pPr lvl="2" indent="-228600" defTabSz="914400"/>
            <a:r>
              <a:rPr lang="en-US" sz="1400" dirty="0"/>
              <a:t>Fair resource allocation</a:t>
            </a:r>
          </a:p>
          <a:p>
            <a:pPr lvl="2" indent="-228600" defTabSz="914400"/>
            <a:r>
              <a:rPr lang="en-US" sz="1400" dirty="0"/>
              <a:t>Fault tolerance</a:t>
            </a:r>
          </a:p>
          <a:p>
            <a:pPr lvl="2" indent="-228600" defTabSz="914400"/>
            <a:r>
              <a:rPr lang="en-US" sz="1400" dirty="0"/>
              <a:t>Easy use of services</a:t>
            </a:r>
          </a:p>
          <a:p>
            <a:pPr lvl="2" indent="-228600" defTabSz="914400"/>
            <a:r>
              <a:rPr lang="en-US" sz="1400" dirty="0"/>
              <a:t>Concurrency issues</a:t>
            </a:r>
          </a:p>
          <a:p>
            <a:pPr lvl="3" indent="-228600" defTabSz="914400"/>
            <a:r>
              <a:rPr lang="en-US" sz="1400" dirty="0"/>
              <a:t>Simultaneous access</a:t>
            </a:r>
          </a:p>
          <a:p>
            <a:pPr lvl="3" indent="-228600" defTabSz="914400"/>
            <a:r>
              <a:rPr lang="en-US" sz="1400" dirty="0"/>
              <a:t>Deadlock management</a:t>
            </a:r>
          </a:p>
          <a:p>
            <a:pPr lvl="3" indent="-228600" defTabSz="914400"/>
            <a:r>
              <a:rPr lang="en-US" sz="1400" dirty="0"/>
              <a:t>Exclusive access</a:t>
            </a:r>
          </a:p>
        </p:txBody>
      </p:sp>
      <p:sp>
        <p:nvSpPr>
          <p:cNvPr id="4" name="Slide Number Placeholder 3">
            <a:extLst>
              <a:ext uri="{FF2B5EF4-FFF2-40B4-BE49-F238E27FC236}">
                <a16:creationId xmlns:a16="http://schemas.microsoft.com/office/drawing/2014/main" id="{F046B09B-5D85-8572-DFB4-23D2BB4BEF59}"/>
              </a:ext>
            </a:extLst>
          </p:cNvPr>
          <p:cNvSpPr>
            <a:spLocks noGrp="1"/>
          </p:cNvSpPr>
          <p:nvPr>
            <p:ph type="sldNum" sz="quarter" idx="12"/>
          </p:nvPr>
        </p:nvSpPr>
        <p:spPr>
          <a:xfrm>
            <a:off x="8778240" y="6455664"/>
            <a:ext cx="336042" cy="365125"/>
          </a:xfrm>
        </p:spPr>
        <p:txBody>
          <a:bodyPr vert="horz" lIns="91440" tIns="45720" rIns="91440" bIns="45720" rtlCol="0" anchor="ctr">
            <a:normAutofit/>
          </a:bodyPr>
          <a:lstStyle/>
          <a:p>
            <a:pPr>
              <a:spcAft>
                <a:spcPts val="600"/>
              </a:spcAft>
            </a:pPr>
            <a:fld id="{3AAB7785-396F-4915-8DFC-F7434CCA128E}" type="slidenum">
              <a:rPr lang="en-US" sz="1000">
                <a:solidFill>
                  <a:schemeClr val="tx1">
                    <a:lumMod val="50000"/>
                    <a:lumOff val="50000"/>
                  </a:schemeClr>
                </a:solidFill>
              </a:rPr>
              <a:pPr>
                <a:spcAft>
                  <a:spcPts val="600"/>
                </a:spcAft>
              </a:pPr>
              <a:t>6</a:t>
            </a:fld>
            <a:endParaRPr lang="en-US" sz="1000">
              <a:solidFill>
                <a:schemeClr val="tx1">
                  <a:lumMod val="50000"/>
                  <a:lumOff val="50000"/>
                </a:schemeClr>
              </a:solidFill>
            </a:endParaRPr>
          </a:p>
        </p:txBody>
      </p:sp>
    </p:spTree>
    <p:extLst>
      <p:ext uri="{BB962C8B-B14F-4D97-AF65-F5344CB8AC3E}">
        <p14:creationId xmlns:p14="http://schemas.microsoft.com/office/powerpoint/2010/main" val="1382890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EF287-33CC-8049-19CA-7ED734FD659A}"/>
              </a:ext>
            </a:extLst>
          </p:cNvPr>
          <p:cNvSpPr>
            <a:spLocks noGrp="1"/>
          </p:cNvSpPr>
          <p:nvPr>
            <p:ph type="title"/>
          </p:nvPr>
        </p:nvSpPr>
        <p:spPr/>
        <p:txBody>
          <a:bodyPr/>
          <a:lstStyle/>
          <a:p>
            <a:endParaRPr lang="en-CA"/>
          </a:p>
        </p:txBody>
      </p:sp>
      <p:pic>
        <p:nvPicPr>
          <p:cNvPr id="6" name="Content Placeholder 5">
            <a:extLst>
              <a:ext uri="{FF2B5EF4-FFF2-40B4-BE49-F238E27FC236}">
                <a16:creationId xmlns:a16="http://schemas.microsoft.com/office/drawing/2014/main" id="{18EE1013-8A47-451F-8298-B303043BA8CD}"/>
              </a:ext>
            </a:extLst>
          </p:cNvPr>
          <p:cNvPicPr>
            <a:picLocks noGrp="1" noChangeAspect="1"/>
          </p:cNvPicPr>
          <p:nvPr>
            <p:ph idx="1"/>
          </p:nvPr>
        </p:nvPicPr>
        <p:blipFill>
          <a:blip r:embed="rId2"/>
          <a:stretch>
            <a:fillRect/>
          </a:stretch>
        </p:blipFill>
        <p:spPr>
          <a:xfrm>
            <a:off x="345332" y="233802"/>
            <a:ext cx="8307421" cy="6239292"/>
          </a:xfrm>
        </p:spPr>
      </p:pic>
      <p:sp>
        <p:nvSpPr>
          <p:cNvPr id="4" name="Slide Number Placeholder 3">
            <a:extLst>
              <a:ext uri="{FF2B5EF4-FFF2-40B4-BE49-F238E27FC236}">
                <a16:creationId xmlns:a16="http://schemas.microsoft.com/office/drawing/2014/main" id="{2EFE3067-052D-B5CA-825A-E2BB6184DDBB}"/>
              </a:ext>
            </a:extLst>
          </p:cNvPr>
          <p:cNvSpPr>
            <a:spLocks noGrp="1"/>
          </p:cNvSpPr>
          <p:nvPr>
            <p:ph type="sldNum" sz="quarter" idx="12"/>
          </p:nvPr>
        </p:nvSpPr>
        <p:spPr/>
        <p:txBody>
          <a:bodyPr/>
          <a:lstStyle/>
          <a:p>
            <a:fld id="{3AAB7785-396F-4915-8DFC-F7434CCA128E}" type="slidenum">
              <a:rPr lang="en-CA" smtClean="0"/>
              <a:t>7</a:t>
            </a:fld>
            <a:endParaRPr lang="en-CA"/>
          </a:p>
        </p:txBody>
      </p:sp>
      <p:pic>
        <p:nvPicPr>
          <p:cNvPr id="8" name="Picture 7">
            <a:extLst>
              <a:ext uri="{FF2B5EF4-FFF2-40B4-BE49-F238E27FC236}">
                <a16:creationId xmlns:a16="http://schemas.microsoft.com/office/drawing/2014/main" id="{1892414C-0CC1-F3A5-2736-F21DFF733921}"/>
              </a:ext>
            </a:extLst>
          </p:cNvPr>
          <p:cNvPicPr>
            <a:picLocks noChangeAspect="1"/>
          </p:cNvPicPr>
          <p:nvPr/>
        </p:nvPicPr>
        <p:blipFill>
          <a:blip r:embed="rId3"/>
          <a:stretch>
            <a:fillRect/>
          </a:stretch>
        </p:blipFill>
        <p:spPr>
          <a:xfrm>
            <a:off x="4962827" y="315741"/>
            <a:ext cx="619130" cy="419103"/>
          </a:xfrm>
          <a:prstGeom prst="rect">
            <a:avLst/>
          </a:prstGeom>
        </p:spPr>
      </p:pic>
    </p:spTree>
    <p:extLst>
      <p:ext uri="{BB962C8B-B14F-4D97-AF65-F5344CB8AC3E}">
        <p14:creationId xmlns:p14="http://schemas.microsoft.com/office/powerpoint/2010/main" val="1919590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51" name="Rectangle 3175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3" name="Rectangle 3175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5" name="Rectangle 3175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7" name="Rectangle 3175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6" name="Title 1"/>
          <p:cNvSpPr>
            <a:spLocks noGrp="1"/>
          </p:cNvSpPr>
          <p:nvPr>
            <p:ph type="title"/>
          </p:nvPr>
        </p:nvSpPr>
        <p:spPr>
          <a:xfrm>
            <a:off x="524784" y="248038"/>
            <a:ext cx="5297791" cy="1159200"/>
          </a:xfrm>
        </p:spPr>
        <p:txBody>
          <a:bodyPr vert="horz" lIns="91440" tIns="45720" rIns="91440" bIns="45720" rtlCol="0" anchor="ctr">
            <a:normAutofit/>
          </a:bodyPr>
          <a:lstStyle/>
          <a:p>
            <a:pPr defTabSz="914400"/>
            <a:r>
              <a:rPr lang="en-US" sz="3500" b="1" kern="1200">
                <a:solidFill>
                  <a:srgbClr val="FFFFFF"/>
                </a:solidFill>
                <a:latin typeface="+mj-lt"/>
                <a:ea typeface="+mj-ea"/>
                <a:cs typeface="+mj-cs"/>
              </a:rPr>
              <a:t>IS CIA enough?</a:t>
            </a:r>
          </a:p>
        </p:txBody>
      </p:sp>
      <p:pic>
        <p:nvPicPr>
          <p:cNvPr id="5" name="Picture 4" descr="f0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1818" b="24545"/>
              <a:stretch>
                <a:fillRect/>
              </a:stretch>
            </p:blipFill>
          </mc:Choice>
          <mc:Fallback>
            <p:blipFill>
              <a:blip r:embed="rId4"/>
              <a:srcRect t="21818" b="24545"/>
              <a:stretch>
                <a:fillRect/>
              </a:stretch>
            </p:blipFill>
          </mc:Fallback>
        </mc:AlternateContent>
        <p:spPr>
          <a:xfrm>
            <a:off x="1365915" y="1966293"/>
            <a:ext cx="6412167" cy="4452160"/>
          </a:xfrm>
          <a:prstGeom prst="rect">
            <a:avLst/>
          </a:prstGeom>
        </p:spPr>
      </p:pic>
    </p:spTree>
    <p:extLst>
      <p:ext uri="{BB962C8B-B14F-4D97-AF65-F5344CB8AC3E}">
        <p14:creationId xmlns:p14="http://schemas.microsoft.com/office/powerpoint/2010/main" val="2918784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3796" name="Picture 33795">
            <a:extLst>
              <a:ext uri="{FF2B5EF4-FFF2-40B4-BE49-F238E27FC236}">
                <a16:creationId xmlns:a16="http://schemas.microsoft.com/office/drawing/2014/main" id="{24ED4334-8294-96F3-1E46-5FEDED244DF4}"/>
              </a:ext>
            </a:extLst>
          </p:cNvPr>
          <p:cNvPicPr>
            <a:picLocks noChangeAspect="1"/>
          </p:cNvPicPr>
          <p:nvPr/>
        </p:nvPicPr>
        <p:blipFill>
          <a:blip r:embed="rId3">
            <a:duotone>
              <a:schemeClr val="bg2">
                <a:shade val="45000"/>
                <a:satMod val="135000"/>
              </a:schemeClr>
              <a:prstClr val="white"/>
            </a:duotone>
          </a:blip>
          <a:srcRect r="10999" b="-1"/>
          <a:stretch/>
        </p:blipFill>
        <p:spPr>
          <a:xfrm>
            <a:off x="20" y="10"/>
            <a:ext cx="9143980" cy="6857990"/>
          </a:xfrm>
          <a:prstGeom prst="rect">
            <a:avLst/>
          </a:prstGeom>
        </p:spPr>
      </p:pic>
      <p:sp>
        <p:nvSpPr>
          <p:cNvPr id="33800" name="Rectangle 3379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4" name="Title 1"/>
          <p:cNvSpPr>
            <a:spLocks noGrp="1"/>
          </p:cNvSpPr>
          <p:nvPr>
            <p:ph type="title"/>
          </p:nvPr>
        </p:nvSpPr>
        <p:spPr>
          <a:xfrm>
            <a:off x="628650" y="365125"/>
            <a:ext cx="7886700" cy="1325563"/>
          </a:xfrm>
        </p:spPr>
        <p:txBody>
          <a:bodyPr>
            <a:normAutofit/>
          </a:bodyPr>
          <a:lstStyle/>
          <a:p>
            <a:pPr eaLnBrk="1" hangingPunct="1"/>
            <a:r>
              <a:rPr lang="en-US" b="1">
                <a:latin typeface="+mn-lt"/>
              </a:rPr>
              <a:t>Possible additional concepts: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0863005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32523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352" y="471489"/>
            <a:ext cx="7886700" cy="677726"/>
          </a:xfrm>
        </p:spPr>
        <p:txBody>
          <a:bodyPr>
            <a:normAutofit/>
          </a:bodyPr>
          <a:lstStyle/>
          <a:p>
            <a:r>
              <a:rPr lang="en-US" sz="2400" b="1" dirty="0">
                <a:latin typeface="+mn-lt"/>
              </a:rPr>
              <a:t>Examples of Security Requirements and Impact Levels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47490962"/>
              </p:ext>
            </p:extLst>
          </p:nvPr>
        </p:nvGraphicFramePr>
        <p:xfrm>
          <a:off x="1147764" y="1466850"/>
          <a:ext cx="6653212" cy="5000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1398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FFA4F-0700-7009-1B38-E88F04947D8F}"/>
              </a:ext>
            </a:extLst>
          </p:cNvPr>
          <p:cNvSpPr>
            <a:spLocks noGrp="1"/>
          </p:cNvSpPr>
          <p:nvPr>
            <p:ph type="title"/>
          </p:nvPr>
        </p:nvSpPr>
        <p:spPr>
          <a:xfrm>
            <a:off x="628650" y="300580"/>
            <a:ext cx="7372350" cy="1089529"/>
          </a:xfrm>
        </p:spPr>
        <p:txBody>
          <a:bodyPr>
            <a:normAutofit/>
          </a:bodyPr>
          <a:lstStyle/>
          <a:p>
            <a:r>
              <a:rPr lang="en-CA" sz="3100">
                <a:solidFill>
                  <a:srgbClr val="FFFFFF"/>
                </a:solidFill>
              </a:rPr>
              <a:t>Threats</a:t>
            </a:r>
          </a:p>
        </p:txBody>
      </p:sp>
      <p:sp>
        <p:nvSpPr>
          <p:cNvPr id="12"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7911" y="591829"/>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6996" y="821124"/>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6256" y="1336268"/>
            <a:ext cx="95786"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sp>
        <p:nvSpPr>
          <p:cNvPr id="4" name="Slide Number Placeholder 3">
            <a:extLst>
              <a:ext uri="{FF2B5EF4-FFF2-40B4-BE49-F238E27FC236}">
                <a16:creationId xmlns:a16="http://schemas.microsoft.com/office/drawing/2014/main" id="{3DC0BFD6-8EA7-12C6-256C-DCB68ADA5073}"/>
              </a:ext>
            </a:extLst>
          </p:cNvPr>
          <p:cNvSpPr>
            <a:spLocks noGrp="1"/>
          </p:cNvSpPr>
          <p:nvPr>
            <p:ph type="sldNum" sz="quarter" idx="12"/>
          </p:nvPr>
        </p:nvSpPr>
        <p:spPr>
          <a:xfrm>
            <a:off x="6457950" y="6356350"/>
            <a:ext cx="2057400" cy="365125"/>
          </a:xfrm>
        </p:spPr>
        <p:txBody>
          <a:bodyPr>
            <a:normAutofit/>
          </a:bodyPr>
          <a:lstStyle/>
          <a:p>
            <a:pPr>
              <a:spcAft>
                <a:spcPts val="600"/>
              </a:spcAft>
            </a:pPr>
            <a:fld id="{3AAB7785-396F-4915-8DFC-F7434CCA128E}" type="slidenum">
              <a:rPr lang="en-CA">
                <a:solidFill>
                  <a:schemeClr val="tx1">
                    <a:alpha val="60000"/>
                  </a:schemeClr>
                </a:solidFill>
              </a:rPr>
              <a:pPr>
                <a:spcAft>
                  <a:spcPts val="600"/>
                </a:spcAft>
              </a:pPr>
              <a:t>11</a:t>
            </a:fld>
            <a:endParaRPr lang="en-CA">
              <a:solidFill>
                <a:schemeClr val="tx1">
                  <a:alpha val="60000"/>
                </a:schemeClr>
              </a:solidFill>
            </a:endParaRPr>
          </a:p>
        </p:txBody>
      </p:sp>
      <p:graphicFrame>
        <p:nvGraphicFramePr>
          <p:cNvPr id="8" name="Content Placeholder 2">
            <a:extLst>
              <a:ext uri="{FF2B5EF4-FFF2-40B4-BE49-F238E27FC236}">
                <a16:creationId xmlns:a16="http://schemas.microsoft.com/office/drawing/2014/main" id="{99595E34-B8B8-8978-D27A-61D80F1E678D}"/>
              </a:ext>
            </a:extLst>
          </p:cNvPr>
          <p:cNvGraphicFramePr>
            <a:graphicFrameLocks noGrp="1"/>
          </p:cNvGraphicFramePr>
          <p:nvPr>
            <p:ph idx="1"/>
            <p:extLst>
              <p:ext uri="{D42A27DB-BD31-4B8C-83A1-F6EECF244321}">
                <p14:modId xmlns:p14="http://schemas.microsoft.com/office/powerpoint/2010/main" val="3954305771"/>
              </p:ext>
            </p:extLst>
          </p:nvPr>
        </p:nvGraphicFramePr>
        <p:xfrm>
          <a:off x="628650" y="2211233"/>
          <a:ext cx="7886700" cy="39657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2626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1973BC-53DD-35F1-BEE2-BCAEBBA30F39}"/>
              </a:ext>
            </a:extLst>
          </p:cNvPr>
          <p:cNvSpPr>
            <a:spLocks noGrp="1"/>
          </p:cNvSpPr>
          <p:nvPr>
            <p:ph type="title"/>
          </p:nvPr>
        </p:nvSpPr>
        <p:spPr>
          <a:xfrm>
            <a:off x="628650" y="300580"/>
            <a:ext cx="7372350" cy="1089529"/>
          </a:xfrm>
        </p:spPr>
        <p:txBody>
          <a:bodyPr>
            <a:normAutofit/>
          </a:bodyPr>
          <a:lstStyle/>
          <a:p>
            <a:r>
              <a:rPr lang="en-CA" sz="3100">
                <a:solidFill>
                  <a:srgbClr val="FFFFFF"/>
                </a:solidFill>
              </a:rPr>
              <a:t>Risks</a:t>
            </a:r>
          </a:p>
        </p:txBody>
      </p:sp>
      <p:sp>
        <p:nvSpPr>
          <p:cNvPr id="12"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7911" y="591829"/>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6996" y="821124"/>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6256" y="1336268"/>
            <a:ext cx="95786"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sp>
        <p:nvSpPr>
          <p:cNvPr id="4" name="Slide Number Placeholder 3">
            <a:extLst>
              <a:ext uri="{FF2B5EF4-FFF2-40B4-BE49-F238E27FC236}">
                <a16:creationId xmlns:a16="http://schemas.microsoft.com/office/drawing/2014/main" id="{4FFB7E75-D5EF-18B6-222B-03E6F9D3804F}"/>
              </a:ext>
            </a:extLst>
          </p:cNvPr>
          <p:cNvSpPr>
            <a:spLocks noGrp="1"/>
          </p:cNvSpPr>
          <p:nvPr>
            <p:ph type="sldNum" sz="quarter" idx="12"/>
          </p:nvPr>
        </p:nvSpPr>
        <p:spPr>
          <a:xfrm>
            <a:off x="6457950" y="6356350"/>
            <a:ext cx="2057400" cy="365125"/>
          </a:xfrm>
        </p:spPr>
        <p:txBody>
          <a:bodyPr>
            <a:normAutofit/>
          </a:bodyPr>
          <a:lstStyle/>
          <a:p>
            <a:pPr>
              <a:spcAft>
                <a:spcPts val="600"/>
              </a:spcAft>
            </a:pPr>
            <a:fld id="{3AAB7785-396F-4915-8DFC-F7434CCA128E}" type="slidenum">
              <a:rPr lang="en-CA">
                <a:solidFill>
                  <a:schemeClr val="tx1">
                    <a:alpha val="60000"/>
                  </a:schemeClr>
                </a:solidFill>
              </a:rPr>
              <a:pPr>
                <a:spcAft>
                  <a:spcPts val="600"/>
                </a:spcAft>
              </a:pPr>
              <a:t>12</a:t>
            </a:fld>
            <a:endParaRPr lang="en-CA">
              <a:solidFill>
                <a:schemeClr val="tx1">
                  <a:alpha val="60000"/>
                </a:schemeClr>
              </a:solidFill>
            </a:endParaRPr>
          </a:p>
        </p:txBody>
      </p:sp>
      <p:graphicFrame>
        <p:nvGraphicFramePr>
          <p:cNvPr id="6" name="Content Placeholder 2">
            <a:extLst>
              <a:ext uri="{FF2B5EF4-FFF2-40B4-BE49-F238E27FC236}">
                <a16:creationId xmlns:a16="http://schemas.microsoft.com/office/drawing/2014/main" id="{1076F7E6-A837-5662-8B97-B59FEF3F78FE}"/>
              </a:ext>
            </a:extLst>
          </p:cNvPr>
          <p:cNvGraphicFramePr>
            <a:graphicFrameLocks noGrp="1"/>
          </p:cNvGraphicFramePr>
          <p:nvPr>
            <p:ph idx="1"/>
            <p:extLst>
              <p:ext uri="{D42A27DB-BD31-4B8C-83A1-F6EECF244321}">
                <p14:modId xmlns:p14="http://schemas.microsoft.com/office/powerpoint/2010/main" val="1615176030"/>
              </p:ext>
            </p:extLst>
          </p:nvPr>
        </p:nvGraphicFramePr>
        <p:xfrm>
          <a:off x="628650" y="2211233"/>
          <a:ext cx="7886700" cy="39657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0887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59225-DA80-CD8F-3338-C611802FF5C4}"/>
              </a:ext>
            </a:extLst>
          </p:cNvPr>
          <p:cNvSpPr>
            <a:spLocks noGrp="1"/>
          </p:cNvSpPr>
          <p:nvPr>
            <p:ph type="title"/>
          </p:nvPr>
        </p:nvSpPr>
        <p:spPr/>
        <p:txBody>
          <a:bodyPr/>
          <a:lstStyle/>
          <a:p>
            <a:endParaRPr lang="en-CA"/>
          </a:p>
        </p:txBody>
      </p:sp>
      <p:pic>
        <p:nvPicPr>
          <p:cNvPr id="6" name="Content Placeholder 5">
            <a:extLst>
              <a:ext uri="{FF2B5EF4-FFF2-40B4-BE49-F238E27FC236}">
                <a16:creationId xmlns:a16="http://schemas.microsoft.com/office/drawing/2014/main" id="{1EA31855-44FF-D123-36C6-BED93FF03671}"/>
              </a:ext>
            </a:extLst>
          </p:cNvPr>
          <p:cNvPicPr>
            <a:picLocks noGrp="1" noChangeAspect="1"/>
          </p:cNvPicPr>
          <p:nvPr>
            <p:ph idx="1"/>
          </p:nvPr>
        </p:nvPicPr>
        <p:blipFill>
          <a:blip r:embed="rId2"/>
          <a:stretch>
            <a:fillRect/>
          </a:stretch>
        </p:blipFill>
        <p:spPr>
          <a:xfrm>
            <a:off x="399965" y="257950"/>
            <a:ext cx="8249457" cy="6152577"/>
          </a:xfrm>
        </p:spPr>
      </p:pic>
      <p:sp>
        <p:nvSpPr>
          <p:cNvPr id="4" name="Slide Number Placeholder 3">
            <a:extLst>
              <a:ext uri="{FF2B5EF4-FFF2-40B4-BE49-F238E27FC236}">
                <a16:creationId xmlns:a16="http://schemas.microsoft.com/office/drawing/2014/main" id="{6BABD263-ED2E-7D32-F046-6EAEEF61CEE0}"/>
              </a:ext>
            </a:extLst>
          </p:cNvPr>
          <p:cNvSpPr>
            <a:spLocks noGrp="1"/>
          </p:cNvSpPr>
          <p:nvPr>
            <p:ph type="sldNum" sz="quarter" idx="12"/>
          </p:nvPr>
        </p:nvSpPr>
        <p:spPr/>
        <p:txBody>
          <a:bodyPr/>
          <a:lstStyle/>
          <a:p>
            <a:fld id="{3AAB7785-396F-4915-8DFC-F7434CCA128E}" type="slidenum">
              <a:rPr lang="en-CA" smtClean="0"/>
              <a:t>13</a:t>
            </a:fld>
            <a:endParaRPr lang="en-CA"/>
          </a:p>
        </p:txBody>
      </p:sp>
    </p:spTree>
    <p:extLst>
      <p:ext uri="{BB962C8B-B14F-4D97-AF65-F5344CB8AC3E}">
        <p14:creationId xmlns:p14="http://schemas.microsoft.com/office/powerpoint/2010/main" val="531541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235940-EC9B-C865-E3D4-279AA1F9FA0B}"/>
              </a:ext>
            </a:extLst>
          </p:cNvPr>
          <p:cNvSpPr>
            <a:spLocks noGrp="1"/>
          </p:cNvSpPr>
          <p:nvPr>
            <p:ph type="title"/>
          </p:nvPr>
        </p:nvSpPr>
        <p:spPr>
          <a:xfrm>
            <a:off x="782723" y="809898"/>
            <a:ext cx="7629757" cy="1554480"/>
          </a:xfrm>
        </p:spPr>
        <p:txBody>
          <a:bodyPr anchor="ctr">
            <a:normAutofit/>
          </a:bodyPr>
          <a:lstStyle/>
          <a:p>
            <a:r>
              <a:rPr lang="en-CA" sz="4200"/>
              <a:t>Risks assessment</a:t>
            </a:r>
          </a:p>
        </p:txBody>
      </p:sp>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4CF3FC74-235F-F606-25A7-C894C83468BB}"/>
              </a:ext>
            </a:extLst>
          </p:cNvPr>
          <p:cNvSpPr>
            <a:spLocks noGrp="1"/>
          </p:cNvSpPr>
          <p:nvPr>
            <p:ph type="sldNum" sz="quarter" idx="12"/>
          </p:nvPr>
        </p:nvSpPr>
        <p:spPr>
          <a:xfrm>
            <a:off x="6457950" y="6492240"/>
            <a:ext cx="2057400" cy="365125"/>
          </a:xfrm>
        </p:spPr>
        <p:txBody>
          <a:bodyPr>
            <a:normAutofit/>
          </a:bodyPr>
          <a:lstStyle/>
          <a:p>
            <a:pPr>
              <a:spcAft>
                <a:spcPts val="600"/>
              </a:spcAft>
            </a:pPr>
            <a:fld id="{3AAB7785-396F-4915-8DFC-F7434CCA128E}" type="slidenum">
              <a:rPr lang="en-CA" smtClean="0"/>
              <a:pPr>
                <a:spcAft>
                  <a:spcPts val="600"/>
                </a:spcAft>
              </a:pPr>
              <a:t>14</a:t>
            </a:fld>
            <a:endParaRPr lang="en-CA"/>
          </a:p>
        </p:txBody>
      </p:sp>
      <p:graphicFrame>
        <p:nvGraphicFramePr>
          <p:cNvPr id="22" name="Content Placeholder 2">
            <a:extLst>
              <a:ext uri="{FF2B5EF4-FFF2-40B4-BE49-F238E27FC236}">
                <a16:creationId xmlns:a16="http://schemas.microsoft.com/office/drawing/2014/main" id="{8CC58227-C3E2-5CEB-447F-02A6BDB4D24E}"/>
              </a:ext>
            </a:extLst>
          </p:cNvPr>
          <p:cNvGraphicFramePr>
            <a:graphicFrameLocks noGrp="1"/>
          </p:cNvGraphicFramePr>
          <p:nvPr>
            <p:ph idx="1"/>
            <p:extLst>
              <p:ext uri="{D42A27DB-BD31-4B8C-83A1-F6EECF244321}">
                <p14:modId xmlns:p14="http://schemas.microsoft.com/office/powerpoint/2010/main" val="3887404118"/>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0113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927FFF-7C2E-8D0F-F038-7D778D73747A}"/>
              </a:ext>
            </a:extLst>
          </p:cNvPr>
          <p:cNvSpPr>
            <a:spLocks noGrp="1"/>
          </p:cNvSpPr>
          <p:nvPr>
            <p:ph type="title"/>
          </p:nvPr>
        </p:nvSpPr>
        <p:spPr>
          <a:xfrm>
            <a:off x="782723" y="809898"/>
            <a:ext cx="7629757" cy="1554480"/>
          </a:xfrm>
        </p:spPr>
        <p:txBody>
          <a:bodyPr anchor="ctr">
            <a:normAutofit/>
          </a:bodyPr>
          <a:lstStyle/>
          <a:p>
            <a:r>
              <a:rPr lang="en-CA" sz="4200"/>
              <a:t>Security Policies</a:t>
            </a:r>
          </a:p>
        </p:txBody>
      </p:sp>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7825100-9193-3D1F-758B-599BBEA796A2}"/>
              </a:ext>
            </a:extLst>
          </p:cNvPr>
          <p:cNvSpPr>
            <a:spLocks noGrp="1"/>
          </p:cNvSpPr>
          <p:nvPr>
            <p:ph type="sldNum" sz="quarter" idx="12"/>
          </p:nvPr>
        </p:nvSpPr>
        <p:spPr>
          <a:xfrm>
            <a:off x="6457950" y="6492240"/>
            <a:ext cx="2057400" cy="365125"/>
          </a:xfrm>
        </p:spPr>
        <p:txBody>
          <a:bodyPr>
            <a:normAutofit/>
          </a:bodyPr>
          <a:lstStyle/>
          <a:p>
            <a:pPr>
              <a:spcAft>
                <a:spcPts val="600"/>
              </a:spcAft>
            </a:pPr>
            <a:fld id="{3AAB7785-396F-4915-8DFC-F7434CCA128E}" type="slidenum">
              <a:rPr lang="en-CA" smtClean="0"/>
              <a:pPr>
                <a:spcAft>
                  <a:spcPts val="600"/>
                </a:spcAft>
              </a:pPr>
              <a:t>15</a:t>
            </a:fld>
            <a:endParaRPr lang="en-CA"/>
          </a:p>
        </p:txBody>
      </p:sp>
      <p:graphicFrame>
        <p:nvGraphicFramePr>
          <p:cNvPr id="6" name="Content Placeholder 2">
            <a:extLst>
              <a:ext uri="{FF2B5EF4-FFF2-40B4-BE49-F238E27FC236}">
                <a16:creationId xmlns:a16="http://schemas.microsoft.com/office/drawing/2014/main" id="{48305465-F974-339B-6922-BEAFC1D404D9}"/>
              </a:ext>
            </a:extLst>
          </p:cNvPr>
          <p:cNvGraphicFramePr>
            <a:graphicFrameLocks noGrp="1"/>
          </p:cNvGraphicFramePr>
          <p:nvPr>
            <p:ph idx="1"/>
            <p:extLst>
              <p:ext uri="{D42A27DB-BD31-4B8C-83A1-F6EECF244321}">
                <p14:modId xmlns:p14="http://schemas.microsoft.com/office/powerpoint/2010/main" val="4228624978"/>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83212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4F87DA-40C2-10A5-280E-C10F4B1C7EBF}"/>
              </a:ext>
            </a:extLst>
          </p:cNvPr>
          <p:cNvSpPr>
            <a:spLocks noGrp="1"/>
          </p:cNvSpPr>
          <p:nvPr>
            <p:ph type="title"/>
          </p:nvPr>
        </p:nvSpPr>
        <p:spPr>
          <a:xfrm>
            <a:off x="595246" y="386930"/>
            <a:ext cx="7549592" cy="1298448"/>
          </a:xfrm>
        </p:spPr>
        <p:txBody>
          <a:bodyPr anchor="b">
            <a:normAutofit/>
          </a:bodyPr>
          <a:lstStyle/>
          <a:p>
            <a:r>
              <a:rPr lang="en-CA" sz="4200"/>
              <a:t>Security Mechanisms</a:t>
            </a:r>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7EC3A9-35A9-933E-ABBF-69829B760224}"/>
              </a:ext>
            </a:extLst>
          </p:cNvPr>
          <p:cNvSpPr>
            <a:spLocks noGrp="1"/>
          </p:cNvSpPr>
          <p:nvPr>
            <p:ph idx="1"/>
          </p:nvPr>
        </p:nvSpPr>
        <p:spPr>
          <a:xfrm>
            <a:off x="471791" y="2599509"/>
            <a:ext cx="3793788" cy="3639450"/>
          </a:xfrm>
        </p:spPr>
        <p:txBody>
          <a:bodyPr anchor="ctr">
            <a:normAutofit/>
          </a:bodyPr>
          <a:lstStyle/>
          <a:p>
            <a:pPr marL="0" indent="0">
              <a:buNone/>
            </a:pPr>
            <a:r>
              <a:rPr lang="en-GB" sz="1700" b="1" dirty="0"/>
              <a:t>Security defences</a:t>
            </a:r>
            <a:r>
              <a:rPr lang="en-GB" sz="1700" dirty="0"/>
              <a:t> and </a:t>
            </a:r>
            <a:r>
              <a:rPr lang="en-GB" sz="1700" b="1" dirty="0"/>
              <a:t>mechanisms</a:t>
            </a:r>
            <a:r>
              <a:rPr lang="en-GB" sz="1700" dirty="0"/>
              <a:t> are tools used to enforce security policies and services. They ensure the protection of assets and prevent unauthorized access by implementing measures like firewalls, encryption, and access controls. These defences support the overall security framework set by the system’s policies.</a:t>
            </a:r>
            <a:endParaRPr lang="en-CA" sz="1700" dirty="0"/>
          </a:p>
        </p:txBody>
      </p:sp>
      <p:pic>
        <p:nvPicPr>
          <p:cNvPr id="6" name="Picture 5">
            <a:extLst>
              <a:ext uri="{FF2B5EF4-FFF2-40B4-BE49-F238E27FC236}">
                <a16:creationId xmlns:a16="http://schemas.microsoft.com/office/drawing/2014/main" id="{3D6DD77A-048B-9A4F-62B0-52073132D8DC}"/>
              </a:ext>
            </a:extLst>
          </p:cNvPr>
          <p:cNvPicPr>
            <a:picLocks noChangeAspect="1"/>
          </p:cNvPicPr>
          <p:nvPr/>
        </p:nvPicPr>
        <p:blipFill>
          <a:blip r:embed="rId2"/>
          <a:stretch>
            <a:fillRect/>
          </a:stretch>
        </p:blipFill>
        <p:spPr>
          <a:xfrm>
            <a:off x="4433649" y="2776981"/>
            <a:ext cx="3862707" cy="3128791"/>
          </a:xfrm>
          <a:prstGeom prst="rect">
            <a:avLst/>
          </a:prstGeom>
        </p:spPr>
      </p:pic>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7A6B2B7-F791-6BE0-927E-FBBE7B2F7DBF}"/>
              </a:ext>
            </a:extLst>
          </p:cNvPr>
          <p:cNvSpPr>
            <a:spLocks noGrp="1"/>
          </p:cNvSpPr>
          <p:nvPr>
            <p:ph type="sldNum" sz="quarter" idx="12"/>
          </p:nvPr>
        </p:nvSpPr>
        <p:spPr>
          <a:xfrm>
            <a:off x="6457950" y="6492240"/>
            <a:ext cx="2057400" cy="365125"/>
          </a:xfrm>
        </p:spPr>
        <p:txBody>
          <a:bodyPr>
            <a:normAutofit/>
          </a:bodyPr>
          <a:lstStyle/>
          <a:p>
            <a:pPr>
              <a:spcAft>
                <a:spcPts val="600"/>
              </a:spcAft>
            </a:pPr>
            <a:fld id="{3AAB7785-396F-4915-8DFC-F7434CCA128E}" type="slidenum">
              <a:rPr lang="en-CA" smtClean="0"/>
              <a:pPr>
                <a:spcAft>
                  <a:spcPts val="600"/>
                </a:spcAft>
              </a:pPr>
              <a:t>16</a:t>
            </a:fld>
            <a:endParaRPr lang="en-CA"/>
          </a:p>
        </p:txBody>
      </p:sp>
    </p:spTree>
    <p:extLst>
      <p:ext uri="{BB962C8B-B14F-4D97-AF65-F5344CB8AC3E}">
        <p14:creationId xmlns:p14="http://schemas.microsoft.com/office/powerpoint/2010/main" val="449430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309193-7040-7D73-841E-14F346DE4EA7}"/>
              </a:ext>
            </a:extLst>
          </p:cNvPr>
          <p:cNvSpPr>
            <a:spLocks noGrp="1"/>
          </p:cNvSpPr>
          <p:nvPr>
            <p:ph type="title"/>
          </p:nvPr>
        </p:nvSpPr>
        <p:spPr>
          <a:xfrm>
            <a:off x="628650" y="365125"/>
            <a:ext cx="7886700" cy="1325563"/>
          </a:xfrm>
        </p:spPr>
        <p:txBody>
          <a:bodyPr>
            <a:normAutofit/>
          </a:bodyPr>
          <a:lstStyle/>
          <a:p>
            <a:r>
              <a:rPr lang="en-AU" sz="4700" b="1" dirty="0">
                <a:latin typeface="+mn-lt"/>
              </a:rPr>
              <a:t>OSI Security Architecture</a:t>
            </a:r>
            <a:endParaRPr lang="en-CA" sz="4700" dirty="0"/>
          </a:p>
        </p:txBody>
      </p:sp>
      <p:sp>
        <p:nvSpPr>
          <p:cNvPr id="1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E7D8577-810D-34AA-AA3D-28DC82092B2E}"/>
              </a:ext>
            </a:extLst>
          </p:cNvPr>
          <p:cNvSpPr>
            <a:spLocks noGrp="1"/>
          </p:cNvSpPr>
          <p:nvPr>
            <p:ph type="sldNum" sz="quarter" idx="12"/>
          </p:nvPr>
        </p:nvSpPr>
        <p:spPr>
          <a:xfrm>
            <a:off x="6457950" y="6356350"/>
            <a:ext cx="2057400" cy="365125"/>
          </a:xfrm>
        </p:spPr>
        <p:txBody>
          <a:bodyPr>
            <a:normAutofit/>
          </a:bodyPr>
          <a:lstStyle/>
          <a:p>
            <a:pPr>
              <a:spcAft>
                <a:spcPts val="600"/>
              </a:spcAft>
            </a:pPr>
            <a:fld id="{3AAB7785-396F-4915-8DFC-F7434CCA128E}" type="slidenum">
              <a:rPr lang="en-CA" smtClean="0"/>
              <a:pPr>
                <a:spcAft>
                  <a:spcPts val="600"/>
                </a:spcAft>
              </a:pPr>
              <a:t>17</a:t>
            </a:fld>
            <a:endParaRPr lang="en-CA"/>
          </a:p>
        </p:txBody>
      </p:sp>
      <p:graphicFrame>
        <p:nvGraphicFramePr>
          <p:cNvPr id="6" name="Content Placeholder 2">
            <a:extLst>
              <a:ext uri="{FF2B5EF4-FFF2-40B4-BE49-F238E27FC236}">
                <a16:creationId xmlns:a16="http://schemas.microsoft.com/office/drawing/2014/main" id="{FAB17296-D3DE-D418-41D7-1157A6BA2E0D}"/>
              </a:ext>
            </a:extLst>
          </p:cNvPr>
          <p:cNvGraphicFramePr>
            <a:graphicFrameLocks noGrp="1"/>
          </p:cNvGraphicFramePr>
          <p:nvPr>
            <p:ph idx="1"/>
            <p:extLst>
              <p:ext uri="{D42A27DB-BD31-4B8C-83A1-F6EECF244321}">
                <p14:modId xmlns:p14="http://schemas.microsoft.com/office/powerpoint/2010/main" val="2367559616"/>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7571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087" name="Rectangle 4608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82" name="Title 7"/>
          <p:cNvSpPr>
            <a:spLocks noGrp="1"/>
          </p:cNvSpPr>
          <p:nvPr>
            <p:ph type="title"/>
          </p:nvPr>
        </p:nvSpPr>
        <p:spPr>
          <a:xfrm>
            <a:off x="628650" y="365125"/>
            <a:ext cx="7886700" cy="1325563"/>
          </a:xfrm>
        </p:spPr>
        <p:txBody>
          <a:bodyPr vert="horz" lIns="91440" tIns="45720" rIns="91440" bIns="45720" rtlCol="0" anchor="ctr">
            <a:normAutofit/>
          </a:bodyPr>
          <a:lstStyle/>
          <a:p>
            <a:pPr defTabSz="914400"/>
            <a:r>
              <a:rPr lang="en-US" sz="4700" b="1" kern="1200">
                <a:solidFill>
                  <a:schemeClr val="tx1"/>
                </a:solidFill>
                <a:latin typeface="+mj-lt"/>
                <a:ea typeface="+mj-ea"/>
                <a:cs typeface="+mj-cs"/>
              </a:rPr>
              <a:t>Passive Attacks</a:t>
            </a:r>
          </a:p>
        </p:txBody>
      </p:sp>
      <p:sp>
        <p:nvSpPr>
          <p:cNvPr id="4608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p:cNvSpPr>
            <a:spLocks noGrp="1"/>
          </p:cNvSpPr>
          <p:nvPr>
            <p:ph type="body" sz="half" idx="2"/>
          </p:nvPr>
        </p:nvSpPr>
        <p:spPr>
          <a:xfrm>
            <a:off x="628650" y="1929384"/>
            <a:ext cx="7886700" cy="4251960"/>
          </a:xfrm>
        </p:spPr>
        <p:txBody>
          <a:bodyPr vert="horz" lIns="91440" tIns="45720" rIns="91440" bIns="45720" rtlCol="0">
            <a:normAutofit/>
          </a:bodyPr>
          <a:lstStyle/>
          <a:p>
            <a:pPr marL="171450" indent="-228600" defTabSz="914400">
              <a:buClr>
                <a:schemeClr val="tx2">
                  <a:lumMod val="75000"/>
                </a:schemeClr>
              </a:buClr>
              <a:buSzPct val="135000"/>
              <a:buFont typeface="Arial" panose="020B0604020202020204" pitchFamily="34" charset="0"/>
              <a:buChar char="•"/>
              <a:defRPr/>
            </a:pPr>
            <a:r>
              <a:rPr lang="en-US" sz="1900" dirty="0"/>
              <a:t>Are </a:t>
            </a:r>
            <a:r>
              <a:rPr lang="en-US" sz="1900" b="1" dirty="0"/>
              <a:t>eavesdropping</a:t>
            </a:r>
            <a:r>
              <a:rPr lang="en-US" sz="1900" dirty="0"/>
              <a:t> on, or </a:t>
            </a:r>
            <a:r>
              <a:rPr lang="en-US" sz="1900" b="1" dirty="0"/>
              <a:t>monitoring</a:t>
            </a:r>
            <a:r>
              <a:rPr lang="en-US" sz="1900" dirty="0"/>
              <a:t> of, </a:t>
            </a:r>
            <a:r>
              <a:rPr lang="en-US" sz="1900" b="1" dirty="0"/>
              <a:t>transmissions</a:t>
            </a:r>
          </a:p>
          <a:p>
            <a:pPr marL="171450" indent="-228600" defTabSz="914400">
              <a:buClr>
                <a:schemeClr val="tx2">
                  <a:lumMod val="75000"/>
                </a:schemeClr>
              </a:buClr>
              <a:buSzPct val="135000"/>
              <a:buFont typeface="Arial" panose="020B0604020202020204" pitchFamily="34" charset="0"/>
              <a:buChar char="•"/>
              <a:defRPr/>
            </a:pPr>
            <a:r>
              <a:rPr lang="en-US" sz="1900" dirty="0"/>
              <a:t>Goal of the opponent is to </a:t>
            </a:r>
            <a:r>
              <a:rPr lang="en-US" sz="1900" b="1" dirty="0"/>
              <a:t>obtain information </a:t>
            </a:r>
            <a:r>
              <a:rPr lang="en-US" sz="1900" dirty="0"/>
              <a:t>that is being transmitted</a:t>
            </a:r>
          </a:p>
          <a:p>
            <a:pPr marL="285750" indent="-228600" defTabSz="914400">
              <a:buFont typeface="Arial" panose="020B0604020202020204" pitchFamily="34" charset="0"/>
              <a:buChar char="•"/>
            </a:pPr>
            <a:r>
              <a:rPr lang="en-US" sz="1900" dirty="0"/>
              <a:t>Two types of passive attacks are:</a:t>
            </a:r>
          </a:p>
          <a:p>
            <a:pPr lvl="1" indent="-228600" defTabSz="914400">
              <a:buFont typeface="Arial" panose="020B0604020202020204" pitchFamily="34" charset="0"/>
              <a:buChar char="•"/>
            </a:pPr>
            <a:r>
              <a:rPr lang="en-US" sz="1900" dirty="0"/>
              <a:t>The release of message contents</a:t>
            </a:r>
          </a:p>
          <a:p>
            <a:pPr lvl="1" indent="-228600" defTabSz="914400">
              <a:buFont typeface="Arial" panose="020B0604020202020204" pitchFamily="34" charset="0"/>
              <a:buChar char="•"/>
            </a:pPr>
            <a:r>
              <a:rPr lang="en-US" sz="1900" dirty="0"/>
              <a:t>Traffic analysis</a:t>
            </a:r>
          </a:p>
          <a:p>
            <a:pPr marL="171450" indent="-228600" defTabSz="914400">
              <a:buClr>
                <a:schemeClr val="tx2">
                  <a:lumMod val="75000"/>
                </a:schemeClr>
              </a:buClr>
              <a:buSzPct val="135000"/>
              <a:buFont typeface="Arial" panose="020B0604020202020204" pitchFamily="34" charset="0"/>
              <a:buChar char="•"/>
              <a:defRPr/>
            </a:pPr>
            <a:endParaRPr lang="en-US" sz="1900" dirty="0"/>
          </a:p>
          <a:p>
            <a:pPr indent="-228600" defTabSz="914400">
              <a:buClr>
                <a:schemeClr val="tx2">
                  <a:lumMod val="75000"/>
                </a:schemeClr>
              </a:buClr>
              <a:buSzPct val="135000"/>
              <a:buFont typeface="Arial" panose="020B0604020202020204" pitchFamily="34" charset="0"/>
              <a:buChar char="•"/>
              <a:defRPr/>
            </a:pPr>
            <a:endParaRPr lang="en-US" sz="1900" dirty="0"/>
          </a:p>
        </p:txBody>
      </p:sp>
      <p:sp>
        <p:nvSpPr>
          <p:cNvPr id="2" name="TextBox 1"/>
          <p:cNvSpPr txBox="1"/>
          <p:nvPr/>
        </p:nvSpPr>
        <p:spPr>
          <a:xfrm>
            <a:off x="497677" y="3861048"/>
            <a:ext cx="7245539" cy="2492990"/>
          </a:xfrm>
          <a:prstGeom prst="rect">
            <a:avLst/>
          </a:prstGeom>
          <a:noFill/>
        </p:spPr>
        <p:txBody>
          <a:bodyPr wrap="square" rtlCol="0">
            <a:spAutoFit/>
          </a:bodyPr>
          <a:lstStyle/>
          <a:p>
            <a:pPr marL="214313" indent="-214313">
              <a:spcAft>
                <a:spcPts val="600"/>
              </a:spcAft>
              <a:buFont typeface="Arial" panose="020B0604020202020204" pitchFamily="34" charset="0"/>
              <a:buChar char="•"/>
            </a:pPr>
            <a:r>
              <a:rPr lang="en-US" dirty="0"/>
              <a:t>Eavesdropping</a:t>
            </a:r>
            <a:endParaRPr lang="en-US"/>
          </a:p>
          <a:p>
            <a:pPr marL="214313" indent="-214313">
              <a:spcAft>
                <a:spcPts val="600"/>
              </a:spcAft>
              <a:buFont typeface="Arial" panose="020B0604020202020204" pitchFamily="34" charset="0"/>
              <a:buChar char="•"/>
            </a:pPr>
            <a:r>
              <a:rPr lang="en-US" dirty="0"/>
              <a:t>IP Spoofing</a:t>
            </a:r>
            <a:endParaRPr lang="en-US"/>
          </a:p>
          <a:p>
            <a:pPr marL="214313" indent="-214313">
              <a:spcAft>
                <a:spcPts val="600"/>
              </a:spcAft>
              <a:buFont typeface="Arial" panose="020B0604020202020204" pitchFamily="34" charset="0"/>
              <a:buChar char="•"/>
            </a:pPr>
            <a:r>
              <a:rPr lang="en-US" dirty="0"/>
              <a:t>Packet Sniffing</a:t>
            </a:r>
            <a:endParaRPr lang="en-US"/>
          </a:p>
          <a:p>
            <a:pPr marL="214313" indent="-214313">
              <a:spcAft>
                <a:spcPts val="600"/>
              </a:spcAft>
              <a:buFont typeface="Arial" panose="020B0604020202020204" pitchFamily="34" charset="0"/>
              <a:buChar char="•"/>
            </a:pPr>
            <a:r>
              <a:rPr lang="en-US" dirty="0"/>
              <a:t>Scanning</a:t>
            </a:r>
            <a:endParaRPr lang="en-US"/>
          </a:p>
          <a:p>
            <a:pPr marL="214313" indent="-214313">
              <a:spcAft>
                <a:spcPts val="600"/>
              </a:spcAft>
              <a:buFont typeface="Arial" panose="020B0604020202020204" pitchFamily="34" charset="0"/>
              <a:buChar char="•"/>
            </a:pPr>
            <a:r>
              <a:rPr lang="en-US" dirty="0"/>
              <a:t>Tapping</a:t>
            </a:r>
            <a:endParaRPr lang="en-US"/>
          </a:p>
          <a:p>
            <a:pPr marL="214313" indent="-214313">
              <a:spcAft>
                <a:spcPts val="600"/>
              </a:spcAft>
              <a:buFont typeface="Arial" panose="020B0604020202020204" pitchFamily="34" charset="0"/>
              <a:buChar char="•"/>
            </a:pPr>
            <a:r>
              <a:rPr lang="en-US" dirty="0"/>
              <a:t>Traffic Analysis</a:t>
            </a:r>
            <a:endParaRPr lang="en-US"/>
          </a:p>
          <a:p>
            <a:pPr>
              <a:spcAft>
                <a:spcPts val="600"/>
              </a:spcAft>
            </a:pPr>
            <a:endParaRPr lang="en-US"/>
          </a:p>
        </p:txBody>
      </p:sp>
    </p:spTree>
    <p:extLst>
      <p:ext uri="{BB962C8B-B14F-4D97-AF65-F5344CB8AC3E}">
        <p14:creationId xmlns:p14="http://schemas.microsoft.com/office/powerpoint/2010/main" val="1081424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26"/>
          <p:cNvSpPr>
            <a:spLocks noGrp="1" noChangeArrowheads="1"/>
          </p:cNvSpPr>
          <p:nvPr>
            <p:ph type="title"/>
          </p:nvPr>
        </p:nvSpPr>
        <p:spPr>
          <a:xfrm>
            <a:off x="471791" y="535021"/>
            <a:ext cx="8010728" cy="935064"/>
          </a:xfrm>
        </p:spPr>
        <p:txBody>
          <a:bodyPr>
            <a:normAutofit/>
          </a:bodyPr>
          <a:lstStyle/>
          <a:p>
            <a:pPr eaLnBrk="1" hangingPunct="1"/>
            <a:r>
              <a:rPr lang="en-AU" sz="2400" b="1" dirty="0">
                <a:latin typeface="+mn-lt"/>
              </a:rPr>
              <a:t>Active Attacks</a:t>
            </a:r>
          </a:p>
        </p:txBody>
      </p:sp>
      <p:sp>
        <p:nvSpPr>
          <p:cNvPr id="10" name="Content Placeholder 9"/>
          <p:cNvSpPr>
            <a:spLocks noGrp="1"/>
          </p:cNvSpPr>
          <p:nvPr>
            <p:ph sz="half" idx="1"/>
          </p:nvPr>
        </p:nvSpPr>
        <p:spPr>
          <a:xfrm>
            <a:off x="240507" y="2618912"/>
            <a:ext cx="3737428" cy="1413204"/>
          </a:xfrm>
        </p:spPr>
        <p:txBody>
          <a:bodyPr>
            <a:normAutofit/>
          </a:bodyPr>
          <a:lstStyle/>
          <a:p>
            <a:pPr eaLnBrk="1" hangingPunct="1">
              <a:defRPr/>
            </a:pPr>
            <a:r>
              <a:rPr lang="en-US" sz="1500" dirty="0">
                <a:solidFill>
                  <a:schemeClr val="tx2">
                    <a:lumMod val="10000"/>
                  </a:schemeClr>
                </a:solidFill>
              </a:rPr>
              <a:t>Involve some modification of the data stream or the creation of a false stream</a:t>
            </a:r>
          </a:p>
          <a:p>
            <a:pPr eaLnBrk="1" hangingPunct="1">
              <a:defRPr/>
            </a:pPr>
            <a:r>
              <a:rPr lang="en-US" sz="1500" dirty="0">
                <a:solidFill>
                  <a:schemeClr val="tx2">
                    <a:lumMod val="10000"/>
                  </a:schemeClr>
                </a:solidFill>
              </a:rPr>
              <a:t>Difficult to prevent because of the wide variety of potential physical, software, and network vulnerabilities</a:t>
            </a:r>
          </a:p>
        </p:txBody>
      </p:sp>
      <p:graphicFrame>
        <p:nvGraphicFramePr>
          <p:cNvPr id="13" name="Content Placeholder 12"/>
          <p:cNvGraphicFramePr>
            <a:graphicFrameLocks noGrp="1"/>
          </p:cNvGraphicFramePr>
          <p:nvPr>
            <p:ph sz="half" idx="2"/>
            <p:extLst>
              <p:ext uri="{D42A27DB-BD31-4B8C-83A1-F6EECF244321}">
                <p14:modId xmlns:p14="http://schemas.microsoft.com/office/powerpoint/2010/main" val="2322892168"/>
              </p:ext>
            </p:extLst>
          </p:nvPr>
        </p:nvGraphicFramePr>
        <p:xfrm>
          <a:off x="3977934" y="1731857"/>
          <a:ext cx="4914546" cy="3714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2875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490722" y="640080"/>
            <a:ext cx="5170932" cy="3566160"/>
          </a:xfrm>
        </p:spPr>
        <p:txBody>
          <a:bodyPr anchor="b">
            <a:normAutofit/>
          </a:bodyPr>
          <a:lstStyle/>
          <a:p>
            <a:pPr algn="l"/>
            <a:r>
              <a:rPr lang="en-CA" sz="5700" dirty="0"/>
              <a:t>Chapter 2</a:t>
            </a:r>
          </a:p>
        </p:txBody>
      </p:sp>
      <p:sp>
        <p:nvSpPr>
          <p:cNvPr id="3" name="Subtitle 2"/>
          <p:cNvSpPr>
            <a:spLocks noGrp="1"/>
          </p:cNvSpPr>
          <p:nvPr>
            <p:ph type="subTitle" idx="1"/>
          </p:nvPr>
        </p:nvSpPr>
        <p:spPr>
          <a:xfrm>
            <a:off x="3490722" y="4636008"/>
            <a:ext cx="5170932" cy="1572768"/>
          </a:xfrm>
        </p:spPr>
        <p:txBody>
          <a:bodyPr>
            <a:normAutofit/>
          </a:bodyPr>
          <a:lstStyle/>
          <a:p>
            <a:pPr algn="l"/>
            <a:r>
              <a:rPr lang="en-GB" sz="2100" b="1" dirty="0"/>
              <a:t>Threat Models and Risk Assessment</a:t>
            </a:r>
          </a:p>
          <a:p>
            <a:pPr algn="l"/>
            <a:r>
              <a:rPr lang="en-CA" sz="1900" b="1" dirty="0"/>
              <a:t>Amir H. Razavi</a:t>
            </a:r>
          </a:p>
        </p:txBody>
      </p:sp>
      <p:pic>
        <p:nvPicPr>
          <p:cNvPr id="5" name="Picture 4" descr="Close-up of hopscotch on a sidewalk">
            <a:extLst>
              <a:ext uri="{FF2B5EF4-FFF2-40B4-BE49-F238E27FC236}">
                <a16:creationId xmlns:a16="http://schemas.microsoft.com/office/drawing/2014/main" id="{8AF264BD-D168-BF91-EE8B-F98E052D9982}"/>
              </a:ext>
            </a:extLst>
          </p:cNvPr>
          <p:cNvPicPr>
            <a:picLocks noChangeAspect="1"/>
          </p:cNvPicPr>
          <p:nvPr/>
        </p:nvPicPr>
        <p:blipFill>
          <a:blip r:embed="rId2"/>
          <a:srcRect l="35936" r="34500" b="-1"/>
          <a:stretch/>
        </p:blipFill>
        <p:spPr>
          <a:xfrm>
            <a:off x="20" y="10"/>
            <a:ext cx="3037334" cy="6857990"/>
          </a:xfrm>
          <a:custGeom>
            <a:avLst/>
            <a:gdLst/>
            <a:ahLst/>
            <a:cxnLst/>
            <a:rect l="l" t="t" r="r" b="b"/>
            <a:pathLst>
              <a:path w="4049806" h="6858000">
                <a:moveTo>
                  <a:pt x="0" y="0"/>
                </a:moveTo>
                <a:lnTo>
                  <a:pt x="4018525" y="0"/>
                </a:lnTo>
                <a:lnTo>
                  <a:pt x="4019816" y="10931"/>
                </a:lnTo>
                <a:cubicBezTo>
                  <a:pt x="4034945" y="94836"/>
                  <a:pt x="4032275" y="179884"/>
                  <a:pt x="4036343" y="264297"/>
                </a:cubicBezTo>
                <a:cubicBezTo>
                  <a:pt x="4041301" y="367652"/>
                  <a:pt x="4035072" y="471135"/>
                  <a:pt x="4032911" y="574617"/>
                </a:cubicBezTo>
                <a:cubicBezTo>
                  <a:pt x="4031004" y="662717"/>
                  <a:pt x="4022232" y="750690"/>
                  <a:pt x="4025029" y="838916"/>
                </a:cubicBezTo>
                <a:cubicBezTo>
                  <a:pt x="4025029" y="841968"/>
                  <a:pt x="4025029" y="845019"/>
                  <a:pt x="4025029" y="848070"/>
                </a:cubicBezTo>
                <a:cubicBezTo>
                  <a:pt x="4017020" y="945068"/>
                  <a:pt x="4017020" y="1042576"/>
                  <a:pt x="4025029" y="1139574"/>
                </a:cubicBezTo>
                <a:cubicBezTo>
                  <a:pt x="4027609" y="1179950"/>
                  <a:pt x="4026885" y="1220466"/>
                  <a:pt x="4022868" y="1260728"/>
                </a:cubicBezTo>
                <a:cubicBezTo>
                  <a:pt x="4019054" y="1311960"/>
                  <a:pt x="4006849" y="1364083"/>
                  <a:pt x="4015621" y="1414934"/>
                </a:cubicBezTo>
                <a:cubicBezTo>
                  <a:pt x="4021367" y="1456784"/>
                  <a:pt x="4024558" y="1498940"/>
                  <a:pt x="4025156" y="1541172"/>
                </a:cubicBezTo>
                <a:cubicBezTo>
                  <a:pt x="4029478" y="1635755"/>
                  <a:pt x="4025283" y="1730847"/>
                  <a:pt x="4023757" y="1825685"/>
                </a:cubicBezTo>
                <a:cubicBezTo>
                  <a:pt x="4021850" y="1936286"/>
                  <a:pt x="4024647" y="2046634"/>
                  <a:pt x="4015748" y="2157235"/>
                </a:cubicBezTo>
                <a:cubicBezTo>
                  <a:pt x="4010790" y="2246581"/>
                  <a:pt x="4010790" y="2336130"/>
                  <a:pt x="4015748" y="2425476"/>
                </a:cubicBezTo>
                <a:cubicBezTo>
                  <a:pt x="4018164" y="2507473"/>
                  <a:pt x="4030495" y="2588454"/>
                  <a:pt x="4028461" y="2671214"/>
                </a:cubicBezTo>
                <a:cubicBezTo>
                  <a:pt x="4026046" y="2767832"/>
                  <a:pt x="4014604" y="2863940"/>
                  <a:pt x="4018164" y="2960685"/>
                </a:cubicBezTo>
                <a:cubicBezTo>
                  <a:pt x="4019816" y="3006832"/>
                  <a:pt x="4019944" y="3052980"/>
                  <a:pt x="4020961" y="3099127"/>
                </a:cubicBezTo>
                <a:cubicBezTo>
                  <a:pt x="4021978" y="3154682"/>
                  <a:pt x="4032021" y="3210110"/>
                  <a:pt x="4026427" y="3265665"/>
                </a:cubicBezTo>
                <a:cubicBezTo>
                  <a:pt x="4017147" y="3358087"/>
                  <a:pt x="3993120" y="3448857"/>
                  <a:pt x="4008121" y="3543567"/>
                </a:cubicBezTo>
                <a:cubicBezTo>
                  <a:pt x="4016384" y="3595690"/>
                  <a:pt x="4025791" y="3647940"/>
                  <a:pt x="4030495" y="3700571"/>
                </a:cubicBezTo>
                <a:cubicBezTo>
                  <a:pt x="4034690" y="3747608"/>
                  <a:pt x="4045369" y="3795408"/>
                  <a:pt x="4037233" y="3842191"/>
                </a:cubicBezTo>
                <a:cubicBezTo>
                  <a:pt x="4030368" y="3882237"/>
                  <a:pt x="4034055" y="3922282"/>
                  <a:pt x="4028715" y="3962327"/>
                </a:cubicBezTo>
                <a:cubicBezTo>
                  <a:pt x="4021723" y="4014831"/>
                  <a:pt x="4017910" y="4068352"/>
                  <a:pt x="4012697" y="4121111"/>
                </a:cubicBezTo>
                <a:cubicBezTo>
                  <a:pt x="4007866" y="4169038"/>
                  <a:pt x="4004307" y="4216838"/>
                  <a:pt x="4017020" y="4261841"/>
                </a:cubicBezTo>
                <a:cubicBezTo>
                  <a:pt x="4048039" y="4375112"/>
                  <a:pt x="4031004" y="4487748"/>
                  <a:pt x="4019308" y="4600257"/>
                </a:cubicBezTo>
                <a:cubicBezTo>
                  <a:pt x="4013587" y="4655049"/>
                  <a:pt x="4005197" y="4712765"/>
                  <a:pt x="4017910" y="4762853"/>
                </a:cubicBezTo>
                <a:cubicBezTo>
                  <a:pt x="4041428" y="4851716"/>
                  <a:pt x="4022995" y="4936764"/>
                  <a:pt x="4012824" y="5021432"/>
                </a:cubicBezTo>
                <a:cubicBezTo>
                  <a:pt x="4002654" y="5106099"/>
                  <a:pt x="4000239" y="5189495"/>
                  <a:pt x="4018037" y="5272637"/>
                </a:cubicBezTo>
                <a:cubicBezTo>
                  <a:pt x="4030495" y="5331116"/>
                  <a:pt x="4030495" y="5390612"/>
                  <a:pt x="4032021" y="5449600"/>
                </a:cubicBezTo>
                <a:cubicBezTo>
                  <a:pt x="4032911" y="5486339"/>
                  <a:pt x="4019308" y="5523842"/>
                  <a:pt x="4010282" y="5560582"/>
                </a:cubicBezTo>
                <a:cubicBezTo>
                  <a:pt x="3994009" y="5626943"/>
                  <a:pt x="3988162" y="5694321"/>
                  <a:pt x="4010282" y="5759029"/>
                </a:cubicBezTo>
                <a:cubicBezTo>
                  <a:pt x="4040793" y="5848655"/>
                  <a:pt x="4058336" y="5938407"/>
                  <a:pt x="4045623" y="6033117"/>
                </a:cubicBezTo>
                <a:cubicBezTo>
                  <a:pt x="4038377" y="6091724"/>
                  <a:pt x="4036597" y="6151347"/>
                  <a:pt x="4025664" y="6209190"/>
                </a:cubicBezTo>
                <a:cubicBezTo>
                  <a:pt x="4007358" y="6304790"/>
                  <a:pt x="4013841" y="6399882"/>
                  <a:pt x="4028461" y="6494211"/>
                </a:cubicBezTo>
                <a:cubicBezTo>
                  <a:pt x="4038542" y="6573081"/>
                  <a:pt x="4039610" y="6652829"/>
                  <a:pt x="4031639" y="6731941"/>
                </a:cubicBezTo>
                <a:lnTo>
                  <a:pt x="4022913" y="6858000"/>
                </a:lnTo>
                <a:lnTo>
                  <a:pt x="0" y="6858000"/>
                </a:lnTo>
                <a:close/>
              </a:path>
            </a:pathLst>
          </a:custGeom>
        </p:spPr>
      </p:pic>
      <p:sp>
        <p:nvSpPr>
          <p:cNvPr id="11" name="sketchy line">
            <a:extLst>
              <a:ext uri="{FF2B5EF4-FFF2-40B4-BE49-F238E27FC236}">
                <a16:creationId xmlns:a16="http://schemas.microsoft.com/office/drawing/2014/main" id="{82580482-BA80-420A-8A05-C58E97F2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4409267"/>
            <a:ext cx="3182112" cy="18288"/>
          </a:xfrm>
          <a:custGeom>
            <a:avLst/>
            <a:gdLst>
              <a:gd name="connsiteX0" fmla="*/ 0 w 3182112"/>
              <a:gd name="connsiteY0" fmla="*/ 0 h 18288"/>
              <a:gd name="connsiteX1" fmla="*/ 636422 w 3182112"/>
              <a:gd name="connsiteY1" fmla="*/ 0 h 18288"/>
              <a:gd name="connsiteX2" fmla="*/ 1241024 w 3182112"/>
              <a:gd name="connsiteY2" fmla="*/ 0 h 18288"/>
              <a:gd name="connsiteX3" fmla="*/ 1845625 w 3182112"/>
              <a:gd name="connsiteY3" fmla="*/ 0 h 18288"/>
              <a:gd name="connsiteX4" fmla="*/ 2545690 w 3182112"/>
              <a:gd name="connsiteY4" fmla="*/ 0 h 18288"/>
              <a:gd name="connsiteX5" fmla="*/ 3182112 w 3182112"/>
              <a:gd name="connsiteY5" fmla="*/ 0 h 18288"/>
              <a:gd name="connsiteX6" fmla="*/ 3182112 w 3182112"/>
              <a:gd name="connsiteY6" fmla="*/ 18288 h 18288"/>
              <a:gd name="connsiteX7" fmla="*/ 2545690 w 3182112"/>
              <a:gd name="connsiteY7" fmla="*/ 18288 h 18288"/>
              <a:gd name="connsiteX8" fmla="*/ 2004731 w 3182112"/>
              <a:gd name="connsiteY8" fmla="*/ 18288 h 18288"/>
              <a:gd name="connsiteX9" fmla="*/ 1400129 w 3182112"/>
              <a:gd name="connsiteY9" fmla="*/ 18288 h 18288"/>
              <a:gd name="connsiteX10" fmla="*/ 795528 w 3182112"/>
              <a:gd name="connsiteY10" fmla="*/ 18288 h 18288"/>
              <a:gd name="connsiteX11" fmla="*/ 0 w 3182112"/>
              <a:gd name="connsiteY11" fmla="*/ 18288 h 18288"/>
              <a:gd name="connsiteX12" fmla="*/ 0 w 318211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112" h="18288" fill="none" extrusionOk="0">
                <a:moveTo>
                  <a:pt x="0" y="0"/>
                </a:moveTo>
                <a:cubicBezTo>
                  <a:pt x="149227" y="9811"/>
                  <a:pt x="361579" y="-25608"/>
                  <a:pt x="636422" y="0"/>
                </a:cubicBezTo>
                <a:cubicBezTo>
                  <a:pt x="911265" y="25608"/>
                  <a:pt x="969922" y="-15588"/>
                  <a:pt x="1241024" y="0"/>
                </a:cubicBezTo>
                <a:cubicBezTo>
                  <a:pt x="1512126" y="15588"/>
                  <a:pt x="1611937" y="-6343"/>
                  <a:pt x="1845625" y="0"/>
                </a:cubicBezTo>
                <a:cubicBezTo>
                  <a:pt x="2079313" y="6343"/>
                  <a:pt x="2390997" y="18445"/>
                  <a:pt x="2545690" y="0"/>
                </a:cubicBezTo>
                <a:cubicBezTo>
                  <a:pt x="2700383" y="-18445"/>
                  <a:pt x="2898553" y="-25854"/>
                  <a:pt x="3182112" y="0"/>
                </a:cubicBezTo>
                <a:cubicBezTo>
                  <a:pt x="3181678" y="7551"/>
                  <a:pt x="3181645" y="9822"/>
                  <a:pt x="3182112" y="18288"/>
                </a:cubicBezTo>
                <a:cubicBezTo>
                  <a:pt x="2882016" y="32512"/>
                  <a:pt x="2839678" y="15853"/>
                  <a:pt x="2545690" y="18288"/>
                </a:cubicBezTo>
                <a:cubicBezTo>
                  <a:pt x="2251702" y="20723"/>
                  <a:pt x="2152589" y="14997"/>
                  <a:pt x="2004731" y="18288"/>
                </a:cubicBezTo>
                <a:cubicBezTo>
                  <a:pt x="1856873" y="21579"/>
                  <a:pt x="1653555" y="5080"/>
                  <a:pt x="1400129" y="18288"/>
                </a:cubicBezTo>
                <a:cubicBezTo>
                  <a:pt x="1146703" y="31496"/>
                  <a:pt x="1067656" y="18189"/>
                  <a:pt x="795528" y="18288"/>
                </a:cubicBezTo>
                <a:cubicBezTo>
                  <a:pt x="523400" y="18387"/>
                  <a:pt x="318441" y="1018"/>
                  <a:pt x="0" y="18288"/>
                </a:cubicBezTo>
                <a:cubicBezTo>
                  <a:pt x="60" y="11696"/>
                  <a:pt x="66" y="3758"/>
                  <a:pt x="0" y="0"/>
                </a:cubicBezTo>
                <a:close/>
              </a:path>
              <a:path w="3182112" h="18288" stroke="0" extrusionOk="0">
                <a:moveTo>
                  <a:pt x="0" y="0"/>
                </a:moveTo>
                <a:cubicBezTo>
                  <a:pt x="215562" y="1260"/>
                  <a:pt x="336090" y="6473"/>
                  <a:pt x="572780" y="0"/>
                </a:cubicBezTo>
                <a:cubicBezTo>
                  <a:pt x="809470" y="-6473"/>
                  <a:pt x="1080729" y="-23038"/>
                  <a:pt x="1272845" y="0"/>
                </a:cubicBezTo>
                <a:cubicBezTo>
                  <a:pt x="1464961" y="23038"/>
                  <a:pt x="1699922" y="1589"/>
                  <a:pt x="1813804" y="0"/>
                </a:cubicBezTo>
                <a:cubicBezTo>
                  <a:pt x="1927686" y="-1589"/>
                  <a:pt x="2116547" y="7184"/>
                  <a:pt x="2354763" y="0"/>
                </a:cubicBezTo>
                <a:cubicBezTo>
                  <a:pt x="2592979" y="-7184"/>
                  <a:pt x="2863919" y="3952"/>
                  <a:pt x="3182112" y="0"/>
                </a:cubicBezTo>
                <a:cubicBezTo>
                  <a:pt x="3182030" y="4406"/>
                  <a:pt x="3182023" y="9982"/>
                  <a:pt x="3182112" y="18288"/>
                </a:cubicBezTo>
                <a:cubicBezTo>
                  <a:pt x="2938288" y="16038"/>
                  <a:pt x="2724925" y="29080"/>
                  <a:pt x="2577511" y="18288"/>
                </a:cubicBezTo>
                <a:cubicBezTo>
                  <a:pt x="2430097" y="7496"/>
                  <a:pt x="2119926" y="47706"/>
                  <a:pt x="1972909" y="18288"/>
                </a:cubicBezTo>
                <a:cubicBezTo>
                  <a:pt x="1825892" y="-11130"/>
                  <a:pt x="1597470" y="43818"/>
                  <a:pt x="1368308" y="18288"/>
                </a:cubicBezTo>
                <a:cubicBezTo>
                  <a:pt x="1139146" y="-7242"/>
                  <a:pt x="981628" y="18679"/>
                  <a:pt x="668244" y="18288"/>
                </a:cubicBezTo>
                <a:cubicBezTo>
                  <a:pt x="354860" y="17897"/>
                  <a:pt x="259749" y="211"/>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829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050B71-0730-02D0-6A8F-8D345E6ED920}"/>
              </a:ext>
            </a:extLst>
          </p:cNvPr>
          <p:cNvSpPr>
            <a:spLocks noGrp="1"/>
          </p:cNvSpPr>
          <p:nvPr>
            <p:ph type="title"/>
          </p:nvPr>
        </p:nvSpPr>
        <p:spPr>
          <a:xfrm>
            <a:off x="439858" y="1683756"/>
            <a:ext cx="2336449" cy="2396359"/>
          </a:xfrm>
        </p:spPr>
        <p:txBody>
          <a:bodyPr anchor="b">
            <a:normAutofit/>
          </a:bodyPr>
          <a:lstStyle/>
          <a:p>
            <a:pPr algn="r"/>
            <a:r>
              <a:rPr lang="en-GB" sz="3500">
                <a:solidFill>
                  <a:srgbClr val="FFFFFF"/>
                </a:solidFill>
              </a:rPr>
              <a:t>Types of Threats in Secure Systems</a:t>
            </a:r>
            <a:endParaRPr lang="en-CA" sz="3500">
              <a:solidFill>
                <a:srgbClr val="FFFFFF"/>
              </a:solidFill>
            </a:endParaRPr>
          </a:p>
        </p:txBody>
      </p:sp>
      <p:sp>
        <p:nvSpPr>
          <p:cNvPr id="4" name="Slide Number Placeholder 3">
            <a:extLst>
              <a:ext uri="{FF2B5EF4-FFF2-40B4-BE49-F238E27FC236}">
                <a16:creationId xmlns:a16="http://schemas.microsoft.com/office/drawing/2014/main" id="{569ACDAF-0C8C-98EB-A1E3-D4D5541E1D9A}"/>
              </a:ext>
            </a:extLst>
          </p:cNvPr>
          <p:cNvSpPr>
            <a:spLocks noGrp="1"/>
          </p:cNvSpPr>
          <p:nvPr>
            <p:ph type="sldNum" sz="quarter" idx="12"/>
          </p:nvPr>
        </p:nvSpPr>
        <p:spPr>
          <a:xfrm>
            <a:off x="8778240" y="6455664"/>
            <a:ext cx="336042" cy="365125"/>
          </a:xfrm>
        </p:spPr>
        <p:txBody>
          <a:bodyPr>
            <a:normAutofit/>
          </a:bodyPr>
          <a:lstStyle/>
          <a:p>
            <a:pPr>
              <a:spcAft>
                <a:spcPts val="600"/>
              </a:spcAft>
            </a:pPr>
            <a:fld id="{3AAB7785-396F-4915-8DFC-F7434CCA128E}" type="slidenum">
              <a:rPr lang="en-CA" sz="1000">
                <a:solidFill>
                  <a:schemeClr val="tx1">
                    <a:lumMod val="50000"/>
                    <a:lumOff val="50000"/>
                  </a:schemeClr>
                </a:solidFill>
              </a:rPr>
              <a:pPr>
                <a:spcAft>
                  <a:spcPts val="600"/>
                </a:spcAft>
              </a:pPr>
              <a:t>21</a:t>
            </a:fld>
            <a:endParaRPr lang="en-CA" sz="10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91A302D2-9163-B88D-4234-4E8183BB177A}"/>
              </a:ext>
            </a:extLst>
          </p:cNvPr>
          <p:cNvGraphicFramePr>
            <a:graphicFrameLocks noGrp="1"/>
          </p:cNvGraphicFramePr>
          <p:nvPr>
            <p:ph idx="1"/>
            <p:extLst>
              <p:ext uri="{D42A27DB-BD31-4B8C-83A1-F6EECF244321}">
                <p14:modId xmlns:p14="http://schemas.microsoft.com/office/powerpoint/2010/main" val="3355602584"/>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6418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050B71-0730-02D0-6A8F-8D345E6ED920}"/>
              </a:ext>
            </a:extLst>
          </p:cNvPr>
          <p:cNvSpPr>
            <a:spLocks noGrp="1"/>
          </p:cNvSpPr>
          <p:nvPr>
            <p:ph type="title"/>
          </p:nvPr>
        </p:nvSpPr>
        <p:spPr>
          <a:xfrm>
            <a:off x="439858" y="1683756"/>
            <a:ext cx="2336449" cy="2396359"/>
          </a:xfrm>
        </p:spPr>
        <p:txBody>
          <a:bodyPr anchor="b">
            <a:normAutofit/>
          </a:bodyPr>
          <a:lstStyle/>
          <a:p>
            <a:pPr algn="r"/>
            <a:r>
              <a:rPr lang="en-GB" sz="3200">
                <a:solidFill>
                  <a:srgbClr val="FFFFFF"/>
                </a:solidFill>
              </a:rPr>
              <a:t>Types of Threats in Secure Systems- Count.</a:t>
            </a:r>
            <a:endParaRPr lang="en-CA" sz="3200">
              <a:solidFill>
                <a:srgbClr val="FFFFFF"/>
              </a:solidFill>
            </a:endParaRPr>
          </a:p>
        </p:txBody>
      </p:sp>
      <p:sp>
        <p:nvSpPr>
          <p:cNvPr id="4" name="Slide Number Placeholder 3">
            <a:extLst>
              <a:ext uri="{FF2B5EF4-FFF2-40B4-BE49-F238E27FC236}">
                <a16:creationId xmlns:a16="http://schemas.microsoft.com/office/drawing/2014/main" id="{569ACDAF-0C8C-98EB-A1E3-D4D5541E1D9A}"/>
              </a:ext>
            </a:extLst>
          </p:cNvPr>
          <p:cNvSpPr>
            <a:spLocks noGrp="1"/>
          </p:cNvSpPr>
          <p:nvPr>
            <p:ph type="sldNum" sz="quarter" idx="12"/>
          </p:nvPr>
        </p:nvSpPr>
        <p:spPr>
          <a:xfrm>
            <a:off x="8778240" y="6455664"/>
            <a:ext cx="336042" cy="365125"/>
          </a:xfrm>
        </p:spPr>
        <p:txBody>
          <a:bodyPr>
            <a:normAutofit/>
          </a:bodyPr>
          <a:lstStyle/>
          <a:p>
            <a:pPr>
              <a:spcAft>
                <a:spcPts val="600"/>
              </a:spcAft>
            </a:pPr>
            <a:fld id="{3AAB7785-396F-4915-8DFC-F7434CCA128E}" type="slidenum">
              <a:rPr lang="en-CA" sz="1000">
                <a:solidFill>
                  <a:schemeClr val="tx1">
                    <a:lumMod val="50000"/>
                    <a:lumOff val="50000"/>
                  </a:schemeClr>
                </a:solidFill>
              </a:rPr>
              <a:pPr>
                <a:spcAft>
                  <a:spcPts val="600"/>
                </a:spcAft>
              </a:pPr>
              <a:t>22</a:t>
            </a:fld>
            <a:endParaRPr lang="en-CA" sz="10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66011FFA-1252-9DE0-9630-C9ECD75CFED8}"/>
              </a:ext>
            </a:extLst>
          </p:cNvPr>
          <p:cNvGraphicFramePr>
            <a:graphicFrameLocks noGrp="1"/>
          </p:cNvGraphicFramePr>
          <p:nvPr>
            <p:ph idx="1"/>
            <p:extLst>
              <p:ext uri="{D42A27DB-BD31-4B8C-83A1-F6EECF244321}">
                <p14:modId xmlns:p14="http://schemas.microsoft.com/office/powerpoint/2010/main" val="185768041"/>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3703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0D2EA33-5F16-5C20-EF87-FE6EE5ACDF73}"/>
              </a:ext>
            </a:extLst>
          </p:cNvPr>
          <p:cNvPicPr>
            <a:picLocks noChangeAspect="1"/>
          </p:cNvPicPr>
          <p:nvPr/>
        </p:nvPicPr>
        <p:blipFill>
          <a:blip r:embed="rId3">
            <a:duotone>
              <a:schemeClr val="bg2">
                <a:shade val="45000"/>
                <a:satMod val="135000"/>
              </a:schemeClr>
              <a:prstClr val="white"/>
            </a:duotone>
          </a:blip>
          <a:srcRect t="2280"/>
          <a:stretch/>
        </p:blipFill>
        <p:spPr>
          <a:xfrm>
            <a:off x="20" y="10"/>
            <a:ext cx="9143980" cy="6857990"/>
          </a:xfrm>
          <a:prstGeom prst="rect">
            <a:avLst/>
          </a:prstGeom>
        </p:spPr>
      </p:pic>
      <p:sp>
        <p:nvSpPr>
          <p:cNvPr id="20" name="Rectangle 1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79751C-D4DB-4F62-C97A-4A4EFC58DF05}"/>
              </a:ext>
            </a:extLst>
          </p:cNvPr>
          <p:cNvSpPr>
            <a:spLocks noGrp="1"/>
          </p:cNvSpPr>
          <p:nvPr>
            <p:ph type="title"/>
          </p:nvPr>
        </p:nvSpPr>
        <p:spPr>
          <a:xfrm>
            <a:off x="628650" y="365125"/>
            <a:ext cx="7886700" cy="1325563"/>
          </a:xfrm>
        </p:spPr>
        <p:txBody>
          <a:bodyPr>
            <a:normAutofit/>
          </a:bodyPr>
          <a:lstStyle/>
          <a:p>
            <a:r>
              <a:rPr lang="en-GB" dirty="0"/>
              <a:t>Threat Modelling: A Systematic Approach to Security</a:t>
            </a:r>
            <a:endParaRPr lang="en-CA" dirty="0"/>
          </a:p>
        </p:txBody>
      </p:sp>
      <p:sp>
        <p:nvSpPr>
          <p:cNvPr id="4" name="Slide Number Placeholder 3">
            <a:extLst>
              <a:ext uri="{FF2B5EF4-FFF2-40B4-BE49-F238E27FC236}">
                <a16:creationId xmlns:a16="http://schemas.microsoft.com/office/drawing/2014/main" id="{79209111-547D-3BE7-57EA-EB8AA6A2D309}"/>
              </a:ext>
            </a:extLst>
          </p:cNvPr>
          <p:cNvSpPr>
            <a:spLocks noGrp="1"/>
          </p:cNvSpPr>
          <p:nvPr>
            <p:ph type="sldNum" sz="quarter" idx="12"/>
          </p:nvPr>
        </p:nvSpPr>
        <p:spPr>
          <a:xfrm>
            <a:off x="6457950" y="6356350"/>
            <a:ext cx="2057400" cy="365125"/>
          </a:xfrm>
        </p:spPr>
        <p:txBody>
          <a:bodyPr>
            <a:normAutofit/>
          </a:bodyPr>
          <a:lstStyle/>
          <a:p>
            <a:pPr>
              <a:spcAft>
                <a:spcPts val="600"/>
              </a:spcAft>
            </a:pPr>
            <a:fld id="{3AAB7785-396F-4915-8DFC-F7434CCA128E}" type="slidenum">
              <a:rPr lang="en-CA" smtClean="0"/>
              <a:pPr>
                <a:spcAft>
                  <a:spcPts val="600"/>
                </a:spcAft>
              </a:pPr>
              <a:t>23</a:t>
            </a:fld>
            <a:endParaRPr lang="en-CA"/>
          </a:p>
        </p:txBody>
      </p:sp>
      <p:graphicFrame>
        <p:nvGraphicFramePr>
          <p:cNvPr id="10" name="Content Placeholder 2">
            <a:extLst>
              <a:ext uri="{FF2B5EF4-FFF2-40B4-BE49-F238E27FC236}">
                <a16:creationId xmlns:a16="http://schemas.microsoft.com/office/drawing/2014/main" id="{235C77AA-783A-E3BD-890B-46954517BCB4}"/>
              </a:ext>
            </a:extLst>
          </p:cNvPr>
          <p:cNvGraphicFramePr>
            <a:graphicFrameLocks noGrp="1"/>
          </p:cNvGraphicFramePr>
          <p:nvPr>
            <p:ph idx="1"/>
            <p:extLst>
              <p:ext uri="{D42A27DB-BD31-4B8C-83A1-F6EECF244321}">
                <p14:modId xmlns:p14="http://schemas.microsoft.com/office/powerpoint/2010/main" val="30675238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10723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274019-C295-6419-70E8-0540CAF9E7C7}"/>
              </a:ext>
            </a:extLst>
          </p:cNvPr>
          <p:cNvSpPr>
            <a:spLocks noGrp="1"/>
          </p:cNvSpPr>
          <p:nvPr>
            <p:ph type="title"/>
          </p:nvPr>
        </p:nvSpPr>
        <p:spPr>
          <a:xfrm>
            <a:off x="350041" y="586855"/>
            <a:ext cx="2401025" cy="3387497"/>
          </a:xfrm>
        </p:spPr>
        <p:txBody>
          <a:bodyPr anchor="b">
            <a:normAutofit/>
          </a:bodyPr>
          <a:lstStyle/>
          <a:p>
            <a:pPr algn="r"/>
            <a:r>
              <a:rPr lang="en-CA" sz="3500">
                <a:solidFill>
                  <a:srgbClr val="FFFFFF"/>
                </a:solidFill>
              </a:rPr>
              <a:t>Threat Modeling in Practice</a:t>
            </a:r>
          </a:p>
        </p:txBody>
      </p:sp>
      <p:sp>
        <p:nvSpPr>
          <p:cNvPr id="3" name="Content Placeholder 2">
            <a:extLst>
              <a:ext uri="{FF2B5EF4-FFF2-40B4-BE49-F238E27FC236}">
                <a16:creationId xmlns:a16="http://schemas.microsoft.com/office/drawing/2014/main" id="{46A16DDD-5283-6EED-6933-6A5D49AA7314}"/>
              </a:ext>
            </a:extLst>
          </p:cNvPr>
          <p:cNvSpPr>
            <a:spLocks noGrp="1"/>
          </p:cNvSpPr>
          <p:nvPr>
            <p:ph idx="1"/>
          </p:nvPr>
        </p:nvSpPr>
        <p:spPr>
          <a:xfrm>
            <a:off x="3607694" y="649480"/>
            <a:ext cx="4916510" cy="5546047"/>
          </a:xfrm>
        </p:spPr>
        <p:txBody>
          <a:bodyPr anchor="ctr">
            <a:normAutofit/>
          </a:bodyPr>
          <a:lstStyle/>
          <a:p>
            <a:pPr>
              <a:buFont typeface="Arial" panose="020B0604020202020204" pitchFamily="34" charset="0"/>
              <a:buChar char="•"/>
            </a:pPr>
            <a:r>
              <a:rPr lang="en-CA" sz="1700" dirty="0"/>
              <a:t>Assets: Customer data, payment information, website functionality</a:t>
            </a:r>
          </a:p>
          <a:p>
            <a:pPr>
              <a:buFont typeface="Arial" panose="020B0604020202020204" pitchFamily="34" charset="0"/>
              <a:buChar char="•"/>
            </a:pPr>
            <a:r>
              <a:rPr lang="en-CA" sz="1700" dirty="0"/>
              <a:t>Threats: Phishing, SQL injection, DDoS attacks</a:t>
            </a:r>
          </a:p>
          <a:p>
            <a:pPr>
              <a:buFont typeface="Arial" panose="020B0604020202020204" pitchFamily="34" charset="0"/>
              <a:buChar char="•"/>
            </a:pPr>
            <a:r>
              <a:rPr lang="en-CA" sz="1700" dirty="0"/>
              <a:t>Vulnerabilities: Weak passwords, unpatched software</a:t>
            </a:r>
          </a:p>
          <a:p>
            <a:pPr>
              <a:buFont typeface="Arial" panose="020B0604020202020204" pitchFamily="34" charset="0"/>
              <a:buChar char="•"/>
            </a:pPr>
            <a:r>
              <a:rPr lang="en-CA" sz="1700" dirty="0"/>
              <a:t>Mitigation Strategies: Input validation, encryption, firewalls</a:t>
            </a:r>
          </a:p>
          <a:p>
            <a:pPr marL="0" indent="0">
              <a:buNone/>
            </a:pPr>
            <a:r>
              <a:rPr lang="en-GB" sz="1700" b="1" dirty="0"/>
              <a:t>Benefits of Threat Modelling</a:t>
            </a:r>
          </a:p>
          <a:p>
            <a:pPr>
              <a:buFont typeface="Arial" panose="020B0604020202020204" pitchFamily="34" charset="0"/>
              <a:buChar char="•"/>
            </a:pPr>
            <a:r>
              <a:rPr lang="en-GB" sz="1700" b="1" dirty="0"/>
              <a:t>Proactive Risk Management:</a:t>
            </a:r>
            <a:r>
              <a:rPr lang="en-GB" sz="1700" dirty="0"/>
              <a:t> Identify threats before they can be exploited.</a:t>
            </a:r>
          </a:p>
          <a:p>
            <a:pPr>
              <a:buFont typeface="Arial" panose="020B0604020202020204" pitchFamily="34" charset="0"/>
              <a:buChar char="•"/>
            </a:pPr>
            <a:r>
              <a:rPr lang="en-GB" sz="1700" b="1" dirty="0"/>
              <a:t>Improved Security Posture:</a:t>
            </a:r>
            <a:r>
              <a:rPr lang="en-GB" sz="1700" dirty="0"/>
              <a:t> Develop targeted security measures.</a:t>
            </a:r>
          </a:p>
          <a:p>
            <a:pPr>
              <a:buFont typeface="Arial" panose="020B0604020202020204" pitchFamily="34" charset="0"/>
              <a:buChar char="•"/>
            </a:pPr>
            <a:r>
              <a:rPr lang="en-GB" sz="1700" b="1" dirty="0"/>
              <a:t>Compliance:</a:t>
            </a:r>
            <a:r>
              <a:rPr lang="en-GB" sz="1700" dirty="0"/>
              <a:t> Demonstrate adherence to security standards.</a:t>
            </a:r>
          </a:p>
          <a:p>
            <a:pPr>
              <a:buFont typeface="Arial" panose="020B0604020202020204" pitchFamily="34" charset="0"/>
              <a:buChar char="•"/>
            </a:pPr>
            <a:r>
              <a:rPr lang="en-GB" sz="1700" b="1" dirty="0"/>
              <a:t>Enhanced Decision-Making:</a:t>
            </a:r>
            <a:r>
              <a:rPr lang="en-GB" sz="1700" dirty="0"/>
              <a:t> Support informed security investments.</a:t>
            </a:r>
          </a:p>
          <a:p>
            <a:endParaRPr lang="en-CA" sz="1700" dirty="0"/>
          </a:p>
        </p:txBody>
      </p:sp>
      <p:sp>
        <p:nvSpPr>
          <p:cNvPr id="4" name="Slide Number Placeholder 3">
            <a:extLst>
              <a:ext uri="{FF2B5EF4-FFF2-40B4-BE49-F238E27FC236}">
                <a16:creationId xmlns:a16="http://schemas.microsoft.com/office/drawing/2014/main" id="{08A0B5B8-3E58-6755-6651-318D99BA9BF3}"/>
              </a:ext>
            </a:extLst>
          </p:cNvPr>
          <p:cNvSpPr>
            <a:spLocks noGrp="1"/>
          </p:cNvSpPr>
          <p:nvPr>
            <p:ph type="sldNum" sz="quarter" idx="12"/>
          </p:nvPr>
        </p:nvSpPr>
        <p:spPr>
          <a:xfrm>
            <a:off x="8778240" y="6455664"/>
            <a:ext cx="336042" cy="365125"/>
          </a:xfrm>
        </p:spPr>
        <p:txBody>
          <a:bodyPr>
            <a:normAutofit/>
          </a:bodyPr>
          <a:lstStyle/>
          <a:p>
            <a:pPr>
              <a:spcAft>
                <a:spcPts val="600"/>
              </a:spcAft>
            </a:pPr>
            <a:fld id="{3AAB7785-396F-4915-8DFC-F7434CCA128E}" type="slidenum">
              <a:rPr lang="en-CA" sz="1000">
                <a:solidFill>
                  <a:schemeClr val="tx1">
                    <a:lumMod val="50000"/>
                    <a:lumOff val="50000"/>
                  </a:schemeClr>
                </a:solidFill>
              </a:rPr>
              <a:pPr>
                <a:spcAft>
                  <a:spcPts val="600"/>
                </a:spcAft>
              </a:pPr>
              <a:t>24</a:t>
            </a:fld>
            <a:endParaRPr lang="en-CA" sz="1000">
              <a:solidFill>
                <a:schemeClr val="tx1">
                  <a:lumMod val="50000"/>
                  <a:lumOff val="50000"/>
                </a:schemeClr>
              </a:solidFill>
            </a:endParaRPr>
          </a:p>
        </p:txBody>
      </p:sp>
    </p:spTree>
    <p:extLst>
      <p:ext uri="{BB962C8B-B14F-4D97-AF65-F5344CB8AC3E}">
        <p14:creationId xmlns:p14="http://schemas.microsoft.com/office/powerpoint/2010/main" val="3929627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ED6AA9-3BB4-0F86-15D9-5FD8319743BC}"/>
              </a:ext>
            </a:extLst>
          </p:cNvPr>
          <p:cNvSpPr>
            <a:spLocks noGrp="1"/>
          </p:cNvSpPr>
          <p:nvPr>
            <p:ph type="title"/>
          </p:nvPr>
        </p:nvSpPr>
        <p:spPr>
          <a:xfrm>
            <a:off x="350041" y="586855"/>
            <a:ext cx="2401025" cy="3387497"/>
          </a:xfrm>
        </p:spPr>
        <p:txBody>
          <a:bodyPr anchor="b">
            <a:normAutofit/>
          </a:bodyPr>
          <a:lstStyle/>
          <a:p>
            <a:pPr algn="r"/>
            <a:r>
              <a:rPr lang="en-CA" sz="3500">
                <a:solidFill>
                  <a:srgbClr val="FFFFFF"/>
                </a:solidFill>
              </a:rPr>
              <a:t>Threat Modeling Techniques</a:t>
            </a:r>
          </a:p>
        </p:txBody>
      </p:sp>
      <p:sp>
        <p:nvSpPr>
          <p:cNvPr id="3" name="Content Placeholder 2">
            <a:extLst>
              <a:ext uri="{FF2B5EF4-FFF2-40B4-BE49-F238E27FC236}">
                <a16:creationId xmlns:a16="http://schemas.microsoft.com/office/drawing/2014/main" id="{06CE88DE-8365-ECFA-341D-37785FBE98D0}"/>
              </a:ext>
            </a:extLst>
          </p:cNvPr>
          <p:cNvSpPr>
            <a:spLocks noGrp="1"/>
          </p:cNvSpPr>
          <p:nvPr>
            <p:ph idx="1"/>
          </p:nvPr>
        </p:nvSpPr>
        <p:spPr>
          <a:xfrm>
            <a:off x="3607694" y="649480"/>
            <a:ext cx="4916510" cy="5546047"/>
          </a:xfrm>
        </p:spPr>
        <p:txBody>
          <a:bodyPr anchor="ctr">
            <a:normAutofit/>
          </a:bodyPr>
          <a:lstStyle/>
          <a:p>
            <a:pPr marL="0" indent="0">
              <a:buNone/>
            </a:pPr>
            <a:r>
              <a:rPr lang="en-GB" sz="1700" b="1" dirty="0"/>
              <a:t>STRIDE: </a:t>
            </a:r>
          </a:p>
          <a:p>
            <a:r>
              <a:rPr lang="en-GB" sz="1800" b="1" dirty="0"/>
              <a:t>Spoofing:</a:t>
            </a:r>
            <a:r>
              <a:rPr lang="en-GB" sz="1800" dirty="0"/>
              <a:t> False identity or impersonation</a:t>
            </a:r>
          </a:p>
          <a:p>
            <a:pPr>
              <a:buFont typeface="Arial" panose="020B0604020202020204" pitchFamily="34" charset="0"/>
              <a:buChar char="•"/>
            </a:pPr>
            <a:r>
              <a:rPr lang="en-GB" sz="1800" b="1" dirty="0"/>
              <a:t>Tampering: </a:t>
            </a:r>
            <a:r>
              <a:rPr lang="en-GB" sz="1800" dirty="0"/>
              <a:t>Unauthorized modification of data</a:t>
            </a:r>
          </a:p>
          <a:p>
            <a:pPr>
              <a:buFont typeface="Arial" panose="020B0604020202020204" pitchFamily="34" charset="0"/>
              <a:buChar char="•"/>
            </a:pPr>
            <a:r>
              <a:rPr lang="en-GB" sz="1800" b="1" dirty="0"/>
              <a:t>Repudiation:</a:t>
            </a:r>
            <a:r>
              <a:rPr lang="en-GB" sz="1800" dirty="0"/>
              <a:t> Denying involvement in an action</a:t>
            </a:r>
          </a:p>
          <a:p>
            <a:pPr>
              <a:buFont typeface="Arial" panose="020B0604020202020204" pitchFamily="34" charset="0"/>
              <a:buChar char="•"/>
            </a:pPr>
            <a:r>
              <a:rPr lang="en-GB" sz="1800" b="1" dirty="0"/>
              <a:t>Information Disclosure</a:t>
            </a:r>
            <a:r>
              <a:rPr lang="en-GB" sz="1800" dirty="0"/>
              <a:t>: Unauthorized access to sensitive information</a:t>
            </a:r>
          </a:p>
          <a:p>
            <a:pPr>
              <a:buFont typeface="Arial" panose="020B0604020202020204" pitchFamily="34" charset="0"/>
              <a:buChar char="•"/>
            </a:pPr>
            <a:r>
              <a:rPr lang="en-GB" sz="1800" b="1" dirty="0"/>
              <a:t>Denial of Service: </a:t>
            </a:r>
            <a:r>
              <a:rPr lang="en-GB" sz="1800" dirty="0"/>
              <a:t>Preventing legitimate use of a system</a:t>
            </a:r>
          </a:p>
          <a:p>
            <a:pPr>
              <a:buFont typeface="Arial" panose="020B0604020202020204" pitchFamily="34" charset="0"/>
              <a:buChar char="•"/>
            </a:pPr>
            <a:r>
              <a:rPr lang="en-GB" sz="1800" b="1" dirty="0"/>
              <a:t>Elevation of Privilege: </a:t>
            </a:r>
            <a:r>
              <a:rPr lang="en-GB" sz="1800" dirty="0"/>
              <a:t>Gaining unauthorized access to resources</a:t>
            </a:r>
          </a:p>
          <a:p>
            <a:endParaRPr lang="en-CA" sz="1700" dirty="0"/>
          </a:p>
        </p:txBody>
      </p:sp>
      <p:sp>
        <p:nvSpPr>
          <p:cNvPr id="4" name="Slide Number Placeholder 3">
            <a:extLst>
              <a:ext uri="{FF2B5EF4-FFF2-40B4-BE49-F238E27FC236}">
                <a16:creationId xmlns:a16="http://schemas.microsoft.com/office/drawing/2014/main" id="{30225F2C-4263-1D43-777C-DF1C63BC5EF4}"/>
              </a:ext>
            </a:extLst>
          </p:cNvPr>
          <p:cNvSpPr>
            <a:spLocks noGrp="1"/>
          </p:cNvSpPr>
          <p:nvPr>
            <p:ph type="sldNum" sz="quarter" idx="12"/>
          </p:nvPr>
        </p:nvSpPr>
        <p:spPr>
          <a:xfrm>
            <a:off x="8778240" y="6455664"/>
            <a:ext cx="336042" cy="365125"/>
          </a:xfrm>
        </p:spPr>
        <p:txBody>
          <a:bodyPr>
            <a:normAutofit/>
          </a:bodyPr>
          <a:lstStyle/>
          <a:p>
            <a:pPr>
              <a:spcAft>
                <a:spcPts val="600"/>
              </a:spcAft>
            </a:pPr>
            <a:fld id="{3AAB7785-396F-4915-8DFC-F7434CCA128E}" type="slidenum">
              <a:rPr lang="en-CA" sz="1000">
                <a:solidFill>
                  <a:schemeClr val="tx1">
                    <a:lumMod val="50000"/>
                    <a:lumOff val="50000"/>
                  </a:schemeClr>
                </a:solidFill>
              </a:rPr>
              <a:pPr>
                <a:spcAft>
                  <a:spcPts val="600"/>
                </a:spcAft>
              </a:pPr>
              <a:t>25</a:t>
            </a:fld>
            <a:endParaRPr lang="en-CA" sz="1000">
              <a:solidFill>
                <a:schemeClr val="tx1">
                  <a:lumMod val="50000"/>
                  <a:lumOff val="50000"/>
                </a:schemeClr>
              </a:solidFill>
            </a:endParaRPr>
          </a:p>
        </p:txBody>
      </p:sp>
    </p:spTree>
    <p:extLst>
      <p:ext uri="{BB962C8B-B14F-4D97-AF65-F5344CB8AC3E}">
        <p14:creationId xmlns:p14="http://schemas.microsoft.com/office/powerpoint/2010/main" val="809358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ED6AA9-3BB4-0F86-15D9-5FD8319743BC}"/>
              </a:ext>
            </a:extLst>
          </p:cNvPr>
          <p:cNvSpPr>
            <a:spLocks noGrp="1"/>
          </p:cNvSpPr>
          <p:nvPr>
            <p:ph type="title"/>
          </p:nvPr>
        </p:nvSpPr>
        <p:spPr>
          <a:xfrm>
            <a:off x="350041" y="586855"/>
            <a:ext cx="2401025" cy="3387497"/>
          </a:xfrm>
        </p:spPr>
        <p:txBody>
          <a:bodyPr anchor="b">
            <a:normAutofit/>
          </a:bodyPr>
          <a:lstStyle/>
          <a:p>
            <a:pPr algn="r"/>
            <a:r>
              <a:rPr lang="en-CA" sz="3500">
                <a:solidFill>
                  <a:srgbClr val="FFFFFF"/>
                </a:solidFill>
              </a:rPr>
              <a:t>Threat Modeling Techniques</a:t>
            </a:r>
          </a:p>
        </p:txBody>
      </p:sp>
      <p:sp>
        <p:nvSpPr>
          <p:cNvPr id="3" name="Content Placeholder 2">
            <a:extLst>
              <a:ext uri="{FF2B5EF4-FFF2-40B4-BE49-F238E27FC236}">
                <a16:creationId xmlns:a16="http://schemas.microsoft.com/office/drawing/2014/main" id="{06CE88DE-8365-ECFA-341D-37785FBE98D0}"/>
              </a:ext>
            </a:extLst>
          </p:cNvPr>
          <p:cNvSpPr>
            <a:spLocks noGrp="1"/>
          </p:cNvSpPr>
          <p:nvPr>
            <p:ph idx="1"/>
          </p:nvPr>
        </p:nvSpPr>
        <p:spPr>
          <a:xfrm>
            <a:off x="3607694" y="649480"/>
            <a:ext cx="4916510" cy="5546047"/>
          </a:xfrm>
        </p:spPr>
        <p:txBody>
          <a:bodyPr anchor="ctr">
            <a:normAutofit/>
          </a:bodyPr>
          <a:lstStyle/>
          <a:p>
            <a:pPr marL="0" indent="0">
              <a:buNone/>
            </a:pPr>
            <a:r>
              <a:rPr lang="en-GB" sz="1800" b="1" dirty="0"/>
              <a:t>DREAD:</a:t>
            </a:r>
            <a:r>
              <a:rPr lang="en-GB" sz="1400" b="1" dirty="0"/>
              <a:t> </a:t>
            </a:r>
          </a:p>
          <a:p>
            <a:r>
              <a:rPr lang="en-GB" sz="1800" b="1" dirty="0"/>
              <a:t>Damage: </a:t>
            </a:r>
            <a:r>
              <a:rPr lang="en-GB" sz="1800" dirty="0"/>
              <a:t>Potential harm caused by the threat</a:t>
            </a:r>
          </a:p>
          <a:p>
            <a:pPr>
              <a:buFont typeface="Arial" panose="020B0604020202020204" pitchFamily="34" charset="0"/>
              <a:buChar char="•"/>
            </a:pPr>
            <a:r>
              <a:rPr lang="en-GB" sz="1800" b="1" dirty="0"/>
              <a:t>Reproducibility: </a:t>
            </a:r>
            <a:r>
              <a:rPr lang="en-GB" sz="1800" dirty="0"/>
              <a:t>How easily can the threat be repeated</a:t>
            </a:r>
          </a:p>
          <a:p>
            <a:pPr>
              <a:buFont typeface="Arial" panose="020B0604020202020204" pitchFamily="34" charset="0"/>
              <a:buChar char="•"/>
            </a:pPr>
            <a:r>
              <a:rPr lang="en-GB" sz="1800" b="1" dirty="0"/>
              <a:t>Exploitability</a:t>
            </a:r>
            <a:r>
              <a:rPr lang="en-GB" sz="1800" dirty="0"/>
              <a:t>: The ease of exploiting the vulnerability</a:t>
            </a:r>
          </a:p>
          <a:p>
            <a:pPr>
              <a:buFont typeface="Arial" panose="020B0604020202020204" pitchFamily="34" charset="0"/>
              <a:buChar char="•"/>
            </a:pPr>
            <a:r>
              <a:rPr lang="en-GB" sz="1800" b="1" dirty="0"/>
              <a:t>Affected Users: </a:t>
            </a:r>
            <a:r>
              <a:rPr lang="en-GB" sz="1800" dirty="0"/>
              <a:t>The number of people impacted by the threat</a:t>
            </a:r>
          </a:p>
          <a:p>
            <a:pPr>
              <a:buFont typeface="Arial" panose="020B0604020202020204" pitchFamily="34" charset="0"/>
              <a:buChar char="•"/>
            </a:pPr>
            <a:r>
              <a:rPr lang="en-GB" sz="1800" b="1" dirty="0"/>
              <a:t>Discoverability: </a:t>
            </a:r>
            <a:r>
              <a:rPr lang="en-GB" sz="1800" dirty="0"/>
              <a:t>How likely is the threat to be discovered</a:t>
            </a:r>
          </a:p>
          <a:p>
            <a:endParaRPr lang="en-CA" sz="1700" dirty="0"/>
          </a:p>
        </p:txBody>
      </p:sp>
      <p:sp>
        <p:nvSpPr>
          <p:cNvPr id="4" name="Slide Number Placeholder 3">
            <a:extLst>
              <a:ext uri="{FF2B5EF4-FFF2-40B4-BE49-F238E27FC236}">
                <a16:creationId xmlns:a16="http://schemas.microsoft.com/office/drawing/2014/main" id="{30225F2C-4263-1D43-777C-DF1C63BC5EF4}"/>
              </a:ext>
            </a:extLst>
          </p:cNvPr>
          <p:cNvSpPr>
            <a:spLocks noGrp="1"/>
          </p:cNvSpPr>
          <p:nvPr>
            <p:ph type="sldNum" sz="quarter" idx="12"/>
          </p:nvPr>
        </p:nvSpPr>
        <p:spPr>
          <a:xfrm>
            <a:off x="8778240" y="6455664"/>
            <a:ext cx="336042" cy="365125"/>
          </a:xfrm>
        </p:spPr>
        <p:txBody>
          <a:bodyPr>
            <a:normAutofit/>
          </a:bodyPr>
          <a:lstStyle/>
          <a:p>
            <a:pPr>
              <a:spcAft>
                <a:spcPts val="600"/>
              </a:spcAft>
            </a:pPr>
            <a:fld id="{3AAB7785-396F-4915-8DFC-F7434CCA128E}" type="slidenum">
              <a:rPr lang="en-CA" sz="1000">
                <a:solidFill>
                  <a:schemeClr val="tx1">
                    <a:lumMod val="50000"/>
                    <a:lumOff val="50000"/>
                  </a:schemeClr>
                </a:solidFill>
              </a:rPr>
              <a:pPr>
                <a:spcAft>
                  <a:spcPts val="600"/>
                </a:spcAft>
              </a:pPr>
              <a:t>26</a:t>
            </a:fld>
            <a:endParaRPr lang="en-CA" sz="1000">
              <a:solidFill>
                <a:schemeClr val="tx1">
                  <a:lumMod val="50000"/>
                  <a:lumOff val="50000"/>
                </a:schemeClr>
              </a:solidFill>
            </a:endParaRPr>
          </a:p>
        </p:txBody>
      </p:sp>
    </p:spTree>
    <p:extLst>
      <p:ext uri="{BB962C8B-B14F-4D97-AF65-F5344CB8AC3E}">
        <p14:creationId xmlns:p14="http://schemas.microsoft.com/office/powerpoint/2010/main" val="3831234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CA" sz="3200">
                <a:solidFill>
                  <a:srgbClr val="FFFFFF"/>
                </a:solidFill>
              </a:rPr>
              <a:t>Analyze a System from a Security Perspective</a:t>
            </a:r>
          </a:p>
        </p:txBody>
      </p:sp>
      <p:sp>
        <p:nvSpPr>
          <p:cNvPr id="4" name="Slide Number Placeholder 3"/>
          <p:cNvSpPr>
            <a:spLocks noGrp="1"/>
          </p:cNvSpPr>
          <p:nvPr>
            <p:ph type="sldNum" sz="quarter" idx="15"/>
          </p:nvPr>
        </p:nvSpPr>
        <p:spPr>
          <a:xfrm>
            <a:off x="8778240" y="6455664"/>
            <a:ext cx="336042"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z="1000">
                <a:solidFill>
                  <a:schemeClr val="tx1">
                    <a:lumMod val="50000"/>
                    <a:lumOff val="50000"/>
                  </a:schemeClr>
                </a:solidFill>
              </a:rPr>
              <a:pPr>
                <a:spcAft>
                  <a:spcPts val="600"/>
                </a:spcAft>
              </a:pPr>
              <a:t>27</a:t>
            </a:fld>
            <a:endParaRPr lang="en-CA" sz="10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3F9884E1-9C4F-A33A-AF34-B1D9E3EEE59A}"/>
              </a:ext>
            </a:extLst>
          </p:cNvPr>
          <p:cNvGraphicFramePr>
            <a:graphicFrameLocks noGrp="1"/>
          </p:cNvGraphicFramePr>
          <p:nvPr>
            <p:ph sz="quarter" idx="1"/>
            <p:extLst>
              <p:ext uri="{D42A27DB-BD31-4B8C-83A1-F6EECF244321}">
                <p14:modId xmlns:p14="http://schemas.microsoft.com/office/powerpoint/2010/main" val="3344605929"/>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5630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3E30ED-9F81-35EB-7ABB-B272C19AB212}"/>
              </a:ext>
            </a:extLst>
          </p:cNvPr>
          <p:cNvSpPr>
            <a:spLocks noGrp="1"/>
          </p:cNvSpPr>
          <p:nvPr>
            <p:ph type="title"/>
          </p:nvPr>
        </p:nvSpPr>
        <p:spPr>
          <a:xfrm>
            <a:off x="350041" y="586855"/>
            <a:ext cx="2401025" cy="3387497"/>
          </a:xfrm>
        </p:spPr>
        <p:txBody>
          <a:bodyPr anchor="b">
            <a:normAutofit/>
          </a:bodyPr>
          <a:lstStyle/>
          <a:p>
            <a:pPr algn="r"/>
            <a:r>
              <a:rPr lang="en-GB" sz="3200" dirty="0">
                <a:solidFill>
                  <a:srgbClr val="FFFFFF"/>
                </a:solidFill>
              </a:rPr>
              <a:t>Risk Assessment: Evaluating and Prioritizing Threats</a:t>
            </a:r>
            <a:endParaRPr lang="en-CA" sz="3200" dirty="0">
              <a:solidFill>
                <a:srgbClr val="FFFFFF"/>
              </a:solidFill>
            </a:endParaRPr>
          </a:p>
        </p:txBody>
      </p:sp>
      <p:sp>
        <p:nvSpPr>
          <p:cNvPr id="3" name="Content Placeholder 2">
            <a:extLst>
              <a:ext uri="{FF2B5EF4-FFF2-40B4-BE49-F238E27FC236}">
                <a16:creationId xmlns:a16="http://schemas.microsoft.com/office/drawing/2014/main" id="{4AAEDA07-661B-62EA-7CEF-37DB9D91C5D1}"/>
              </a:ext>
            </a:extLst>
          </p:cNvPr>
          <p:cNvSpPr>
            <a:spLocks noGrp="1"/>
          </p:cNvSpPr>
          <p:nvPr>
            <p:ph idx="1"/>
          </p:nvPr>
        </p:nvSpPr>
        <p:spPr>
          <a:xfrm>
            <a:off x="3378411" y="649480"/>
            <a:ext cx="5145793" cy="5546047"/>
          </a:xfrm>
        </p:spPr>
        <p:txBody>
          <a:bodyPr anchor="ctr">
            <a:normAutofit/>
          </a:bodyPr>
          <a:lstStyle/>
          <a:p>
            <a:pPr marL="0" indent="0">
              <a:buNone/>
            </a:pPr>
            <a:r>
              <a:rPr lang="en-GB" sz="1700" dirty="0"/>
              <a:t>Risk assessment is essential for making informed security decisions.</a:t>
            </a:r>
          </a:p>
          <a:p>
            <a:pPr marL="0" indent="0">
              <a:buNone/>
            </a:pPr>
            <a:r>
              <a:rPr lang="en-GB" sz="1700" b="1" dirty="0"/>
              <a:t>The Risk Assessment Process</a:t>
            </a:r>
          </a:p>
          <a:p>
            <a:pPr>
              <a:buFont typeface="+mj-lt"/>
              <a:buAutoNum type="arabicPeriod"/>
            </a:pPr>
            <a:r>
              <a:rPr lang="en-GB" sz="1700" b="1" dirty="0"/>
              <a:t>Identify Assets:</a:t>
            </a:r>
            <a:r>
              <a:rPr lang="en-GB" sz="1700" dirty="0"/>
              <a:t> Determine what you're protecting (data, systems, etc.).</a:t>
            </a:r>
          </a:p>
          <a:p>
            <a:pPr>
              <a:buFont typeface="+mj-lt"/>
              <a:buAutoNum type="arabicPeriod"/>
            </a:pPr>
            <a:r>
              <a:rPr lang="en-GB" sz="1700" b="1" dirty="0"/>
              <a:t>Identify Threats:</a:t>
            </a:r>
            <a:r>
              <a:rPr lang="en-GB" sz="1700" dirty="0"/>
              <a:t> Use techniques like STRIDE or DREAD to identify potential threats.</a:t>
            </a:r>
          </a:p>
          <a:p>
            <a:pPr>
              <a:buFont typeface="+mj-lt"/>
              <a:buAutoNum type="arabicPeriod"/>
            </a:pPr>
            <a:r>
              <a:rPr lang="en-GB" sz="1700" b="1" dirty="0"/>
              <a:t>Analyse Vulnerabilities:</a:t>
            </a:r>
            <a:r>
              <a:rPr lang="en-GB" sz="1700" dirty="0"/>
              <a:t> Assess how threats could exploit vulnerabilities in your system.</a:t>
            </a:r>
          </a:p>
          <a:p>
            <a:pPr>
              <a:buFont typeface="+mj-lt"/>
              <a:buAutoNum type="arabicPeriod"/>
            </a:pPr>
            <a:r>
              <a:rPr lang="en-GB" sz="1700" b="1" dirty="0"/>
              <a:t>Calculate Risk:</a:t>
            </a:r>
            <a:r>
              <a:rPr lang="en-GB" sz="1700" dirty="0"/>
              <a:t> Determine the likelihood and impact of each threat.</a:t>
            </a:r>
          </a:p>
          <a:p>
            <a:pPr>
              <a:buFont typeface="+mj-lt"/>
              <a:buAutoNum type="arabicPeriod"/>
            </a:pPr>
            <a:r>
              <a:rPr lang="en-GB" sz="1700" b="1" dirty="0"/>
              <a:t>Prioritize Risks:</a:t>
            </a:r>
            <a:r>
              <a:rPr lang="en-GB" sz="1700" dirty="0"/>
              <a:t> Rank threats based on their risk level.</a:t>
            </a:r>
          </a:p>
          <a:p>
            <a:pPr marL="0" indent="0">
              <a:buNone/>
            </a:pPr>
            <a:endParaRPr lang="en-CA" sz="1700" dirty="0"/>
          </a:p>
        </p:txBody>
      </p:sp>
      <p:sp>
        <p:nvSpPr>
          <p:cNvPr id="4" name="Slide Number Placeholder 3">
            <a:extLst>
              <a:ext uri="{FF2B5EF4-FFF2-40B4-BE49-F238E27FC236}">
                <a16:creationId xmlns:a16="http://schemas.microsoft.com/office/drawing/2014/main" id="{9A424EBE-B341-39A7-C578-26C9C026898B}"/>
              </a:ext>
            </a:extLst>
          </p:cNvPr>
          <p:cNvSpPr>
            <a:spLocks noGrp="1"/>
          </p:cNvSpPr>
          <p:nvPr>
            <p:ph type="sldNum" sz="quarter" idx="12"/>
          </p:nvPr>
        </p:nvSpPr>
        <p:spPr>
          <a:xfrm>
            <a:off x="8778240" y="6455664"/>
            <a:ext cx="336042" cy="365125"/>
          </a:xfrm>
        </p:spPr>
        <p:txBody>
          <a:bodyPr>
            <a:normAutofit/>
          </a:bodyPr>
          <a:lstStyle/>
          <a:p>
            <a:pPr>
              <a:spcAft>
                <a:spcPts val="600"/>
              </a:spcAft>
            </a:pPr>
            <a:fld id="{3AAB7785-396F-4915-8DFC-F7434CCA128E}" type="slidenum">
              <a:rPr lang="en-CA" sz="1000">
                <a:solidFill>
                  <a:schemeClr val="tx1">
                    <a:lumMod val="50000"/>
                    <a:lumOff val="50000"/>
                  </a:schemeClr>
                </a:solidFill>
              </a:rPr>
              <a:pPr>
                <a:spcAft>
                  <a:spcPts val="600"/>
                </a:spcAft>
              </a:pPr>
              <a:t>28</a:t>
            </a:fld>
            <a:endParaRPr lang="en-CA" sz="1000">
              <a:solidFill>
                <a:schemeClr val="tx1">
                  <a:lumMod val="50000"/>
                  <a:lumOff val="50000"/>
                </a:schemeClr>
              </a:solidFill>
            </a:endParaRPr>
          </a:p>
        </p:txBody>
      </p:sp>
    </p:spTree>
    <p:extLst>
      <p:ext uri="{BB962C8B-B14F-4D97-AF65-F5344CB8AC3E}">
        <p14:creationId xmlns:p14="http://schemas.microsoft.com/office/powerpoint/2010/main" val="1341857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EB6C3E-F9B4-E6F0-1C3F-A8DFA0F819C1}"/>
              </a:ext>
            </a:extLst>
          </p:cNvPr>
          <p:cNvSpPr>
            <a:spLocks noGrp="1"/>
          </p:cNvSpPr>
          <p:nvPr>
            <p:ph type="title"/>
          </p:nvPr>
        </p:nvSpPr>
        <p:spPr>
          <a:xfrm>
            <a:off x="439858" y="1683756"/>
            <a:ext cx="2336449" cy="2396359"/>
          </a:xfrm>
        </p:spPr>
        <p:txBody>
          <a:bodyPr anchor="b">
            <a:normAutofit/>
          </a:bodyPr>
          <a:lstStyle/>
          <a:p>
            <a:pPr algn="r"/>
            <a:r>
              <a:rPr lang="en-GB" sz="2700" dirty="0">
                <a:solidFill>
                  <a:srgbClr val="FFFFFF"/>
                </a:solidFill>
              </a:rPr>
              <a:t>Risk Assessment: Evaluating and Prioritizing Threats</a:t>
            </a:r>
            <a:endParaRPr lang="en-CA" sz="2700" dirty="0">
              <a:solidFill>
                <a:srgbClr val="FFFFFF"/>
              </a:solidFill>
            </a:endParaRPr>
          </a:p>
        </p:txBody>
      </p:sp>
      <p:sp>
        <p:nvSpPr>
          <p:cNvPr id="4" name="Slide Number Placeholder 3">
            <a:extLst>
              <a:ext uri="{FF2B5EF4-FFF2-40B4-BE49-F238E27FC236}">
                <a16:creationId xmlns:a16="http://schemas.microsoft.com/office/drawing/2014/main" id="{235BEB61-05AA-094E-E20C-FBBF7EDE7BD9}"/>
              </a:ext>
            </a:extLst>
          </p:cNvPr>
          <p:cNvSpPr>
            <a:spLocks noGrp="1"/>
          </p:cNvSpPr>
          <p:nvPr>
            <p:ph type="sldNum" sz="quarter" idx="12"/>
          </p:nvPr>
        </p:nvSpPr>
        <p:spPr>
          <a:xfrm>
            <a:off x="8778240" y="6455664"/>
            <a:ext cx="336042" cy="365125"/>
          </a:xfrm>
        </p:spPr>
        <p:txBody>
          <a:bodyPr>
            <a:normAutofit/>
          </a:bodyPr>
          <a:lstStyle/>
          <a:p>
            <a:pPr>
              <a:spcAft>
                <a:spcPts val="600"/>
              </a:spcAft>
            </a:pPr>
            <a:fld id="{3AAB7785-396F-4915-8DFC-F7434CCA128E}" type="slidenum">
              <a:rPr lang="en-CA" sz="1000">
                <a:solidFill>
                  <a:schemeClr val="tx1">
                    <a:lumMod val="50000"/>
                    <a:lumOff val="50000"/>
                  </a:schemeClr>
                </a:solidFill>
              </a:rPr>
              <a:pPr>
                <a:spcAft>
                  <a:spcPts val="600"/>
                </a:spcAft>
              </a:pPr>
              <a:t>29</a:t>
            </a:fld>
            <a:endParaRPr lang="en-CA" sz="1000">
              <a:solidFill>
                <a:schemeClr val="tx1">
                  <a:lumMod val="50000"/>
                  <a:lumOff val="50000"/>
                </a:schemeClr>
              </a:solidFill>
            </a:endParaRPr>
          </a:p>
        </p:txBody>
      </p:sp>
      <p:graphicFrame>
        <p:nvGraphicFramePr>
          <p:cNvPr id="7" name="Content Placeholder 2">
            <a:extLst>
              <a:ext uri="{FF2B5EF4-FFF2-40B4-BE49-F238E27FC236}">
                <a16:creationId xmlns:a16="http://schemas.microsoft.com/office/drawing/2014/main" id="{AC0505FE-E59C-9E9E-E5A1-77AF540336EE}"/>
              </a:ext>
            </a:extLst>
          </p:cNvPr>
          <p:cNvGraphicFramePr>
            <a:graphicFrameLocks noGrp="1"/>
          </p:cNvGraphicFramePr>
          <p:nvPr>
            <p:ph idx="1"/>
            <p:extLst>
              <p:ext uri="{D42A27DB-BD31-4B8C-83A1-F6EECF244321}">
                <p14:modId xmlns:p14="http://schemas.microsoft.com/office/powerpoint/2010/main" val="884642944"/>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6318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2DDE9A-1045-5985-5315-9CDA244A0869}"/>
              </a:ext>
            </a:extLst>
          </p:cNvPr>
          <p:cNvSpPr>
            <a:spLocks noGrp="1"/>
          </p:cNvSpPr>
          <p:nvPr>
            <p:ph type="title"/>
          </p:nvPr>
        </p:nvSpPr>
        <p:spPr>
          <a:xfrm>
            <a:off x="439858" y="1683756"/>
            <a:ext cx="2336449" cy="2396359"/>
          </a:xfrm>
        </p:spPr>
        <p:txBody>
          <a:bodyPr anchor="b">
            <a:normAutofit/>
          </a:bodyPr>
          <a:lstStyle/>
          <a:p>
            <a:pPr algn="r"/>
            <a:r>
              <a:rPr lang="en-GB" sz="2700">
                <a:solidFill>
                  <a:srgbClr val="FFFFFF"/>
                </a:solidFill>
              </a:rPr>
              <a:t>Risk Assessment: Evaluating and Prioritizing Threats</a:t>
            </a:r>
            <a:endParaRPr lang="en-CA" sz="2700">
              <a:solidFill>
                <a:srgbClr val="FFFFFF"/>
              </a:solidFill>
            </a:endParaRPr>
          </a:p>
        </p:txBody>
      </p:sp>
      <p:sp>
        <p:nvSpPr>
          <p:cNvPr id="4" name="Slide Number Placeholder 3">
            <a:extLst>
              <a:ext uri="{FF2B5EF4-FFF2-40B4-BE49-F238E27FC236}">
                <a16:creationId xmlns:a16="http://schemas.microsoft.com/office/drawing/2014/main" id="{D0EBCD47-FDA1-88BB-666B-E6E895794DAE}"/>
              </a:ext>
            </a:extLst>
          </p:cNvPr>
          <p:cNvSpPr>
            <a:spLocks noGrp="1"/>
          </p:cNvSpPr>
          <p:nvPr>
            <p:ph type="sldNum" sz="quarter" idx="12"/>
          </p:nvPr>
        </p:nvSpPr>
        <p:spPr>
          <a:xfrm>
            <a:off x="8778240" y="6455664"/>
            <a:ext cx="336042" cy="365125"/>
          </a:xfrm>
        </p:spPr>
        <p:txBody>
          <a:bodyPr>
            <a:normAutofit/>
          </a:bodyPr>
          <a:lstStyle/>
          <a:p>
            <a:pPr>
              <a:spcAft>
                <a:spcPts val="600"/>
              </a:spcAft>
            </a:pPr>
            <a:fld id="{3AAB7785-396F-4915-8DFC-F7434CCA128E}" type="slidenum">
              <a:rPr lang="en-CA" sz="1000">
                <a:solidFill>
                  <a:schemeClr val="tx1">
                    <a:lumMod val="50000"/>
                    <a:lumOff val="50000"/>
                  </a:schemeClr>
                </a:solidFill>
              </a:rPr>
              <a:pPr>
                <a:spcAft>
                  <a:spcPts val="600"/>
                </a:spcAft>
              </a:pPr>
              <a:t>30</a:t>
            </a:fld>
            <a:endParaRPr lang="en-CA" sz="1000">
              <a:solidFill>
                <a:schemeClr val="tx1">
                  <a:lumMod val="50000"/>
                  <a:lumOff val="50000"/>
                </a:schemeClr>
              </a:solidFill>
            </a:endParaRPr>
          </a:p>
        </p:txBody>
      </p:sp>
      <p:graphicFrame>
        <p:nvGraphicFramePr>
          <p:cNvPr id="21" name="Content Placeholder 2">
            <a:extLst>
              <a:ext uri="{FF2B5EF4-FFF2-40B4-BE49-F238E27FC236}">
                <a16:creationId xmlns:a16="http://schemas.microsoft.com/office/drawing/2014/main" id="{1A50BF90-2FCC-5124-5A85-E149F37C4364}"/>
              </a:ext>
            </a:extLst>
          </p:cNvPr>
          <p:cNvGraphicFramePr>
            <a:graphicFrameLocks noGrp="1"/>
          </p:cNvGraphicFramePr>
          <p:nvPr>
            <p:ph idx="1"/>
            <p:extLst>
              <p:ext uri="{D42A27DB-BD31-4B8C-83A1-F6EECF244321}">
                <p14:modId xmlns:p14="http://schemas.microsoft.com/office/powerpoint/2010/main" val="904710337"/>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7078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GB" sz="3200" dirty="0">
                <a:solidFill>
                  <a:srgbClr val="FFFFFF"/>
                </a:solidFill>
              </a:rPr>
              <a:t>Mitigating Risks: Implementing Security Controls</a:t>
            </a:r>
            <a:endParaRPr lang="en-CA" sz="3200" dirty="0">
              <a:solidFill>
                <a:srgbClr val="FFFFFF"/>
              </a:solidFill>
            </a:endParaRPr>
          </a:p>
        </p:txBody>
      </p:sp>
      <p:sp>
        <p:nvSpPr>
          <p:cNvPr id="4" name="Slide Number Placeholder 3"/>
          <p:cNvSpPr>
            <a:spLocks noGrp="1"/>
          </p:cNvSpPr>
          <p:nvPr>
            <p:ph type="sldNum" sz="quarter" idx="15"/>
          </p:nvPr>
        </p:nvSpPr>
        <p:spPr>
          <a:xfrm>
            <a:off x="8778240" y="6455664"/>
            <a:ext cx="336042"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z="1000">
                <a:solidFill>
                  <a:schemeClr val="tx1">
                    <a:lumMod val="50000"/>
                    <a:lumOff val="50000"/>
                  </a:schemeClr>
                </a:solidFill>
              </a:rPr>
              <a:pPr>
                <a:spcAft>
                  <a:spcPts val="600"/>
                </a:spcAft>
              </a:pPr>
              <a:t>31</a:t>
            </a:fld>
            <a:endParaRPr lang="en-CA" sz="10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8C0D2182-EA2D-B691-9AC3-7DA28C65B3BA}"/>
              </a:ext>
            </a:extLst>
          </p:cNvPr>
          <p:cNvGraphicFramePr>
            <a:graphicFrameLocks noGrp="1"/>
          </p:cNvGraphicFramePr>
          <p:nvPr>
            <p:ph sz="quarter" idx="1"/>
            <p:extLst>
              <p:ext uri="{D42A27DB-BD31-4B8C-83A1-F6EECF244321}">
                <p14:modId xmlns:p14="http://schemas.microsoft.com/office/powerpoint/2010/main" val="2156184953"/>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34701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reeform: Shape 4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Rectangle 4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E06B8C-39C4-80D1-67D4-B16F2BD76ECB}"/>
              </a:ext>
            </a:extLst>
          </p:cNvPr>
          <p:cNvSpPr>
            <a:spLocks noGrp="1"/>
          </p:cNvSpPr>
          <p:nvPr>
            <p:ph type="title"/>
          </p:nvPr>
        </p:nvSpPr>
        <p:spPr>
          <a:xfrm>
            <a:off x="439858" y="1683756"/>
            <a:ext cx="2336449" cy="2396359"/>
          </a:xfrm>
        </p:spPr>
        <p:txBody>
          <a:bodyPr anchor="b">
            <a:normAutofit/>
          </a:bodyPr>
          <a:lstStyle/>
          <a:p>
            <a:pPr algn="r"/>
            <a:r>
              <a:rPr lang="en-GB" sz="2500" dirty="0">
                <a:solidFill>
                  <a:srgbClr val="FFFFFF"/>
                </a:solidFill>
              </a:rPr>
              <a:t>Mitigating Risks: Implementing Security Controls</a:t>
            </a:r>
            <a:endParaRPr lang="en-CA" sz="2500" dirty="0">
              <a:solidFill>
                <a:srgbClr val="FFFFFF"/>
              </a:solidFill>
            </a:endParaRPr>
          </a:p>
        </p:txBody>
      </p:sp>
      <p:sp>
        <p:nvSpPr>
          <p:cNvPr id="4" name="Slide Number Placeholder 3">
            <a:extLst>
              <a:ext uri="{FF2B5EF4-FFF2-40B4-BE49-F238E27FC236}">
                <a16:creationId xmlns:a16="http://schemas.microsoft.com/office/drawing/2014/main" id="{D5C46AA9-817D-DD0C-9D9E-4C383C90D1D4}"/>
              </a:ext>
            </a:extLst>
          </p:cNvPr>
          <p:cNvSpPr>
            <a:spLocks noGrp="1"/>
          </p:cNvSpPr>
          <p:nvPr>
            <p:ph type="sldNum" sz="quarter" idx="12"/>
          </p:nvPr>
        </p:nvSpPr>
        <p:spPr>
          <a:xfrm>
            <a:off x="8778240" y="6455664"/>
            <a:ext cx="336042" cy="365125"/>
          </a:xfrm>
        </p:spPr>
        <p:txBody>
          <a:bodyPr>
            <a:normAutofit/>
          </a:bodyPr>
          <a:lstStyle/>
          <a:p>
            <a:pPr>
              <a:spcAft>
                <a:spcPts val="600"/>
              </a:spcAft>
            </a:pPr>
            <a:fld id="{3AAB7785-396F-4915-8DFC-F7434CCA128E}" type="slidenum">
              <a:rPr lang="en-CA" sz="1000">
                <a:solidFill>
                  <a:schemeClr val="tx1">
                    <a:lumMod val="50000"/>
                    <a:lumOff val="50000"/>
                  </a:schemeClr>
                </a:solidFill>
              </a:rPr>
              <a:pPr>
                <a:spcAft>
                  <a:spcPts val="600"/>
                </a:spcAft>
              </a:pPr>
              <a:t>32</a:t>
            </a:fld>
            <a:endParaRPr lang="en-CA" sz="1000">
              <a:solidFill>
                <a:schemeClr val="tx1">
                  <a:lumMod val="50000"/>
                  <a:lumOff val="50000"/>
                </a:schemeClr>
              </a:solidFill>
            </a:endParaRPr>
          </a:p>
        </p:txBody>
      </p:sp>
      <p:graphicFrame>
        <p:nvGraphicFramePr>
          <p:cNvPr id="50" name="Rectangle 2">
            <a:extLst>
              <a:ext uri="{FF2B5EF4-FFF2-40B4-BE49-F238E27FC236}">
                <a16:creationId xmlns:a16="http://schemas.microsoft.com/office/drawing/2014/main" id="{4A8B07F3-E55A-D9E5-32CD-57636846E9B8}"/>
              </a:ext>
            </a:extLst>
          </p:cNvPr>
          <p:cNvGraphicFramePr>
            <a:graphicFrameLocks noGrp="1"/>
          </p:cNvGraphicFramePr>
          <p:nvPr>
            <p:ph idx="1"/>
            <p:extLst>
              <p:ext uri="{D42A27DB-BD31-4B8C-83A1-F6EECF244321}">
                <p14:modId xmlns:p14="http://schemas.microsoft.com/office/powerpoint/2010/main" val="909863238"/>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4" name="TextBox 23">
            <a:extLst>
              <a:ext uri="{FF2B5EF4-FFF2-40B4-BE49-F238E27FC236}">
                <a16:creationId xmlns:a16="http://schemas.microsoft.com/office/drawing/2014/main" id="{C2481911-AD02-F980-889B-4570EAD4C609}"/>
              </a:ext>
            </a:extLst>
          </p:cNvPr>
          <p:cNvSpPr txBox="1"/>
          <p:nvPr/>
        </p:nvSpPr>
        <p:spPr>
          <a:xfrm>
            <a:off x="3539301" y="429999"/>
            <a:ext cx="5177789" cy="646331"/>
          </a:xfrm>
          <a:prstGeom prst="rect">
            <a:avLst/>
          </a:prstGeom>
          <a:noFill/>
        </p:spPr>
        <p:txBody>
          <a:bodyPr wrap="square" rtlCol="0">
            <a:spAutoFit/>
          </a:bodyPr>
          <a:lstStyle/>
          <a:p>
            <a:r>
              <a:rPr lang="en-GB"/>
              <a:t>Effective mitigation strategies are essential for reducing the impact of identified threats.</a:t>
            </a:r>
            <a:endParaRPr lang="en-CA" dirty="0"/>
          </a:p>
        </p:txBody>
      </p:sp>
    </p:spTree>
    <p:extLst>
      <p:ext uri="{BB962C8B-B14F-4D97-AF65-F5344CB8AC3E}">
        <p14:creationId xmlns:p14="http://schemas.microsoft.com/office/powerpoint/2010/main" val="2186754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AE3A42-AFFF-32F1-127A-73E8ABBCFEC3}"/>
              </a:ext>
            </a:extLst>
          </p:cNvPr>
          <p:cNvSpPr>
            <a:spLocks noGrp="1"/>
          </p:cNvSpPr>
          <p:nvPr>
            <p:ph type="title"/>
          </p:nvPr>
        </p:nvSpPr>
        <p:spPr>
          <a:xfrm>
            <a:off x="630936" y="256032"/>
            <a:ext cx="7879842" cy="1014984"/>
          </a:xfrm>
        </p:spPr>
        <p:txBody>
          <a:bodyPr anchor="b">
            <a:normAutofit/>
          </a:bodyPr>
          <a:lstStyle/>
          <a:p>
            <a:r>
              <a:rPr lang="en-CA" kern="0">
                <a:effectLst/>
                <a:latin typeface="Calibri" panose="020F0502020204030204" pitchFamily="34" charset="0"/>
                <a:ea typeface="Times New Roman" panose="02020603050405020304" pitchFamily="18" charset="0"/>
                <a:cs typeface="Arial" panose="020B0604020202020204" pitchFamily="34" charset="0"/>
              </a:rPr>
              <a:t>Key Concepts and Terminology</a:t>
            </a:r>
            <a:endParaRPr lang="en-CA" dirty="0"/>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A779F0A8-CB8A-5E3B-ED5D-5A0B3912FB8A}"/>
              </a:ext>
            </a:extLst>
          </p:cNvPr>
          <p:cNvSpPr>
            <a:spLocks noGrp="1"/>
          </p:cNvSpPr>
          <p:nvPr>
            <p:ph type="sldNum" sz="quarter" idx="12"/>
          </p:nvPr>
        </p:nvSpPr>
        <p:spPr>
          <a:xfrm>
            <a:off x="6654940" y="6356350"/>
            <a:ext cx="1858124" cy="365125"/>
          </a:xfrm>
        </p:spPr>
        <p:txBody>
          <a:bodyPr>
            <a:normAutofit/>
          </a:bodyPr>
          <a:lstStyle/>
          <a:p>
            <a:pPr>
              <a:spcAft>
                <a:spcPts val="600"/>
              </a:spcAft>
            </a:pPr>
            <a:fld id="{3AAB7785-396F-4915-8DFC-F7434CCA128E}" type="slidenum">
              <a:rPr lang="en-CA">
                <a:solidFill>
                  <a:schemeClr val="tx1">
                    <a:lumMod val="50000"/>
                    <a:lumOff val="50000"/>
                  </a:schemeClr>
                </a:solidFill>
              </a:rPr>
              <a:pPr>
                <a:spcAft>
                  <a:spcPts val="600"/>
                </a:spcAft>
              </a:pPr>
              <a:t>33</a:t>
            </a:fld>
            <a:endParaRPr lang="en-CA">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4C8602A1-7D73-8753-4EB6-FF5F56E9F98E}"/>
              </a:ext>
            </a:extLst>
          </p:cNvPr>
          <p:cNvGraphicFramePr>
            <a:graphicFrameLocks noGrp="1"/>
          </p:cNvGraphicFramePr>
          <p:nvPr>
            <p:ph idx="1"/>
            <p:extLst>
              <p:ext uri="{D42A27DB-BD31-4B8C-83A1-F6EECF244321}">
                <p14:modId xmlns:p14="http://schemas.microsoft.com/office/powerpoint/2010/main" val="251472921"/>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10095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1E57C6-A109-EC44-E988-31A19C4A9273}"/>
              </a:ext>
            </a:extLst>
          </p:cNvPr>
          <p:cNvSpPr>
            <a:spLocks noGrp="1"/>
          </p:cNvSpPr>
          <p:nvPr>
            <p:ph type="title"/>
          </p:nvPr>
        </p:nvSpPr>
        <p:spPr>
          <a:xfrm>
            <a:off x="628650" y="365125"/>
            <a:ext cx="7886700" cy="1325563"/>
          </a:xfrm>
        </p:spPr>
        <p:txBody>
          <a:bodyPr>
            <a:normAutofit/>
          </a:bodyPr>
          <a:lstStyle/>
          <a:p>
            <a:r>
              <a:rPr lang="en-CA" sz="4700"/>
              <a:t>Types of Vulnerabilities: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12F67C-F1C8-DC63-AD0A-B7F60FA2B96F}"/>
              </a:ext>
            </a:extLst>
          </p:cNvPr>
          <p:cNvSpPr>
            <a:spLocks noGrp="1"/>
          </p:cNvSpPr>
          <p:nvPr>
            <p:ph idx="1"/>
          </p:nvPr>
        </p:nvSpPr>
        <p:spPr>
          <a:xfrm>
            <a:off x="628650" y="1929384"/>
            <a:ext cx="7886700" cy="4251960"/>
          </a:xfrm>
        </p:spPr>
        <p:txBody>
          <a:bodyPr>
            <a:normAutofit/>
          </a:bodyPr>
          <a:lstStyle/>
          <a:p>
            <a:r>
              <a:rPr lang="en-CA" sz="1900" b="1"/>
              <a:t>Technical Vulnerabilities</a:t>
            </a:r>
            <a:r>
              <a:rPr lang="en-CA" sz="1900"/>
              <a:t>:</a:t>
            </a:r>
            <a:endParaRPr lang="en-CA" sz="1900" b="1"/>
          </a:p>
          <a:p>
            <a:pPr lvl="1"/>
            <a:r>
              <a:rPr lang="en-CA" sz="1900" b="1"/>
              <a:t>Software vulnerabilities: </a:t>
            </a:r>
            <a:r>
              <a:rPr lang="en-CA" sz="1900"/>
              <a:t>Common types include buffer overflows, SQL injection, cross-site scripting (XSS), and remote code execution.</a:t>
            </a:r>
          </a:p>
          <a:p>
            <a:pPr lvl="1"/>
            <a:r>
              <a:rPr lang="en-CA" sz="1900" b="1"/>
              <a:t>Hardware vulnerabilities: </a:t>
            </a:r>
            <a:r>
              <a:rPr lang="en-CA" sz="1900"/>
              <a:t>Weaknesses in physical devices or their configurations.</a:t>
            </a:r>
          </a:p>
          <a:p>
            <a:pPr lvl="1"/>
            <a:r>
              <a:rPr lang="en-CA" sz="1900" b="1"/>
              <a:t>Configuration vulnerabilities: </a:t>
            </a:r>
            <a:r>
              <a:rPr lang="en-CA" sz="1900"/>
              <a:t>Improper settings or misconfigurations that can expose systems to risks.</a:t>
            </a:r>
          </a:p>
          <a:p>
            <a:r>
              <a:rPr lang="en-GB" sz="1900" b="1"/>
              <a:t>Operational Vulnerabilities:</a:t>
            </a:r>
            <a:r>
              <a:rPr lang="en-GB" sz="1900"/>
              <a:t> Arising from poor security management, such as improper credential management, lack of patches, or weak encryption protocols.</a:t>
            </a:r>
          </a:p>
          <a:p>
            <a:r>
              <a:rPr lang="en-GB" sz="1900" b="1"/>
              <a:t>Human Vulnerabilities:</a:t>
            </a:r>
            <a:r>
              <a:rPr lang="en-GB" sz="1900"/>
              <a:t> Resulting from social engineering, such as phishing or insider threats.</a:t>
            </a:r>
            <a:endParaRPr lang="en-CA" sz="1900"/>
          </a:p>
        </p:txBody>
      </p:sp>
      <p:sp>
        <p:nvSpPr>
          <p:cNvPr id="4" name="Slide Number Placeholder 3">
            <a:extLst>
              <a:ext uri="{FF2B5EF4-FFF2-40B4-BE49-F238E27FC236}">
                <a16:creationId xmlns:a16="http://schemas.microsoft.com/office/drawing/2014/main" id="{DCB7BA58-F7CD-5AF2-949A-DCBA18AA1C45}"/>
              </a:ext>
            </a:extLst>
          </p:cNvPr>
          <p:cNvSpPr>
            <a:spLocks noGrp="1"/>
          </p:cNvSpPr>
          <p:nvPr>
            <p:ph type="sldNum" sz="quarter" idx="12"/>
          </p:nvPr>
        </p:nvSpPr>
        <p:spPr>
          <a:xfrm>
            <a:off x="6457950" y="6356350"/>
            <a:ext cx="2057400" cy="365125"/>
          </a:xfrm>
        </p:spPr>
        <p:txBody>
          <a:bodyPr>
            <a:normAutofit/>
          </a:bodyPr>
          <a:lstStyle/>
          <a:p>
            <a:pPr>
              <a:spcAft>
                <a:spcPts val="600"/>
              </a:spcAft>
            </a:pPr>
            <a:fld id="{3AAB7785-396F-4915-8DFC-F7434CCA128E}" type="slidenum">
              <a:rPr lang="en-CA" smtClean="0"/>
              <a:pPr>
                <a:spcAft>
                  <a:spcPts val="600"/>
                </a:spcAft>
              </a:pPr>
              <a:t>34</a:t>
            </a:fld>
            <a:endParaRPr lang="en-CA"/>
          </a:p>
        </p:txBody>
      </p:sp>
    </p:spTree>
    <p:extLst>
      <p:ext uri="{BB962C8B-B14F-4D97-AF65-F5344CB8AC3E}">
        <p14:creationId xmlns:p14="http://schemas.microsoft.com/office/powerpoint/2010/main" val="2501379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D1ECE2-B176-3684-2196-80C4AC0442B1}"/>
              </a:ext>
            </a:extLst>
          </p:cNvPr>
          <p:cNvSpPr>
            <a:spLocks noGrp="1"/>
          </p:cNvSpPr>
          <p:nvPr>
            <p:ph type="title"/>
          </p:nvPr>
        </p:nvSpPr>
        <p:spPr>
          <a:xfrm>
            <a:off x="350041" y="586855"/>
            <a:ext cx="2401025" cy="3387497"/>
          </a:xfrm>
        </p:spPr>
        <p:txBody>
          <a:bodyPr anchor="b">
            <a:normAutofit/>
          </a:bodyPr>
          <a:lstStyle/>
          <a:p>
            <a:pPr algn="r"/>
            <a:r>
              <a:rPr lang="en-CA" sz="3500">
                <a:solidFill>
                  <a:srgbClr val="FFFFFF"/>
                </a:solidFill>
              </a:rPr>
              <a:t>Vulnerability Lifecycle</a:t>
            </a:r>
          </a:p>
        </p:txBody>
      </p:sp>
      <p:sp>
        <p:nvSpPr>
          <p:cNvPr id="8" name="Content Placeholder 2">
            <a:extLst>
              <a:ext uri="{FF2B5EF4-FFF2-40B4-BE49-F238E27FC236}">
                <a16:creationId xmlns:a16="http://schemas.microsoft.com/office/drawing/2014/main" id="{15B6D625-DFFF-599F-DC87-EC3713372BA2}"/>
              </a:ext>
            </a:extLst>
          </p:cNvPr>
          <p:cNvSpPr>
            <a:spLocks noGrp="1"/>
          </p:cNvSpPr>
          <p:nvPr>
            <p:ph idx="1"/>
          </p:nvPr>
        </p:nvSpPr>
        <p:spPr>
          <a:xfrm>
            <a:off x="3607694" y="649480"/>
            <a:ext cx="4916510" cy="5546047"/>
          </a:xfrm>
        </p:spPr>
        <p:txBody>
          <a:bodyPr anchor="ctr">
            <a:normAutofit/>
          </a:bodyPr>
          <a:lstStyle/>
          <a:p>
            <a:r>
              <a:rPr lang="en-GB" sz="1700" b="1"/>
              <a:t>Discovery:</a:t>
            </a:r>
            <a:r>
              <a:rPr lang="en-GB" sz="1700"/>
              <a:t> Vulnerabilities can be discovered by researchers (ethical hackers), threat actors, or through routine testing.</a:t>
            </a:r>
          </a:p>
          <a:p>
            <a:r>
              <a:rPr lang="en-GB" sz="1700" b="1"/>
              <a:t>Disclosure:</a:t>
            </a:r>
            <a:r>
              <a:rPr lang="en-GB" sz="1700"/>
              <a:t> Once a vulnerability is found, it is typically reported to the responsible vendor or organization.</a:t>
            </a:r>
          </a:p>
          <a:p>
            <a:r>
              <a:rPr lang="en-GB" sz="1700" b="1"/>
              <a:t>Patching:</a:t>
            </a:r>
            <a:r>
              <a:rPr lang="en-GB" sz="1700"/>
              <a:t> A fix or patch is developed and applied to mitigate the vulnerability. In cases where no fix exists, temporary measures like firewalls or network segmentation may be employed to minimize risk.</a:t>
            </a:r>
          </a:p>
          <a:p>
            <a:r>
              <a:rPr lang="en-GB" sz="1700" b="1"/>
              <a:t>Code Reviews:</a:t>
            </a:r>
            <a:r>
              <a:rPr lang="en-GB" sz="1700"/>
              <a:t> Regular analysis of software code to identify and fix vulnerabilities before deployment.</a:t>
            </a:r>
          </a:p>
          <a:p>
            <a:r>
              <a:rPr lang="en-GB" sz="1700" b="1"/>
              <a:t>Security Testing:</a:t>
            </a:r>
            <a:r>
              <a:rPr lang="en-GB" sz="1700"/>
              <a:t> Conducting penetration tests and vulnerability assessments to identify weaknesses.</a:t>
            </a:r>
            <a:endParaRPr lang="en-CA" sz="1700"/>
          </a:p>
        </p:txBody>
      </p:sp>
      <p:sp>
        <p:nvSpPr>
          <p:cNvPr id="4" name="Slide Number Placeholder 3">
            <a:extLst>
              <a:ext uri="{FF2B5EF4-FFF2-40B4-BE49-F238E27FC236}">
                <a16:creationId xmlns:a16="http://schemas.microsoft.com/office/drawing/2014/main" id="{C4B0FF7D-94E2-5816-51D3-C1AC13085708}"/>
              </a:ext>
            </a:extLst>
          </p:cNvPr>
          <p:cNvSpPr>
            <a:spLocks noGrp="1"/>
          </p:cNvSpPr>
          <p:nvPr>
            <p:ph type="sldNum" sz="quarter" idx="12"/>
          </p:nvPr>
        </p:nvSpPr>
        <p:spPr>
          <a:xfrm>
            <a:off x="8778240" y="6455664"/>
            <a:ext cx="336042" cy="365125"/>
          </a:xfrm>
        </p:spPr>
        <p:txBody>
          <a:bodyPr>
            <a:normAutofit/>
          </a:bodyPr>
          <a:lstStyle/>
          <a:p>
            <a:pPr>
              <a:spcAft>
                <a:spcPts val="600"/>
              </a:spcAft>
            </a:pPr>
            <a:fld id="{3AAB7785-396F-4915-8DFC-F7434CCA128E}" type="slidenum">
              <a:rPr lang="en-CA" sz="1000">
                <a:solidFill>
                  <a:schemeClr val="tx1">
                    <a:lumMod val="50000"/>
                    <a:lumOff val="50000"/>
                  </a:schemeClr>
                </a:solidFill>
              </a:rPr>
              <a:pPr>
                <a:spcAft>
                  <a:spcPts val="600"/>
                </a:spcAft>
              </a:pPr>
              <a:t>35</a:t>
            </a:fld>
            <a:endParaRPr lang="en-CA" sz="1000">
              <a:solidFill>
                <a:schemeClr val="tx1">
                  <a:lumMod val="50000"/>
                  <a:lumOff val="50000"/>
                </a:schemeClr>
              </a:solidFill>
            </a:endParaRPr>
          </a:p>
        </p:txBody>
      </p:sp>
    </p:spTree>
    <p:extLst>
      <p:ext uri="{BB962C8B-B14F-4D97-AF65-F5344CB8AC3E}">
        <p14:creationId xmlns:p14="http://schemas.microsoft.com/office/powerpoint/2010/main" val="20498337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488A36-DBBF-C124-0114-AFD758F9BB64}"/>
              </a:ext>
            </a:extLst>
          </p:cNvPr>
          <p:cNvSpPr>
            <a:spLocks noGrp="1"/>
          </p:cNvSpPr>
          <p:nvPr>
            <p:ph type="title"/>
          </p:nvPr>
        </p:nvSpPr>
        <p:spPr>
          <a:xfrm>
            <a:off x="515125" y="1153572"/>
            <a:ext cx="2400300" cy="4461163"/>
          </a:xfrm>
        </p:spPr>
        <p:txBody>
          <a:bodyPr>
            <a:normAutofit/>
          </a:bodyPr>
          <a:lstStyle/>
          <a:p>
            <a:r>
              <a:rPr lang="en-GB" sz="2800">
                <a:solidFill>
                  <a:srgbClr val="FFFFFF"/>
                </a:solidFill>
              </a:rPr>
              <a:t>Exploit: Leveraging Vulnerabilities for Attacks</a:t>
            </a:r>
            <a:endParaRPr lang="en-CA" sz="2800">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Content Placeholder 2">
            <a:extLst>
              <a:ext uri="{FF2B5EF4-FFF2-40B4-BE49-F238E27FC236}">
                <a16:creationId xmlns:a16="http://schemas.microsoft.com/office/drawing/2014/main" id="{4E641F5B-F97A-F0D9-9F7B-3611AFD98293}"/>
              </a:ext>
            </a:extLst>
          </p:cNvPr>
          <p:cNvSpPr>
            <a:spLocks noGrp="1"/>
          </p:cNvSpPr>
          <p:nvPr>
            <p:ph idx="1"/>
          </p:nvPr>
        </p:nvSpPr>
        <p:spPr>
          <a:xfrm>
            <a:off x="3335481" y="591344"/>
            <a:ext cx="5179868" cy="5585619"/>
          </a:xfrm>
        </p:spPr>
        <p:txBody>
          <a:bodyPr anchor="ctr">
            <a:normAutofit/>
          </a:bodyPr>
          <a:lstStyle/>
          <a:p>
            <a:r>
              <a:rPr lang="en-GB" sz="1900" b="1"/>
              <a:t>Zero-Day Exploits:</a:t>
            </a:r>
            <a:r>
              <a:rPr lang="en-GB" sz="1900"/>
              <a:t> These are exploits that take advantage of vulnerabilities unknown to the software vendor, meaning no patch or fix is available at the time of the attack. Zero-day attacks are highly dangerous as they leave systems unprotected .</a:t>
            </a:r>
          </a:p>
          <a:p>
            <a:r>
              <a:rPr lang="en-GB" sz="1900" b="1"/>
              <a:t>Remote Exploits:</a:t>
            </a:r>
            <a:r>
              <a:rPr lang="en-GB" sz="1900"/>
              <a:t> These are designed to attack vulnerabilities over a network without physical access to the system. For example, an attacker can use a buffer overflow vulnerability in a server to inject malicious code remotely.</a:t>
            </a:r>
          </a:p>
          <a:p>
            <a:r>
              <a:rPr lang="en-GB" sz="1900" b="1"/>
              <a:t>Local Exploits:</a:t>
            </a:r>
            <a:r>
              <a:rPr lang="en-GB" sz="1900"/>
              <a:t> These require the attacker to have some form of access to the system. Once they gain access, they can use exploits like privilege escalation to gain control over higher-level functions of the system .</a:t>
            </a:r>
          </a:p>
          <a:p>
            <a:endParaRPr lang="en-CA" sz="1900"/>
          </a:p>
        </p:txBody>
      </p:sp>
      <p:sp>
        <p:nvSpPr>
          <p:cNvPr id="4" name="Slide Number Placeholder 3">
            <a:extLst>
              <a:ext uri="{FF2B5EF4-FFF2-40B4-BE49-F238E27FC236}">
                <a16:creationId xmlns:a16="http://schemas.microsoft.com/office/drawing/2014/main" id="{618F6CF5-A945-702B-096D-97C123611482}"/>
              </a:ext>
            </a:extLst>
          </p:cNvPr>
          <p:cNvSpPr>
            <a:spLocks noGrp="1"/>
          </p:cNvSpPr>
          <p:nvPr>
            <p:ph type="sldNum" sz="quarter" idx="12"/>
          </p:nvPr>
        </p:nvSpPr>
        <p:spPr>
          <a:xfrm>
            <a:off x="7156173" y="6356350"/>
            <a:ext cx="1359176" cy="365125"/>
          </a:xfrm>
        </p:spPr>
        <p:txBody>
          <a:bodyPr>
            <a:normAutofit/>
          </a:bodyPr>
          <a:lstStyle/>
          <a:p>
            <a:pPr>
              <a:spcAft>
                <a:spcPts val="600"/>
              </a:spcAft>
            </a:pPr>
            <a:fld id="{3AAB7785-396F-4915-8DFC-F7434CCA128E}" type="slidenum">
              <a:rPr lang="en-CA" smtClean="0"/>
              <a:pPr>
                <a:spcAft>
                  <a:spcPts val="600"/>
                </a:spcAft>
              </a:pPr>
              <a:t>36</a:t>
            </a:fld>
            <a:endParaRPr lang="en-CA"/>
          </a:p>
        </p:txBody>
      </p:sp>
    </p:spTree>
    <p:extLst>
      <p:ext uri="{BB962C8B-B14F-4D97-AF65-F5344CB8AC3E}">
        <p14:creationId xmlns:p14="http://schemas.microsoft.com/office/powerpoint/2010/main" val="2618487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1119031"/>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96D968-FC8E-376C-3BEB-FB491BAEFDEA}"/>
              </a:ext>
            </a:extLst>
          </p:cNvPr>
          <p:cNvSpPr>
            <a:spLocks noGrp="1"/>
          </p:cNvSpPr>
          <p:nvPr>
            <p:ph type="title"/>
          </p:nvPr>
        </p:nvSpPr>
        <p:spPr>
          <a:xfrm>
            <a:off x="878305" y="1396686"/>
            <a:ext cx="2430380" cy="4064628"/>
          </a:xfrm>
        </p:spPr>
        <p:txBody>
          <a:bodyPr>
            <a:normAutofit/>
          </a:bodyPr>
          <a:lstStyle/>
          <a:p>
            <a:r>
              <a:rPr lang="en-CA">
                <a:solidFill>
                  <a:srgbClr val="FFFFFF"/>
                </a:solidFill>
              </a:rPr>
              <a:t>Mitigation Strategies</a:t>
            </a:r>
          </a:p>
        </p:txBody>
      </p:sp>
      <p:sp>
        <p:nvSpPr>
          <p:cNvPr id="13" name="Arc 12">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941148"/>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4780992"/>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522BE62-F36C-2358-FB9F-E2015DA8620D}"/>
              </a:ext>
            </a:extLst>
          </p:cNvPr>
          <p:cNvSpPr>
            <a:spLocks noGrp="1"/>
          </p:cNvSpPr>
          <p:nvPr>
            <p:ph idx="1"/>
          </p:nvPr>
        </p:nvSpPr>
        <p:spPr>
          <a:xfrm>
            <a:off x="4027614" y="1526033"/>
            <a:ext cx="4152298" cy="3935281"/>
          </a:xfrm>
        </p:spPr>
        <p:txBody>
          <a:bodyPr>
            <a:normAutofit/>
          </a:bodyPr>
          <a:lstStyle/>
          <a:p>
            <a:r>
              <a:rPr lang="en-GB" sz="1800" b="1"/>
              <a:t>Intrusion Detection and Prevention Systems (IDPS):</a:t>
            </a:r>
            <a:r>
              <a:rPr lang="en-GB" sz="1800"/>
              <a:t> Systems designed to detect malicious traffic associated with exploits and prevent them from compromising systems.</a:t>
            </a:r>
          </a:p>
          <a:p>
            <a:r>
              <a:rPr lang="en-GB" sz="1800" b="1"/>
              <a:t>Zero-Day Protection:</a:t>
            </a:r>
            <a:r>
              <a:rPr lang="en-GB" sz="1800"/>
              <a:t> Using machine learning and anomaly detection to identify potential zero-day exploits.</a:t>
            </a:r>
          </a:p>
          <a:p>
            <a:r>
              <a:rPr lang="en-GB" sz="1800" b="1"/>
              <a:t>Regular Updates and Patch Management:</a:t>
            </a:r>
            <a:r>
              <a:rPr lang="en-GB" sz="1800"/>
              <a:t> Patching known vulnerabilities to prevent exploits from being effective.</a:t>
            </a:r>
          </a:p>
        </p:txBody>
      </p:sp>
      <p:sp>
        <p:nvSpPr>
          <p:cNvPr id="4" name="Slide Number Placeholder 3">
            <a:extLst>
              <a:ext uri="{FF2B5EF4-FFF2-40B4-BE49-F238E27FC236}">
                <a16:creationId xmlns:a16="http://schemas.microsoft.com/office/drawing/2014/main" id="{8E1B0DA6-26CF-0D20-9690-AA4E0C8EF1CC}"/>
              </a:ext>
            </a:extLst>
          </p:cNvPr>
          <p:cNvSpPr>
            <a:spLocks noGrp="1"/>
          </p:cNvSpPr>
          <p:nvPr>
            <p:ph type="sldNum" sz="quarter" idx="12"/>
          </p:nvPr>
        </p:nvSpPr>
        <p:spPr>
          <a:xfrm>
            <a:off x="6457950" y="6356350"/>
            <a:ext cx="2057400" cy="365125"/>
          </a:xfrm>
        </p:spPr>
        <p:txBody>
          <a:bodyPr>
            <a:normAutofit/>
          </a:bodyPr>
          <a:lstStyle/>
          <a:p>
            <a:pPr>
              <a:spcAft>
                <a:spcPts val="600"/>
              </a:spcAft>
            </a:pPr>
            <a:fld id="{3AAB7785-396F-4915-8DFC-F7434CCA128E}" type="slidenum">
              <a:rPr lang="en-CA" smtClean="0"/>
              <a:pPr>
                <a:spcAft>
                  <a:spcPts val="600"/>
                </a:spcAft>
              </a:pPr>
              <a:t>37</a:t>
            </a:fld>
            <a:endParaRPr lang="en-CA"/>
          </a:p>
        </p:txBody>
      </p:sp>
    </p:spTree>
    <p:extLst>
      <p:ext uri="{BB962C8B-B14F-4D97-AF65-F5344CB8AC3E}">
        <p14:creationId xmlns:p14="http://schemas.microsoft.com/office/powerpoint/2010/main" val="3590671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26B935-FB05-246D-E70C-61298CE89399}"/>
              </a:ext>
            </a:extLst>
          </p:cNvPr>
          <p:cNvSpPr>
            <a:spLocks noGrp="1"/>
          </p:cNvSpPr>
          <p:nvPr>
            <p:ph type="title"/>
          </p:nvPr>
        </p:nvSpPr>
        <p:spPr>
          <a:xfrm>
            <a:off x="515125" y="1153572"/>
            <a:ext cx="2400300" cy="4461163"/>
          </a:xfrm>
        </p:spPr>
        <p:txBody>
          <a:bodyPr>
            <a:normAutofit/>
          </a:bodyPr>
          <a:lstStyle/>
          <a:p>
            <a:r>
              <a:rPr lang="en-GB">
                <a:solidFill>
                  <a:srgbClr val="FFFFFF"/>
                </a:solidFill>
              </a:rPr>
              <a:t>Attack Surface: The Total Points of Entry for Potential Attacks</a:t>
            </a:r>
            <a:endParaRPr lang="en-CA">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6049659-8E06-E8C5-2E13-7094D443A428}"/>
              </a:ext>
            </a:extLst>
          </p:cNvPr>
          <p:cNvSpPr>
            <a:spLocks noGrp="1"/>
          </p:cNvSpPr>
          <p:nvPr>
            <p:ph idx="1"/>
          </p:nvPr>
        </p:nvSpPr>
        <p:spPr>
          <a:xfrm>
            <a:off x="3335481" y="591344"/>
            <a:ext cx="5179868" cy="5585619"/>
          </a:xfrm>
        </p:spPr>
        <p:txBody>
          <a:bodyPr anchor="ctr">
            <a:normAutofit fontScale="92500"/>
          </a:bodyPr>
          <a:lstStyle/>
          <a:p>
            <a:r>
              <a:rPr lang="en-GB" b="1" dirty="0"/>
              <a:t>Network Attack Surface:</a:t>
            </a:r>
            <a:r>
              <a:rPr lang="en-GB" dirty="0"/>
              <a:t> Includes all the vulnerable points where attackers can interact with the network, such as open ports, exposed services, and insecure APIs.</a:t>
            </a:r>
          </a:p>
          <a:p>
            <a:r>
              <a:rPr lang="en-GB" b="1" dirty="0"/>
              <a:t>Software Attack Surface:</a:t>
            </a:r>
            <a:r>
              <a:rPr lang="en-GB" dirty="0"/>
              <a:t> This includes the code vulnerabilities in the software, including libraries and third-party dependencies that may harbour security flaws.</a:t>
            </a:r>
          </a:p>
          <a:p>
            <a:r>
              <a:rPr lang="en-GB" b="1" dirty="0"/>
              <a:t>User behaviour:</a:t>
            </a:r>
            <a:r>
              <a:rPr lang="en-GB" dirty="0"/>
              <a:t> User actions and practices can create additional attack surfaces.</a:t>
            </a:r>
          </a:p>
          <a:p>
            <a:r>
              <a:rPr lang="en-GB" b="1" dirty="0"/>
              <a:t>Third-party components:</a:t>
            </a:r>
            <a:r>
              <a:rPr lang="en-GB" dirty="0"/>
              <a:t> Dependencies on external software or services can introduce vulnerabilities.</a:t>
            </a:r>
          </a:p>
          <a:p>
            <a:r>
              <a:rPr lang="en-GB" b="1" dirty="0"/>
              <a:t>Physical Attack Surface:</a:t>
            </a:r>
            <a:r>
              <a:rPr lang="en-GB" dirty="0"/>
              <a:t> Refers to the physical locations where an attacker can gain access to infrastructure, including data centres, servers, and workstations.</a:t>
            </a:r>
            <a:endParaRPr lang="en-CA" dirty="0"/>
          </a:p>
        </p:txBody>
      </p:sp>
      <p:sp>
        <p:nvSpPr>
          <p:cNvPr id="4" name="Slide Number Placeholder 3">
            <a:extLst>
              <a:ext uri="{FF2B5EF4-FFF2-40B4-BE49-F238E27FC236}">
                <a16:creationId xmlns:a16="http://schemas.microsoft.com/office/drawing/2014/main" id="{FBA6460C-A74B-B6AB-20F7-25EC64CC187C}"/>
              </a:ext>
            </a:extLst>
          </p:cNvPr>
          <p:cNvSpPr>
            <a:spLocks noGrp="1"/>
          </p:cNvSpPr>
          <p:nvPr>
            <p:ph type="sldNum" sz="quarter" idx="12"/>
          </p:nvPr>
        </p:nvSpPr>
        <p:spPr>
          <a:xfrm>
            <a:off x="7156173" y="6356350"/>
            <a:ext cx="1359176" cy="365125"/>
          </a:xfrm>
        </p:spPr>
        <p:txBody>
          <a:bodyPr>
            <a:normAutofit/>
          </a:bodyPr>
          <a:lstStyle/>
          <a:p>
            <a:pPr>
              <a:spcAft>
                <a:spcPts val="600"/>
              </a:spcAft>
            </a:pPr>
            <a:fld id="{3AAB7785-396F-4915-8DFC-F7434CCA128E}" type="slidenum">
              <a:rPr lang="en-CA" smtClean="0"/>
              <a:pPr>
                <a:spcAft>
                  <a:spcPts val="600"/>
                </a:spcAft>
              </a:pPr>
              <a:t>38</a:t>
            </a:fld>
            <a:endParaRPr lang="en-CA"/>
          </a:p>
        </p:txBody>
      </p:sp>
    </p:spTree>
    <p:extLst>
      <p:ext uri="{BB962C8B-B14F-4D97-AF65-F5344CB8AC3E}">
        <p14:creationId xmlns:p14="http://schemas.microsoft.com/office/powerpoint/2010/main" val="2472618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1119031"/>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FF0245-FC00-FC4D-2E05-201CF0AEF5E2}"/>
              </a:ext>
            </a:extLst>
          </p:cNvPr>
          <p:cNvSpPr>
            <a:spLocks noGrp="1"/>
          </p:cNvSpPr>
          <p:nvPr>
            <p:ph type="title"/>
          </p:nvPr>
        </p:nvSpPr>
        <p:spPr>
          <a:xfrm>
            <a:off x="878305" y="1396686"/>
            <a:ext cx="2430380" cy="4064628"/>
          </a:xfrm>
        </p:spPr>
        <p:txBody>
          <a:bodyPr>
            <a:normAutofit/>
          </a:bodyPr>
          <a:lstStyle/>
          <a:p>
            <a:r>
              <a:rPr lang="en-CA">
                <a:solidFill>
                  <a:srgbClr val="FFFFFF"/>
                </a:solidFill>
              </a:rPr>
              <a:t>Mitigation Strategies</a:t>
            </a:r>
          </a:p>
        </p:txBody>
      </p:sp>
      <p:sp>
        <p:nvSpPr>
          <p:cNvPr id="13" name="Arc 12">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941148"/>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4780992"/>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588C132-4CE2-736F-8258-F4DA2C3EC4F3}"/>
              </a:ext>
            </a:extLst>
          </p:cNvPr>
          <p:cNvSpPr>
            <a:spLocks noGrp="1"/>
          </p:cNvSpPr>
          <p:nvPr>
            <p:ph idx="1"/>
          </p:nvPr>
        </p:nvSpPr>
        <p:spPr>
          <a:xfrm>
            <a:off x="4027614" y="1526033"/>
            <a:ext cx="4152298" cy="3935281"/>
          </a:xfrm>
        </p:spPr>
        <p:txBody>
          <a:bodyPr>
            <a:normAutofit/>
          </a:bodyPr>
          <a:lstStyle/>
          <a:p>
            <a:r>
              <a:rPr lang="en-GB" sz="1900" b="1"/>
              <a:t>Reduce Unnecessary Features:</a:t>
            </a:r>
            <a:r>
              <a:rPr lang="en-GB" sz="1900"/>
              <a:t> Disabling or removing features, services, and code that are not necessary for the system's functionality.</a:t>
            </a:r>
          </a:p>
          <a:p>
            <a:r>
              <a:rPr lang="en-GB" sz="1900" b="1"/>
              <a:t>Network Segmentation:</a:t>
            </a:r>
            <a:r>
              <a:rPr lang="en-GB" sz="1900"/>
              <a:t> Isolating sensitive parts of the network to limit the scope of an attack.</a:t>
            </a:r>
          </a:p>
          <a:p>
            <a:r>
              <a:rPr lang="en-GB" sz="1900" b="1"/>
              <a:t>Minimizing Privileges:</a:t>
            </a:r>
            <a:r>
              <a:rPr lang="en-GB" sz="1900"/>
              <a:t> Limiting user and process privileges to minimize the potential for exploitation.</a:t>
            </a:r>
            <a:endParaRPr lang="en-CA" sz="1900"/>
          </a:p>
        </p:txBody>
      </p:sp>
      <p:sp>
        <p:nvSpPr>
          <p:cNvPr id="4" name="Slide Number Placeholder 3">
            <a:extLst>
              <a:ext uri="{FF2B5EF4-FFF2-40B4-BE49-F238E27FC236}">
                <a16:creationId xmlns:a16="http://schemas.microsoft.com/office/drawing/2014/main" id="{494BBC0B-4619-2705-BF4A-13C98C21D44D}"/>
              </a:ext>
            </a:extLst>
          </p:cNvPr>
          <p:cNvSpPr>
            <a:spLocks noGrp="1"/>
          </p:cNvSpPr>
          <p:nvPr>
            <p:ph type="sldNum" sz="quarter" idx="12"/>
          </p:nvPr>
        </p:nvSpPr>
        <p:spPr>
          <a:xfrm>
            <a:off x="6457950" y="6356350"/>
            <a:ext cx="2057400" cy="365125"/>
          </a:xfrm>
        </p:spPr>
        <p:txBody>
          <a:bodyPr>
            <a:normAutofit/>
          </a:bodyPr>
          <a:lstStyle/>
          <a:p>
            <a:pPr>
              <a:spcAft>
                <a:spcPts val="600"/>
              </a:spcAft>
            </a:pPr>
            <a:fld id="{3AAB7785-396F-4915-8DFC-F7434CCA128E}" type="slidenum">
              <a:rPr lang="en-CA" smtClean="0"/>
              <a:pPr>
                <a:spcAft>
                  <a:spcPts val="600"/>
                </a:spcAft>
              </a:pPr>
              <a:t>39</a:t>
            </a:fld>
            <a:endParaRPr lang="en-CA"/>
          </a:p>
        </p:txBody>
      </p:sp>
    </p:spTree>
    <p:extLst>
      <p:ext uri="{BB962C8B-B14F-4D97-AF65-F5344CB8AC3E}">
        <p14:creationId xmlns:p14="http://schemas.microsoft.com/office/powerpoint/2010/main" val="2398942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EB6828-0E67-8F74-862F-6250EB18AA69}"/>
              </a:ext>
            </a:extLst>
          </p:cNvPr>
          <p:cNvSpPr>
            <a:spLocks noGrp="1"/>
          </p:cNvSpPr>
          <p:nvPr>
            <p:ph type="title"/>
          </p:nvPr>
        </p:nvSpPr>
        <p:spPr>
          <a:xfrm>
            <a:off x="515125" y="1153572"/>
            <a:ext cx="2400300" cy="4461163"/>
          </a:xfrm>
        </p:spPr>
        <p:txBody>
          <a:bodyPr>
            <a:normAutofit/>
          </a:bodyPr>
          <a:lstStyle/>
          <a:p>
            <a:r>
              <a:rPr lang="en-GB">
                <a:solidFill>
                  <a:srgbClr val="FFFFFF"/>
                </a:solidFill>
              </a:rPr>
              <a:t>Defence in Depth: Layered Security</a:t>
            </a:r>
            <a:endParaRPr lang="en-CA">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02C27EC-893B-3950-4861-1594E4479AB3}"/>
              </a:ext>
            </a:extLst>
          </p:cNvPr>
          <p:cNvSpPr>
            <a:spLocks noGrp="1"/>
          </p:cNvSpPr>
          <p:nvPr>
            <p:ph idx="1"/>
          </p:nvPr>
        </p:nvSpPr>
        <p:spPr>
          <a:xfrm>
            <a:off x="3335481" y="591344"/>
            <a:ext cx="5179868" cy="5585619"/>
          </a:xfrm>
        </p:spPr>
        <p:txBody>
          <a:bodyPr anchor="ctr">
            <a:normAutofit lnSpcReduction="10000"/>
          </a:bodyPr>
          <a:lstStyle/>
          <a:p>
            <a:pPr marL="0" indent="0">
              <a:buNone/>
            </a:pPr>
            <a:r>
              <a:rPr lang="en-GB" sz="1600" b="1" dirty="0"/>
              <a:t>Layered security:</a:t>
            </a:r>
            <a:r>
              <a:rPr lang="en-GB" sz="1600" dirty="0"/>
              <a:t> Employing various security controls at different levels of the system:</a:t>
            </a:r>
            <a:endParaRPr lang="en-GB" sz="1900" b="1" dirty="0"/>
          </a:p>
          <a:p>
            <a:r>
              <a:rPr lang="en-GB" sz="1900" b="1" dirty="0"/>
              <a:t>Physical Security:</a:t>
            </a:r>
            <a:r>
              <a:rPr lang="en-GB" sz="1900" dirty="0"/>
              <a:t> Protecting hardware through locks, surveillance, and restricted access.</a:t>
            </a:r>
          </a:p>
          <a:p>
            <a:r>
              <a:rPr lang="en-GB" sz="1900" b="1" dirty="0"/>
              <a:t>Network Security:</a:t>
            </a:r>
            <a:r>
              <a:rPr lang="en-GB" sz="1900" dirty="0"/>
              <a:t> Firewalls, intrusion detection/prevention systems (IDS/IPS), and network segmentation.</a:t>
            </a:r>
          </a:p>
          <a:p>
            <a:r>
              <a:rPr lang="en-GB" sz="1900" b="1" dirty="0"/>
              <a:t>Endpoint Security:</a:t>
            </a:r>
            <a:r>
              <a:rPr lang="en-GB" sz="1900" dirty="0"/>
              <a:t> Ensuring that devices such as laptops and mobile phones are protected with antivirus software and encryption.</a:t>
            </a:r>
          </a:p>
          <a:p>
            <a:r>
              <a:rPr lang="en-GB" sz="1900" b="1" dirty="0"/>
              <a:t>Application Security:</a:t>
            </a:r>
            <a:r>
              <a:rPr lang="en-GB" sz="1900" dirty="0"/>
              <a:t> Implementing security best practices in coding, like input validation and using secure libraries.</a:t>
            </a:r>
          </a:p>
          <a:p>
            <a:r>
              <a:rPr lang="en-GB" sz="1900" b="1" dirty="0"/>
              <a:t>User Awareness and Policies:</a:t>
            </a:r>
            <a:r>
              <a:rPr lang="en-GB" sz="1900" dirty="0"/>
              <a:t> Educating users about security risks, enforcing strong password policies, and applying least-privilege principles to minimize access to sensitive systems .</a:t>
            </a:r>
            <a:endParaRPr lang="en-CA" sz="1900" dirty="0"/>
          </a:p>
        </p:txBody>
      </p:sp>
      <p:sp>
        <p:nvSpPr>
          <p:cNvPr id="4" name="Slide Number Placeholder 3">
            <a:extLst>
              <a:ext uri="{FF2B5EF4-FFF2-40B4-BE49-F238E27FC236}">
                <a16:creationId xmlns:a16="http://schemas.microsoft.com/office/drawing/2014/main" id="{65491392-5353-C87C-AEFB-DFCD87571FC1}"/>
              </a:ext>
            </a:extLst>
          </p:cNvPr>
          <p:cNvSpPr>
            <a:spLocks noGrp="1"/>
          </p:cNvSpPr>
          <p:nvPr>
            <p:ph type="sldNum" sz="quarter" idx="12"/>
          </p:nvPr>
        </p:nvSpPr>
        <p:spPr>
          <a:xfrm>
            <a:off x="7156173" y="6356350"/>
            <a:ext cx="1359176" cy="365125"/>
          </a:xfrm>
        </p:spPr>
        <p:txBody>
          <a:bodyPr>
            <a:normAutofit/>
          </a:bodyPr>
          <a:lstStyle/>
          <a:p>
            <a:pPr>
              <a:spcAft>
                <a:spcPts val="600"/>
              </a:spcAft>
            </a:pPr>
            <a:fld id="{3AAB7785-396F-4915-8DFC-F7434CCA128E}" type="slidenum">
              <a:rPr lang="en-CA" smtClean="0"/>
              <a:pPr>
                <a:spcAft>
                  <a:spcPts val="600"/>
                </a:spcAft>
              </a:pPr>
              <a:t>40</a:t>
            </a:fld>
            <a:endParaRPr lang="en-CA"/>
          </a:p>
        </p:txBody>
      </p:sp>
    </p:spTree>
    <p:extLst>
      <p:ext uri="{BB962C8B-B14F-4D97-AF65-F5344CB8AC3E}">
        <p14:creationId xmlns:p14="http://schemas.microsoft.com/office/powerpoint/2010/main" val="9734945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1119031"/>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820F97-20E1-E454-9A58-C870128533BB}"/>
              </a:ext>
            </a:extLst>
          </p:cNvPr>
          <p:cNvSpPr>
            <a:spLocks noGrp="1"/>
          </p:cNvSpPr>
          <p:nvPr>
            <p:ph type="title"/>
          </p:nvPr>
        </p:nvSpPr>
        <p:spPr>
          <a:xfrm>
            <a:off x="878305" y="1396686"/>
            <a:ext cx="2430380" cy="4064628"/>
          </a:xfrm>
        </p:spPr>
        <p:txBody>
          <a:bodyPr>
            <a:normAutofit/>
          </a:bodyPr>
          <a:lstStyle/>
          <a:p>
            <a:r>
              <a:rPr lang="en-GB" sz="3100" dirty="0">
                <a:solidFill>
                  <a:srgbClr val="FFFFFF"/>
                </a:solidFill>
              </a:rPr>
              <a:t>Defence in Depth lies in using a mix of preventive, detective, and corrective measures Plus…</a:t>
            </a:r>
            <a:endParaRPr lang="en-CA" sz="3100" dirty="0">
              <a:solidFill>
                <a:srgbClr val="FFFFFF"/>
              </a:solidFill>
            </a:endParaRPr>
          </a:p>
        </p:txBody>
      </p:sp>
      <p:sp>
        <p:nvSpPr>
          <p:cNvPr id="13" name="Arc 12">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941148"/>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4780992"/>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2905CE1-CCD5-2F63-3D5E-5AAB74B19FFC}"/>
              </a:ext>
            </a:extLst>
          </p:cNvPr>
          <p:cNvSpPr>
            <a:spLocks noGrp="1"/>
          </p:cNvSpPr>
          <p:nvPr>
            <p:ph idx="1"/>
          </p:nvPr>
        </p:nvSpPr>
        <p:spPr>
          <a:xfrm>
            <a:off x="4027614" y="1526033"/>
            <a:ext cx="4152298" cy="3935281"/>
          </a:xfrm>
        </p:spPr>
        <p:txBody>
          <a:bodyPr>
            <a:normAutofit fontScale="92500" lnSpcReduction="10000"/>
          </a:bodyPr>
          <a:lstStyle/>
          <a:p>
            <a:r>
              <a:rPr lang="en-GB" sz="1500" b="1" dirty="0"/>
              <a:t>Preventive:</a:t>
            </a:r>
            <a:r>
              <a:rPr lang="en-GB" sz="1500" dirty="0"/>
              <a:t> Firewalls, antivirus software, access controls.</a:t>
            </a:r>
          </a:p>
          <a:p>
            <a:r>
              <a:rPr lang="en-GB" sz="1500" b="1" dirty="0"/>
              <a:t>Detective:</a:t>
            </a:r>
            <a:r>
              <a:rPr lang="en-GB" sz="1500" dirty="0"/>
              <a:t> Intrusion detection systems, log monitoring, audits.</a:t>
            </a:r>
          </a:p>
          <a:p>
            <a:r>
              <a:rPr lang="en-GB" sz="1500" b="1" dirty="0"/>
              <a:t>Corrective:</a:t>
            </a:r>
            <a:r>
              <a:rPr lang="en-GB" sz="1500" dirty="0"/>
              <a:t> Incident response plans, backups, disaster recovery mechanisms.</a:t>
            </a:r>
          </a:p>
          <a:p>
            <a:pPr marL="0" indent="0">
              <a:buNone/>
            </a:pPr>
            <a:r>
              <a:rPr lang="en-GB" sz="1500" b="1" dirty="0"/>
              <a:t>Layered Security:</a:t>
            </a:r>
            <a:r>
              <a:rPr lang="en-GB" sz="1500" dirty="0"/>
              <a:t> Implementing multiple layers of defence at the perimeter, network, and application levels.</a:t>
            </a:r>
          </a:p>
          <a:p>
            <a:pPr marL="0" indent="0">
              <a:buNone/>
            </a:pPr>
            <a:r>
              <a:rPr lang="en-GB" sz="1500" b="1" dirty="0"/>
              <a:t>Continuous Monitoring:</a:t>
            </a:r>
            <a:r>
              <a:rPr lang="en-GB" sz="1500" dirty="0"/>
              <a:t> Using SIEM (Security Information and Event Management) tools to continuously monitor and detect anomalous activity.</a:t>
            </a:r>
          </a:p>
          <a:p>
            <a:pPr marL="0" indent="0">
              <a:buNone/>
            </a:pPr>
            <a:r>
              <a:rPr lang="en-GB" sz="1500" b="1" dirty="0"/>
              <a:t>Segmentation:</a:t>
            </a:r>
            <a:r>
              <a:rPr lang="en-GB" sz="1500" dirty="0"/>
              <a:t> Dividing the system into smaller, isolated segments to limit the spread of attacks.</a:t>
            </a:r>
          </a:p>
          <a:p>
            <a:pPr marL="0" indent="0">
              <a:buNone/>
            </a:pPr>
            <a:r>
              <a:rPr lang="en-GB" sz="1500" b="1" dirty="0"/>
              <a:t>Incident Response Plans:</a:t>
            </a:r>
            <a:r>
              <a:rPr lang="en-GB" sz="1500" dirty="0"/>
              <a:t> Preparing for potential breaches with structured incident response protocols.</a:t>
            </a:r>
            <a:endParaRPr lang="en-CA" sz="1500" dirty="0"/>
          </a:p>
        </p:txBody>
      </p:sp>
      <p:sp>
        <p:nvSpPr>
          <p:cNvPr id="4" name="Slide Number Placeholder 3">
            <a:extLst>
              <a:ext uri="{FF2B5EF4-FFF2-40B4-BE49-F238E27FC236}">
                <a16:creationId xmlns:a16="http://schemas.microsoft.com/office/drawing/2014/main" id="{7A6226ED-00DB-3727-1C6A-ABF30108BE76}"/>
              </a:ext>
            </a:extLst>
          </p:cNvPr>
          <p:cNvSpPr>
            <a:spLocks noGrp="1"/>
          </p:cNvSpPr>
          <p:nvPr>
            <p:ph type="sldNum" sz="quarter" idx="12"/>
          </p:nvPr>
        </p:nvSpPr>
        <p:spPr>
          <a:xfrm>
            <a:off x="6457950" y="6356350"/>
            <a:ext cx="2057400" cy="365125"/>
          </a:xfrm>
        </p:spPr>
        <p:txBody>
          <a:bodyPr>
            <a:normAutofit/>
          </a:bodyPr>
          <a:lstStyle/>
          <a:p>
            <a:pPr>
              <a:spcAft>
                <a:spcPts val="600"/>
              </a:spcAft>
            </a:pPr>
            <a:fld id="{3AAB7785-396F-4915-8DFC-F7434CCA128E}" type="slidenum">
              <a:rPr lang="en-CA" smtClean="0"/>
              <a:pPr>
                <a:spcAft>
                  <a:spcPts val="600"/>
                </a:spcAft>
              </a:pPr>
              <a:t>41</a:t>
            </a:fld>
            <a:endParaRPr lang="en-CA"/>
          </a:p>
        </p:txBody>
      </p:sp>
    </p:spTree>
    <p:extLst>
      <p:ext uri="{BB962C8B-B14F-4D97-AF65-F5344CB8AC3E}">
        <p14:creationId xmlns:p14="http://schemas.microsoft.com/office/powerpoint/2010/main" val="79471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966</TotalTime>
  <Words>5642</Words>
  <Application>Microsoft Office PowerPoint</Application>
  <PresentationFormat>On-screen Show (4:3)</PresentationFormat>
  <Paragraphs>492</Paragraphs>
  <Slides>41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Aptos Display</vt:lpstr>
      <vt:lpstr>Arial</vt:lpstr>
      <vt:lpstr>Calibri</vt:lpstr>
      <vt:lpstr>Office Theme</vt:lpstr>
      <vt:lpstr>Chapter 1</vt:lpstr>
      <vt:lpstr>Overview</vt:lpstr>
      <vt:lpstr>Computer Security Concepts</vt:lpstr>
      <vt:lpstr>Computer Security Definition</vt:lpstr>
      <vt:lpstr>Computer Security objectives</vt:lpstr>
      <vt:lpstr>Security Components</vt:lpstr>
      <vt:lpstr>PowerPoint Presentation</vt:lpstr>
      <vt:lpstr>IS CIA enough?</vt:lpstr>
      <vt:lpstr>Possible additional concepts:</vt:lpstr>
      <vt:lpstr>Examples of Security Requirements and Impact Levels</vt:lpstr>
      <vt:lpstr>Threats</vt:lpstr>
      <vt:lpstr>Risks</vt:lpstr>
      <vt:lpstr>PowerPoint Presentation</vt:lpstr>
      <vt:lpstr>Risks assessment</vt:lpstr>
      <vt:lpstr>Security Policies</vt:lpstr>
      <vt:lpstr>Security Mechanisms</vt:lpstr>
      <vt:lpstr>OSI Security Architecture</vt:lpstr>
      <vt:lpstr>Passive Attacks</vt:lpstr>
      <vt:lpstr>Active Attacks</vt:lpstr>
      <vt:lpstr>Chapter 2</vt:lpstr>
      <vt:lpstr>Types of Threats in Secure Systems</vt:lpstr>
      <vt:lpstr>Types of Threats in Secure Systems- Count.</vt:lpstr>
      <vt:lpstr>Threat Modelling: A Systematic Approach to Security</vt:lpstr>
      <vt:lpstr>Threat Modeling in Practice</vt:lpstr>
      <vt:lpstr>Threat Modeling Techniques</vt:lpstr>
      <vt:lpstr>Threat Modeling Techniques</vt:lpstr>
      <vt:lpstr>Analyze a System from a Security Perspective</vt:lpstr>
      <vt:lpstr>Risk Assessment: Evaluating and Prioritizing Threats</vt:lpstr>
      <vt:lpstr>Risk Assessment: Evaluating and Prioritizing Threats</vt:lpstr>
      <vt:lpstr>Risk Assessment: Evaluating and Prioritizing Threats</vt:lpstr>
      <vt:lpstr>Mitigating Risks: Implementing Security Controls</vt:lpstr>
      <vt:lpstr>Mitigating Risks: Implementing Security Controls</vt:lpstr>
      <vt:lpstr>Key Concepts and Terminology</vt:lpstr>
      <vt:lpstr>Types of Vulnerabilities:</vt:lpstr>
      <vt:lpstr>Vulnerability Lifecycle</vt:lpstr>
      <vt:lpstr>Exploit: Leveraging Vulnerabilities for Attacks</vt:lpstr>
      <vt:lpstr>Mitigation Strategies</vt:lpstr>
      <vt:lpstr>Attack Surface: The Total Points of Entry for Potential Attacks</vt:lpstr>
      <vt:lpstr>Mitigation Strategies</vt:lpstr>
      <vt:lpstr>Defence in Depth: Layered Security</vt:lpstr>
      <vt:lpstr>Defence in Depth lies in using a mix of preventive, detective, and corrective measures Plus…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6916 Security and Privacy</dc:title>
  <dc:creator>Amir H. Razavi</dc:creator>
  <cp:lastModifiedBy>amir hosein razavi</cp:lastModifiedBy>
  <cp:revision>5</cp:revision>
  <cp:lastPrinted>2017-09-17T20:08:37Z</cp:lastPrinted>
  <dcterms:created xsi:type="dcterms:W3CDTF">2013-07-25T17:28:17Z</dcterms:created>
  <dcterms:modified xsi:type="dcterms:W3CDTF">2024-09-09T23:07:25Z</dcterms:modified>
</cp:coreProperties>
</file>