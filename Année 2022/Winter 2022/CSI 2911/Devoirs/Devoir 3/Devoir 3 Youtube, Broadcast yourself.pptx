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BFB3E-0A52-47D2-8B97-E83D8475F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7F9966-4FCF-4515-91DA-1007B25FF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65EA64-EB39-436C-B0DD-78C07453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B578AC-0A24-4EDC-8166-9638D39B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E7A999-6B61-4BA1-BDCE-5762D0328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795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033275-B496-437C-A219-9690BE6AB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FA7973-0DC1-4774-9255-93F3113A7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48778D-98B3-4175-874E-7DC307A0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12F962-F816-4C6C-B4D8-72E1E8841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83DDF5-4813-4600-BCA8-25CF9B3E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927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DD74A-17EC-49A4-9999-F50E236E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683B26-38F7-496E-A8F9-4099270D2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5A3EB3-A5B2-4E56-809D-92CD812E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43C725-8467-445B-8BBB-549C922A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1A578E-1F61-4BBD-ABFC-4A0778FB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4016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375681-B1BF-4237-A46A-1C1BEB9B2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757039-1418-434B-8AF7-92B87DC99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E795E46-4672-4297-ACF4-7849637BD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C294F90-7623-4A45-B944-60DA6B729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EBFEF9-474B-4F66-AF86-17AE3DCA0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48F092-ED25-44A4-BEE0-85B5EB2C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2473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D8697E-5EB5-4F58-8F5C-8ADEA8AD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9CA5043-3A23-461C-8732-4E196B369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11AE696-39F9-495A-9BE5-7B572E690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D4ACFF-D8CF-4786-B959-24C840819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7D1CAF-22F2-4502-82A8-5A096592B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3F03F4A-9F76-4FA7-846B-4D97B1E1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EF2B2EA-1051-4C57-8891-5D57A1ED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234845-CB72-4DEE-A1F6-E17E2E3A3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992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194715-DCC0-453D-A264-68076449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9D59A2D-3CE5-424D-864E-E263B1ED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4B4DAA9-ABA4-4067-8AEE-10CB5F2D6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D9793B-D009-455F-825E-413FEA48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13999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B4AF02-D08B-4D1B-A041-E86931A28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54964D6-B63E-44EA-85FE-14DD3603F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408A5D-4E9E-4B4E-8FEB-9C7D5B93E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880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18B7F-206D-43B1-B907-74287E1B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22384-52DD-412F-BAC4-99CEDBE47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7378E0-F49B-4772-8BFC-87288171B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D0CD48-AF5A-4F26-8B7E-4D104999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89688C-FFB0-4551-84C1-0C70E035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0CADF9-7E4B-4C29-B226-09ABA738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8168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AB1E7-5C2F-469E-9520-C4CB84DD8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C822C89-A5BC-4793-8295-6D2F0188A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040389-383C-41EF-A663-0EDCB535E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3AFE1EB-7A89-4439-9C8F-7106E3148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5E6D77E-1D23-4145-A511-912AE47E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1F3265-7BA6-46DE-A0A7-1B5888D6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80741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3999D5-3915-44D6-B776-CE509E26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B24B5F-FF36-4B78-9D13-DAB0205EE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295A25-DFC3-4128-83A4-03192CBD4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68722D-EC53-4F65-892F-BBBC6EDB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F530-BB12-4E82-A9D4-F357B017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006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BCF634A-C21A-449E-9E8F-E2D88210F4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260639-0EC6-4D35-8DFE-ADB57D31F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6AB71C-DD9D-43AB-95AA-DEBB2222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23D001-2C43-4623-82B1-27AC647C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1C9DE7-6736-449F-A0A4-F5B56D54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81095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4FA4B1C-6AE3-417C-AE4B-F9EB98D7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8E0AE8-0B1A-4500-B2E0-DA3BD86CA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C68B9-0466-4AE5-9A3A-9D6DC02FB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40019-4081-43F6-9F71-A5984476C8FB}" type="datetimeFigureOut">
              <a:rPr lang="fr-CA" smtClean="0"/>
              <a:t>2022-03-10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8DA94A-7D20-41A8-89E4-8719D810A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99E33D-C82E-439D-B999-77F827514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BC9C05-4D35-48C8-AF14-2613182CE99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7849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YouTub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interest.ca/search/pins/?q=informatique%20wallpaper&amp;rs=guide&amp;term_meta%5b%5d=informatique%7Ctyped&amp;add_refine=informatique%20wallpaper%7Cguide%7Cword%7C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rouge, lumière&#10;&#10;Description générée automatiquement">
            <a:extLst>
              <a:ext uri="{FF2B5EF4-FFF2-40B4-BE49-F238E27FC236}">
                <a16:creationId xmlns:a16="http://schemas.microsoft.com/office/drawing/2014/main" id="{81A5109B-8BE8-4AE4-86B7-DC50B7B8C1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40" r="-1" b="-1"/>
          <a:stretch/>
        </p:blipFill>
        <p:spPr>
          <a:xfrm>
            <a:off x="2586547" y="1"/>
            <a:ext cx="9629274" cy="685799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928DD85-BB99-450D-A702-2683E0296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40E5BD2-4019-4012-A1AA-628900E659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DC30C2-0A5A-4E4B-A970-8F3F6C8AD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818" y="397665"/>
            <a:ext cx="3879232" cy="1621966"/>
          </a:xfrm>
        </p:spPr>
        <p:txBody>
          <a:bodyPr anchor="b">
            <a:normAutofit/>
          </a:bodyPr>
          <a:lstStyle/>
          <a:p>
            <a:r>
              <a:rPr lang="fr-CA" sz="6700" b="1" dirty="0"/>
              <a:t>Youtube</a:t>
            </a:r>
            <a:r>
              <a:rPr lang="fr-CA" sz="5400" b="1" dirty="0"/>
              <a:t>, </a:t>
            </a:r>
            <a:r>
              <a:rPr lang="fr-CA" sz="4000" b="1" dirty="0"/>
              <a:t>Broadcast yourself</a:t>
            </a:r>
            <a:endParaRPr lang="fr-CA" sz="5400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68349ED-D5BD-461B-8275-39845EC46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696" y="4071068"/>
            <a:ext cx="3205463" cy="2617920"/>
          </a:xfrm>
        </p:spPr>
        <p:txBody>
          <a:bodyPr anchor="t">
            <a:normAutofit lnSpcReduction="10000"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CA" sz="15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CA" sz="18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Professeur</a:t>
            </a:r>
            <a:r>
              <a:rPr lang="en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C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Bougataya Mohammed PhD.ing </a:t>
            </a:r>
            <a:endParaRPr lang="fr-CA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fr-CA" sz="1500" b="1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Noms et numéros des étudiants</a:t>
            </a:r>
            <a:r>
              <a:rPr lang="fr-CA" sz="15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CA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fr-CA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Gbegbe Decaho Jacques 300094197</a:t>
            </a:r>
            <a:endParaRPr lang="fr-CA" sz="1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fr-CA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Ramatoullaye Bahio Sissoko 300144949</a:t>
            </a:r>
            <a:endParaRPr lang="fr-CA" sz="17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5CBBC1F-1288-42BA-B0FF-A13AF759483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268" y="0"/>
            <a:ext cx="1576564" cy="117927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86F9937-C76D-4980-910F-4A24FEF46022}"/>
              </a:ext>
            </a:extLst>
          </p:cNvPr>
          <p:cNvSpPr txBox="1"/>
          <p:nvPr/>
        </p:nvSpPr>
        <p:spPr>
          <a:xfrm flipH="1">
            <a:off x="10625268" y="1538981"/>
            <a:ext cx="1566731" cy="1263166"/>
          </a:xfrm>
          <a:prstGeom prst="rect">
            <a:avLst/>
          </a:prstGeom>
          <a:solidFill>
            <a:schemeClr val="lt1">
              <a:alpha val="16000"/>
            </a:schemeClr>
          </a:solidFill>
          <a:ln>
            <a:solidFill>
              <a:schemeClr val="dk1">
                <a:alpha val="40000"/>
              </a:schemeClr>
            </a:solidFill>
          </a:ln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Bef>
                <a:spcPts val="100"/>
              </a:spcBef>
              <a:spcAft>
                <a:spcPts val="800"/>
              </a:spcAft>
            </a:pPr>
            <a:r>
              <a:rPr lang="fr-CA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CSI 2911 - Professional Practice in </a:t>
            </a:r>
            <a:r>
              <a:rPr lang="fr-CA" sz="1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</a:t>
            </a:r>
            <a:r>
              <a:rPr lang="fr-CA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20221 </a:t>
            </a:r>
            <a:endParaRPr lang="fr-CA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27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06E56BB-C8E6-4F70-B8BF-921C4912D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97716"/>
            <a:ext cx="12192000" cy="64008"/>
          </a:xfrm>
          <a:prstGeom prst="rect">
            <a:avLst/>
          </a:prstGeom>
          <a:solidFill>
            <a:schemeClr val="tx2">
              <a:lumMod val="50000"/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643316-AB20-4DD1-8578-B5D7F033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61952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Espace réservé du contenu 29">
            <a:extLst>
              <a:ext uri="{FF2B5EF4-FFF2-40B4-BE49-F238E27FC236}">
                <a16:creationId xmlns:a16="http://schemas.microsoft.com/office/drawing/2014/main" id="{DE551568-4AAC-4DD1-A3BA-A2E7C8FEF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658"/>
            <a:ext cx="11353800" cy="62830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CA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omme le montre son sens étymologique L’entrepreneuriat, désigne le fait de mener une activité dont on est soi-même l’initiateur. La plateforme YouTube illustre bien cet concept. </a:t>
            </a:r>
            <a:br>
              <a:rPr lang="fr-CA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est un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 web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d’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hébergement de vidéos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et un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média social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sur lequel les utilisateurs peuvent envoyer, regarder, commenter, évaluer et partager des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vidéos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streaming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CA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CA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réé le 14 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février 2005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par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Steve Chen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Chad Hurley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Jawed karim qui se sont battus afin de mettre en œuvre ce concept. 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fait partie des plateformes et services web centralisés, c'est-à-dire possédés par une seule entreprise et/ou dont le contenu ne peut être accessible que depuis des applications conçues par ses propriétaires. La plateforme devait être à l'origine un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site de rencontres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reposant sur l'utilisation de vidéos, mais les créateurs ont renoncé à cette idée quelques jours après son lancement public. </a:t>
            </a:r>
            <a:endParaRPr lang="fr-CA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l’intrapreneur a-t-il créé de la valeur?</a:t>
            </a:r>
          </a:p>
          <a:p>
            <a:pPr marL="0" indent="0">
              <a:buNone/>
            </a:pP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Grâce au bouche-à-oreille sur le net, YouTube a pu se faire connaître en un temps relativement court. </a:t>
            </a:r>
            <a:endParaRPr lang="fr-CA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Identifiez et enregistrez le nombre de</a:t>
            </a:r>
            <a:b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intrapreneuriales de votre liste de contrôle que l'intrapreneur connu possédait </a:t>
            </a:r>
          </a:p>
          <a:p>
            <a:pPr marL="0" indent="0">
              <a:buNone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détermination, l’ambition, </a:t>
            </a:r>
          </a:p>
          <a:p>
            <a:pPr marL="0" indent="0">
              <a:buNone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passion, la prise de risque</a:t>
            </a:r>
          </a:p>
          <a:p>
            <a:pPr marL="0" indent="0">
              <a:buNone/>
            </a:pPr>
            <a:r>
              <a:rPr lang="fr-CA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Comment l'intrapreneur a-t-il utilisé les</a:t>
            </a:r>
            <a:br>
              <a:rPr lang="fr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CA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ressources pour satisfaire les besoins ou résoudre les problèmes ?</a:t>
            </a:r>
          </a:p>
          <a:p>
            <a:pPr marL="0" indent="0">
              <a:buNone/>
            </a:pPr>
            <a:r>
              <a:rPr lang="fr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septembre 2021, YouTube prend des mesures pour lutter contre la désinformation. Le site supprime la chaine </a:t>
            </a:r>
            <a:r>
              <a:rPr lang="fr-CA" sz="18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en allemand, accusée de diffuser de fausses informations à propos de la 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pandémie de la covid-19. </a:t>
            </a:r>
          </a:p>
          <a:p>
            <a:pPr marL="0" indent="0">
              <a:buNone/>
            </a:pPr>
            <a:r>
              <a:rPr lang="fr-CA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a accepté la mise en place d'un filtrage géographique </a:t>
            </a:r>
          </a:p>
          <a:p>
            <a:pPr marL="0" indent="0">
              <a:buNone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a placé dans ses conditions d'utilisation l'interdiction des contenus violents </a:t>
            </a:r>
          </a:p>
          <a:p>
            <a:pPr marL="0" indent="0">
              <a:buNone/>
            </a:pP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CA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YouTube offre une grande liberté d'expression quant aux sujets choisis par les vidéastes</a:t>
            </a:r>
            <a:r>
              <a:rPr lang="fr-CA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8" name="Image 47" descr="Une image contenant moniteur, temps, rouge, fermer&#10;&#10;Description générée automatiquement">
            <a:extLst>
              <a:ext uri="{FF2B5EF4-FFF2-40B4-BE49-F238E27FC236}">
                <a16:creationId xmlns:a16="http://schemas.microsoft.com/office/drawing/2014/main" id="{56668608-2A5A-40DE-A19F-00F69C77CE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5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brique, mur, rouge, fermer&#10;&#10;Description générée automatiquement">
            <a:extLst>
              <a:ext uri="{FF2B5EF4-FFF2-40B4-BE49-F238E27FC236}">
                <a16:creationId xmlns:a16="http://schemas.microsoft.com/office/drawing/2014/main" id="{9DC7EE1E-7F3C-4DEC-ABFB-313BACE536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2" r="-1" b="3684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E8D2E83-FB3A-40E7-A9E5-7AB389D6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23809"/>
            <a:ext cx="11016943" cy="2262375"/>
          </a:xfrm>
          <a:custGeom>
            <a:avLst/>
            <a:gdLst>
              <a:gd name="connsiteX0" fmla="*/ 0 w 11016943"/>
              <a:gd name="connsiteY0" fmla="*/ 0 h 2262375"/>
              <a:gd name="connsiteX1" fmla="*/ 9969166 w 11016943"/>
              <a:gd name="connsiteY1" fmla="*/ 0 h 2262375"/>
              <a:gd name="connsiteX2" fmla="*/ 11016943 w 11016943"/>
              <a:gd name="connsiteY2" fmla="*/ 2262375 h 2262375"/>
              <a:gd name="connsiteX3" fmla="*/ 4942050 w 11016943"/>
              <a:gd name="connsiteY3" fmla="*/ 2262375 h 2262375"/>
              <a:gd name="connsiteX4" fmla="*/ 4582160 w 11016943"/>
              <a:gd name="connsiteY4" fmla="*/ 2262375 h 2262375"/>
              <a:gd name="connsiteX5" fmla="*/ 0 w 11016943"/>
              <a:gd name="connsiteY5" fmla="*/ 2262375 h 226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16943" h="2262375">
                <a:moveTo>
                  <a:pt x="0" y="0"/>
                </a:moveTo>
                <a:lnTo>
                  <a:pt x="9969166" y="0"/>
                </a:lnTo>
                <a:lnTo>
                  <a:pt x="11016943" y="2262375"/>
                </a:lnTo>
                <a:lnTo>
                  <a:pt x="4942050" y="2262375"/>
                </a:lnTo>
                <a:lnTo>
                  <a:pt x="4582160" y="2262375"/>
                </a:lnTo>
                <a:lnTo>
                  <a:pt x="0" y="2262375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DAF410-5F85-49B0-B931-A6D4C8680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2" y="4185749"/>
            <a:ext cx="9265771" cy="622836"/>
          </a:xfrm>
        </p:spPr>
        <p:txBody>
          <a:bodyPr>
            <a:normAutofit/>
          </a:bodyPr>
          <a:lstStyle/>
          <a:p>
            <a:r>
              <a:rPr lang="fr-CA" sz="3600"/>
              <a:t>Annexes et Liens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B23CB-2D6E-4B9E-8862-E52713C6E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3" y="4856921"/>
            <a:ext cx="9565028" cy="1249240"/>
          </a:xfrm>
        </p:spPr>
        <p:txBody>
          <a:bodyPr>
            <a:normAutofit/>
          </a:bodyPr>
          <a:lstStyle/>
          <a:p>
            <a:r>
              <a:rPr lang="fr-CA" sz="1800">
                <a:hlinkClick r:id="rId3"/>
              </a:rPr>
              <a:t>YouTube — Wikipédia (wikipedia.org)</a:t>
            </a:r>
            <a:endParaRPr lang="fr-CA" sz="1800"/>
          </a:p>
          <a:p>
            <a:r>
              <a:rPr lang="fr-CA" sz="1800"/>
              <a:t>Image de fond </a:t>
            </a:r>
            <a:r>
              <a:rPr lang="fr-CA" sz="1800">
                <a:hlinkClick r:id="rId4"/>
              </a:rPr>
              <a:t>(7) Pinterest</a:t>
            </a:r>
            <a:endParaRPr lang="fr-CA" sz="1800"/>
          </a:p>
          <a:p>
            <a:pPr marL="0" indent="0">
              <a:buNone/>
            </a:pPr>
            <a:endParaRPr lang="fr-CA" sz="1800"/>
          </a:p>
        </p:txBody>
      </p:sp>
    </p:spTree>
    <p:extLst>
      <p:ext uri="{BB962C8B-B14F-4D97-AF65-F5344CB8AC3E}">
        <p14:creationId xmlns:p14="http://schemas.microsoft.com/office/powerpoint/2010/main" val="1491799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355</Words>
  <Application>Microsoft Office PowerPoint</Application>
  <PresentationFormat>Grand écran</PresentationFormat>
  <Paragraphs>23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Thème Office</vt:lpstr>
      <vt:lpstr>Youtube, Broadcast yourself</vt:lpstr>
      <vt:lpstr>Présentation PowerPoint</vt:lpstr>
      <vt:lpstr>Annexes et Liens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Youtube, Broadcast yourself</dc:title>
  <dc:creator>Decaho jacques Gbegbe</dc:creator>
  <cp:lastModifiedBy>Decaho jacques Gbegbe</cp:lastModifiedBy>
  <cp:revision>2</cp:revision>
  <dcterms:created xsi:type="dcterms:W3CDTF">2022-03-11T01:32:29Z</dcterms:created>
  <dcterms:modified xsi:type="dcterms:W3CDTF">2022-03-11T03:18:19Z</dcterms:modified>
</cp:coreProperties>
</file>