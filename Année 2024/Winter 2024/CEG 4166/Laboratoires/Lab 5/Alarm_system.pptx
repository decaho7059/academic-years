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3" r:id="rId7"/>
    <p:sldId id="266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08C40-376C-4CE0-9398-D705533AD11D}" type="datetimeFigureOut">
              <a:rPr lang="en-CA" smtClean="0"/>
              <a:t>2024-04-12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7845C-727E-4C3A-8B5A-8FA8B0FB12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419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7845C-727E-4C3A-8B5A-8FA8B0FB129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95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134D-96BD-4F14-6473-D80953756A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Alarm system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26502-3530-929A-6381-A955F187FF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Moise Baleke, Zinah Al-Saadi, Decaho Gbegbe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5619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CBC3-B575-6371-D27D-F461848C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06416-8417-D5C0-A477-4EC7CAE26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Innovative Alarm System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Provide extra layer of protection.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Detect intrusions and unauthorized entry.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Integrated motion technology alerts user of any movement detected.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Audible signal to alert user of potential intruders.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Applications can be utilized in homes, offices, restaurants, shops, banks, etc.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515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8501-302E-B1E4-20DD-AA96B537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5B54-DD27-BA70-8A4B-5E84FA3B5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challenges to be addressed by the alarm system</a:t>
            </a:r>
          </a:p>
          <a:p>
            <a:pPr lvl="1"/>
            <a:r>
              <a:rPr lang="en-US" dirty="0"/>
              <a:t>Intruders </a:t>
            </a:r>
          </a:p>
          <a:p>
            <a:pPr lvl="2"/>
            <a:r>
              <a:rPr lang="en-US" dirty="0"/>
              <a:t>Homes</a:t>
            </a:r>
            <a:r>
              <a:rPr lang="en-CA" dirty="0"/>
              <a:t>/Restaurants/shops/schools/Banks</a:t>
            </a:r>
          </a:p>
          <a:p>
            <a:pPr lvl="1"/>
            <a:r>
              <a:rPr lang="en-CA" dirty="0"/>
              <a:t>Burglary attempts</a:t>
            </a:r>
          </a:p>
          <a:p>
            <a:pPr lvl="1"/>
            <a:r>
              <a:rPr lang="en-CA" dirty="0"/>
              <a:t>Unauthorized entry attempts (friends/family/unknown visitors)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3072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4A8F-567D-E8CD-56D0-8A5D5D21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4FDCD-1945-289F-2B36-C6C0D21AB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Nucleo-F446RE</a:t>
            </a:r>
          </a:p>
          <a:p>
            <a:pPr lvl="1"/>
            <a:r>
              <a:rPr lang="en-US" dirty="0"/>
              <a:t>STM32 microcontroller to monitor inputs and outputs. </a:t>
            </a:r>
          </a:p>
          <a:p>
            <a:r>
              <a:rPr lang="en-US" dirty="0">
                <a:solidFill>
                  <a:srgbClr val="FF0000"/>
                </a:solidFill>
              </a:rPr>
              <a:t>4x4 Keypad</a:t>
            </a:r>
          </a:p>
          <a:p>
            <a:pPr lvl="1"/>
            <a:r>
              <a:rPr lang="en-US" dirty="0"/>
              <a:t>Setting and entering a secure pin in order to activate/deactivate alarm system.</a:t>
            </a:r>
          </a:p>
          <a:p>
            <a:r>
              <a:rPr lang="en-US" dirty="0">
                <a:solidFill>
                  <a:srgbClr val="FF0000"/>
                </a:solidFill>
              </a:rPr>
              <a:t>SSD1306 OLED LCD display module</a:t>
            </a:r>
          </a:p>
          <a:p>
            <a:pPr lvl="1"/>
            <a:r>
              <a:rPr lang="en-US" dirty="0"/>
              <a:t>Provides immediate visual feedback to the user, echoing pin entry with asterisks to protect privacy.</a:t>
            </a:r>
          </a:p>
          <a:p>
            <a:r>
              <a:rPr lang="en-US" dirty="0">
                <a:solidFill>
                  <a:schemeClr val="accent1"/>
                </a:solidFill>
              </a:rPr>
              <a:t>LED lights</a:t>
            </a:r>
          </a:p>
          <a:p>
            <a:pPr lvl="1"/>
            <a:r>
              <a:rPr lang="en-US" dirty="0"/>
              <a:t>Offer an intuitive status update. </a:t>
            </a:r>
          </a:p>
        </p:txBody>
      </p:sp>
    </p:spTree>
    <p:extLst>
      <p:ext uri="{BB962C8B-B14F-4D97-AF65-F5344CB8AC3E}">
        <p14:creationId xmlns:p14="http://schemas.microsoft.com/office/powerpoint/2010/main" val="295892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2210-93EC-667F-2222-CCACA89E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F86F-A3AA-55F4-3307-47F4C54D9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PIR Motion Detector</a:t>
            </a:r>
          </a:p>
          <a:p>
            <a:pPr lvl="1"/>
            <a:r>
              <a:rPr lang="en-CA" dirty="0"/>
              <a:t>Pyroelectric sensor to detect level of infrared radiation. </a:t>
            </a:r>
          </a:p>
          <a:p>
            <a:pPr lvl="1"/>
            <a:r>
              <a:rPr lang="en-CA" dirty="0"/>
              <a:t>Change in radiation is used to detect a person/animal passing by.</a:t>
            </a:r>
          </a:p>
          <a:p>
            <a:r>
              <a:rPr lang="en-CA" dirty="0">
                <a:solidFill>
                  <a:schemeClr val="accent1"/>
                </a:solidFill>
              </a:rPr>
              <a:t>Buzzer</a:t>
            </a:r>
          </a:p>
          <a:p>
            <a:pPr lvl="1"/>
            <a:r>
              <a:rPr lang="en-CA" dirty="0"/>
              <a:t>Audio representation of any motion detected by the PIR detector. </a:t>
            </a:r>
          </a:p>
        </p:txBody>
      </p:sp>
    </p:spTree>
    <p:extLst>
      <p:ext uri="{BB962C8B-B14F-4D97-AF65-F5344CB8AC3E}">
        <p14:creationId xmlns:p14="http://schemas.microsoft.com/office/powerpoint/2010/main" val="65893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E7AC-B207-A688-1CE9-619ABBC2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solution</a:t>
            </a:r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6C1D18-24B8-9A68-E28E-03130647F3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636962"/>
            <a:ext cx="369684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Task1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Arming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Alert Mechanisms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Password Verification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Task2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Task3 Password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of Mutexes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Library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System Design Focus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33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E7AC-B207-A688-1CE9-619ABBC2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70268-B25B-B398-7845-23AE176B1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False Alarms rate. </a:t>
            </a:r>
          </a:p>
          <a:p>
            <a:r>
              <a:rPr lang="en-US" dirty="0"/>
              <a:t>Response time of keypad.</a:t>
            </a:r>
          </a:p>
          <a:p>
            <a:r>
              <a:rPr lang="en-US" dirty="0"/>
              <a:t>Response time of PIR motion detector. </a:t>
            </a:r>
          </a:p>
          <a:p>
            <a:r>
              <a:rPr lang="en-US" dirty="0"/>
              <a:t>Accuracy of PIR motion detector. </a:t>
            </a:r>
          </a:p>
          <a:p>
            <a:r>
              <a:rPr lang="en-US" dirty="0"/>
              <a:t>PIR motion detector and buzzer synchronization.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5958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96132-5C60-6366-E8ED-3E3FBE5E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9ABB0-60FE-65E5-E6A0-02EF6CFD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response time of keypad, PIR motion detector. </a:t>
            </a:r>
          </a:p>
          <a:p>
            <a:r>
              <a:rPr lang="en-US" dirty="0"/>
              <a:t>Added camera for video surveillance. </a:t>
            </a:r>
          </a:p>
          <a:p>
            <a:r>
              <a:rPr lang="en-US" dirty="0"/>
              <a:t>Additional sensors such as Environmental sensor to detect possible pipe leakage, change in temperature or fires. </a:t>
            </a:r>
          </a:p>
          <a:p>
            <a:r>
              <a:rPr lang="en-US" dirty="0"/>
              <a:t>Provide recording capabilities to act as evidence in any possible incidents.</a:t>
            </a:r>
          </a:p>
          <a:p>
            <a:r>
              <a:rPr lang="en-US" dirty="0"/>
              <a:t>Additional feature that automatically notifies authorities upon any intrusions.  </a:t>
            </a: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12453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424E-3017-E2B2-9628-500B2F0A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22DF8-48AB-0FB9-6564-82199C1F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Innovative alarm system that can be used in many applications. </a:t>
            </a:r>
          </a:p>
          <a:p>
            <a:r>
              <a:rPr lang="en-US" dirty="0"/>
              <a:t>Alarm system is able to detect any intruders, burglaries, unauthorized visits and provide an extra layer of protection to users.</a:t>
            </a:r>
          </a:p>
          <a:p>
            <a:r>
              <a:rPr lang="en-US" dirty="0"/>
              <a:t>Keypad used to enter a security pin to activate/deactivate system. </a:t>
            </a:r>
          </a:p>
          <a:p>
            <a:r>
              <a:rPr lang="en-US" dirty="0"/>
              <a:t>PIR motion detector is able to identify changes in infrared radiation to detect any movement. </a:t>
            </a:r>
          </a:p>
          <a:p>
            <a:r>
              <a:rPr lang="en-US" dirty="0"/>
              <a:t>Buzzer provides an audio representation of any motion detected. </a:t>
            </a:r>
          </a:p>
          <a:p>
            <a:r>
              <a:rPr lang="en-US" dirty="0"/>
              <a:t>LED lights provide visual representation of whether the system is in ARMED mode or NOT ARMED.</a:t>
            </a: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1707766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210</TotalTime>
  <Words>397</Words>
  <Application>Microsoft Office PowerPoint</Application>
  <PresentationFormat>Widescreen</PresentationFormat>
  <Paragraphs>61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Century Gothic</vt:lpstr>
      <vt:lpstr>Vapor Trail</vt:lpstr>
      <vt:lpstr>Alarm system</vt:lpstr>
      <vt:lpstr>overview</vt:lpstr>
      <vt:lpstr>Challenges</vt:lpstr>
      <vt:lpstr>System Architecture</vt:lpstr>
      <vt:lpstr>System architecture</vt:lpstr>
      <vt:lpstr>Algorithmic solution</vt:lpstr>
      <vt:lpstr>Performance metrics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Alarm system</dc:title>
  <dc:creator>Zinah Al-Saadi</dc:creator>
  <cp:lastModifiedBy>Moise Baleke</cp:lastModifiedBy>
  <cp:revision>2</cp:revision>
  <dcterms:created xsi:type="dcterms:W3CDTF">2024-04-08T00:22:43Z</dcterms:created>
  <dcterms:modified xsi:type="dcterms:W3CDTF">2024-04-13T00:47:31Z</dcterms:modified>
</cp:coreProperties>
</file>