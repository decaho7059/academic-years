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70" r:id="rId6"/>
    <p:sldId id="287" r:id="rId7"/>
    <p:sldId id="257" r:id="rId8"/>
    <p:sldId id="288" r:id="rId9"/>
    <p:sldId id="285" r:id="rId10"/>
    <p:sldId id="286" r:id="rId11"/>
    <p:sldId id="289" r:id="rId12"/>
    <p:sldId id="29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FC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CF989E-876D-444F-A9F0-D57FDF6B3748}" v="532" dt="2021-03-05T15:44:21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547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vin Forcade" userId="386c622d-1f2f-4675-b519-3949d28853a1" providerId="ADAL" clId="{23A7F3DF-6334-4F0A-9063-4B96079CC6E5}"/>
    <pc:docChg chg="undo custSel mod addSld delSld modSld">
      <pc:chgData name="Gavin Forcade" userId="386c622d-1f2f-4675-b519-3949d28853a1" providerId="ADAL" clId="{23A7F3DF-6334-4F0A-9063-4B96079CC6E5}" dt="2021-01-26T17:57:15.789" v="1503" actId="478"/>
      <pc:docMkLst>
        <pc:docMk/>
      </pc:docMkLst>
      <pc:sldChg chg="addSp delSp modSp new mod modClrScheme chgLayout">
        <pc:chgData name="Gavin Forcade" userId="386c622d-1f2f-4675-b519-3949d28853a1" providerId="ADAL" clId="{23A7F3DF-6334-4F0A-9063-4B96079CC6E5}" dt="2021-01-23T19:28:09.858" v="20" actId="20577"/>
        <pc:sldMkLst>
          <pc:docMk/>
          <pc:sldMk cId="2613377824" sldId="256"/>
        </pc:sldMkLst>
        <pc:spChg chg="del mod">
          <ac:chgData name="Gavin Forcade" userId="386c622d-1f2f-4675-b519-3949d28853a1" providerId="ADAL" clId="{23A7F3DF-6334-4F0A-9063-4B96079CC6E5}" dt="2021-01-23T19:27:53.217" v="2" actId="26606"/>
          <ac:spMkLst>
            <pc:docMk/>
            <pc:sldMk cId="2613377824" sldId="256"/>
            <ac:spMk id="2" creationId="{4C234219-125B-4823-BCEC-09CAE83BDD37}"/>
          </ac:spMkLst>
        </pc:spChg>
        <pc:spChg chg="del mod">
          <ac:chgData name="Gavin Forcade" userId="386c622d-1f2f-4675-b519-3949d28853a1" providerId="ADAL" clId="{23A7F3DF-6334-4F0A-9063-4B96079CC6E5}" dt="2021-01-23T19:27:53.217" v="2" actId="26606"/>
          <ac:spMkLst>
            <pc:docMk/>
            <pc:sldMk cId="2613377824" sldId="256"/>
            <ac:spMk id="3" creationId="{864C1A0C-EDC8-477F-81CD-A663164570A7}"/>
          </ac:spMkLst>
        </pc:spChg>
        <pc:spChg chg="add mod">
          <ac:chgData name="Gavin Forcade" userId="386c622d-1f2f-4675-b519-3949d28853a1" providerId="ADAL" clId="{23A7F3DF-6334-4F0A-9063-4B96079CC6E5}" dt="2021-01-23T19:28:09.858" v="20" actId="20577"/>
          <ac:spMkLst>
            <pc:docMk/>
            <pc:sldMk cId="2613377824" sldId="256"/>
            <ac:spMk id="8" creationId="{8AE6FC69-5080-48E8-89AA-43D4C0D1AD0F}"/>
          </ac:spMkLst>
        </pc:spChg>
        <pc:spChg chg="add mod">
          <ac:chgData name="Gavin Forcade" userId="386c622d-1f2f-4675-b519-3949d28853a1" providerId="ADAL" clId="{23A7F3DF-6334-4F0A-9063-4B96079CC6E5}" dt="2021-01-23T19:28:03.768" v="7" actId="20577"/>
          <ac:spMkLst>
            <pc:docMk/>
            <pc:sldMk cId="2613377824" sldId="256"/>
            <ac:spMk id="10" creationId="{887A1082-0BA9-4FC3-805B-C7615E041102}"/>
          </ac:spMkLst>
        </pc:spChg>
      </pc:sldChg>
      <pc:sldChg chg="addSp delSp modSp new mod modClrScheme chgLayout">
        <pc:chgData name="Gavin Forcade" userId="386c622d-1f2f-4675-b519-3949d28853a1" providerId="ADAL" clId="{23A7F3DF-6334-4F0A-9063-4B96079CC6E5}" dt="2021-01-23T20:50:58.059" v="1486" actId="6549"/>
        <pc:sldMkLst>
          <pc:docMk/>
          <pc:sldMk cId="4277216993" sldId="257"/>
        </pc:sldMkLst>
        <pc:spChg chg="del mod ord">
          <ac:chgData name="Gavin Forcade" userId="386c622d-1f2f-4675-b519-3949d28853a1" providerId="ADAL" clId="{23A7F3DF-6334-4F0A-9063-4B96079CC6E5}" dt="2021-01-23T19:28:22.818" v="22" actId="700"/>
          <ac:spMkLst>
            <pc:docMk/>
            <pc:sldMk cId="4277216993" sldId="257"/>
            <ac:spMk id="2" creationId="{CFD659D7-5B8A-459F-A1A3-7BFAF8FD6C9B}"/>
          </ac:spMkLst>
        </pc:spChg>
        <pc:spChg chg="del mod ord">
          <ac:chgData name="Gavin Forcade" userId="386c622d-1f2f-4675-b519-3949d28853a1" providerId="ADAL" clId="{23A7F3DF-6334-4F0A-9063-4B96079CC6E5}" dt="2021-01-23T19:28:22.818" v="22" actId="700"/>
          <ac:spMkLst>
            <pc:docMk/>
            <pc:sldMk cId="4277216993" sldId="257"/>
            <ac:spMk id="3" creationId="{03607081-A586-4AD4-A48D-C3E523585556}"/>
          </ac:spMkLst>
        </pc:spChg>
        <pc:spChg chg="add mod ord">
          <ac:chgData name="Gavin Forcade" userId="386c622d-1f2f-4675-b519-3949d28853a1" providerId="ADAL" clId="{23A7F3DF-6334-4F0A-9063-4B96079CC6E5}" dt="2021-01-23T20:50:52.277" v="1482" actId="26606"/>
          <ac:spMkLst>
            <pc:docMk/>
            <pc:sldMk cId="4277216993" sldId="257"/>
            <ac:spMk id="4" creationId="{43EFD8A1-56B7-4146-8212-36DD98A1BE20}"/>
          </ac:spMkLst>
        </pc:spChg>
        <pc:spChg chg="add mod ord">
          <ac:chgData name="Gavin Forcade" userId="386c622d-1f2f-4675-b519-3949d28853a1" providerId="ADAL" clId="{23A7F3DF-6334-4F0A-9063-4B96079CC6E5}" dt="2021-01-23T20:50:58.059" v="1486" actId="6549"/>
          <ac:spMkLst>
            <pc:docMk/>
            <pc:sldMk cId="4277216993" sldId="257"/>
            <ac:spMk id="5" creationId="{EE2804CF-A3D7-4E30-8273-A63529A441F1}"/>
          </ac:spMkLst>
        </pc:spChg>
        <pc:picChg chg="add mod">
          <ac:chgData name="Gavin Forcade" userId="386c622d-1f2f-4675-b519-3949d28853a1" providerId="ADAL" clId="{23A7F3DF-6334-4F0A-9063-4B96079CC6E5}" dt="2021-01-23T20:50:52.277" v="1482" actId="26606"/>
          <ac:picMkLst>
            <pc:docMk/>
            <pc:sldMk cId="4277216993" sldId="257"/>
            <ac:picMk id="7" creationId="{CDFDED0D-5896-4E30-9FE2-17190BD57A45}"/>
          </ac:picMkLst>
        </pc:picChg>
      </pc:sldChg>
      <pc:sldChg chg="addSp delSp modSp new mod">
        <pc:chgData name="Gavin Forcade" userId="386c622d-1f2f-4675-b519-3949d28853a1" providerId="ADAL" clId="{23A7F3DF-6334-4F0A-9063-4B96079CC6E5}" dt="2021-01-23T19:54:55.824" v="393" actId="20577"/>
        <pc:sldMkLst>
          <pc:docMk/>
          <pc:sldMk cId="2409861520" sldId="258"/>
        </pc:sldMkLst>
        <pc:spChg chg="mod">
          <ac:chgData name="Gavin Forcade" userId="386c622d-1f2f-4675-b519-3949d28853a1" providerId="ADAL" clId="{23A7F3DF-6334-4F0A-9063-4B96079CC6E5}" dt="2021-01-23T19:51:04.344" v="328" actId="20577"/>
          <ac:spMkLst>
            <pc:docMk/>
            <pc:sldMk cId="2409861520" sldId="258"/>
            <ac:spMk id="2" creationId="{FC4F5771-791D-444F-9D64-BF93695264EA}"/>
          </ac:spMkLst>
        </pc:spChg>
        <pc:spChg chg="mod">
          <ac:chgData name="Gavin Forcade" userId="386c622d-1f2f-4675-b519-3949d28853a1" providerId="ADAL" clId="{23A7F3DF-6334-4F0A-9063-4B96079CC6E5}" dt="2021-01-23T19:54:55.824" v="393" actId="20577"/>
          <ac:spMkLst>
            <pc:docMk/>
            <pc:sldMk cId="2409861520" sldId="258"/>
            <ac:spMk id="3" creationId="{4AF57CD4-ED19-46B4-ACBE-744FF215657C}"/>
          </ac:spMkLst>
        </pc:spChg>
        <pc:spChg chg="add del">
          <ac:chgData name="Gavin Forcade" userId="386c622d-1f2f-4675-b519-3949d28853a1" providerId="ADAL" clId="{23A7F3DF-6334-4F0A-9063-4B96079CC6E5}" dt="2021-01-23T19:47:24.264" v="247" actId="11529"/>
          <ac:spMkLst>
            <pc:docMk/>
            <pc:sldMk cId="2409861520" sldId="258"/>
            <ac:spMk id="10" creationId="{E1F88AD5-A86B-4DF8-A20E-074B6BC274DD}"/>
          </ac:spMkLst>
        </pc:spChg>
        <pc:spChg chg="add del">
          <ac:chgData name="Gavin Forcade" userId="386c622d-1f2f-4675-b519-3949d28853a1" providerId="ADAL" clId="{23A7F3DF-6334-4F0A-9063-4B96079CC6E5}" dt="2021-01-23T19:47:37.926" v="249" actId="11529"/>
          <ac:spMkLst>
            <pc:docMk/>
            <pc:sldMk cId="2409861520" sldId="258"/>
            <ac:spMk id="11" creationId="{6B307D9E-80C5-4500-A6E2-C79890EC543E}"/>
          </ac:spMkLst>
        </pc:spChg>
        <pc:spChg chg="add mod">
          <ac:chgData name="Gavin Forcade" userId="386c622d-1f2f-4675-b519-3949d28853a1" providerId="ADAL" clId="{23A7F3DF-6334-4F0A-9063-4B96079CC6E5}" dt="2021-01-23T19:51:37.034" v="338" actId="1076"/>
          <ac:spMkLst>
            <pc:docMk/>
            <pc:sldMk cId="2409861520" sldId="258"/>
            <ac:spMk id="12" creationId="{69D278E2-A824-4420-A11D-FCDB3524159C}"/>
          </ac:spMkLst>
        </pc:spChg>
        <pc:picChg chg="add mod">
          <ac:chgData name="Gavin Forcade" userId="386c622d-1f2f-4675-b519-3949d28853a1" providerId="ADAL" clId="{23A7F3DF-6334-4F0A-9063-4B96079CC6E5}" dt="2021-01-23T19:51:21.214" v="333" actId="1076"/>
          <ac:picMkLst>
            <pc:docMk/>
            <pc:sldMk cId="2409861520" sldId="258"/>
            <ac:picMk id="5" creationId="{83F3A4D0-9C2F-4C87-AD1C-DA76AF2AD685}"/>
          </ac:picMkLst>
        </pc:picChg>
        <pc:picChg chg="add mod">
          <ac:chgData name="Gavin Forcade" userId="386c622d-1f2f-4675-b519-3949d28853a1" providerId="ADAL" clId="{23A7F3DF-6334-4F0A-9063-4B96079CC6E5}" dt="2021-01-23T19:51:22.634" v="334" actId="1076"/>
          <ac:picMkLst>
            <pc:docMk/>
            <pc:sldMk cId="2409861520" sldId="258"/>
            <ac:picMk id="7" creationId="{9F0D2623-485C-4F07-9B25-2056309ABA6F}"/>
          </ac:picMkLst>
        </pc:picChg>
        <pc:picChg chg="add mod">
          <ac:chgData name="Gavin Forcade" userId="386c622d-1f2f-4675-b519-3949d28853a1" providerId="ADAL" clId="{23A7F3DF-6334-4F0A-9063-4B96079CC6E5}" dt="2021-01-23T19:51:31.645" v="336" actId="1076"/>
          <ac:picMkLst>
            <pc:docMk/>
            <pc:sldMk cId="2409861520" sldId="258"/>
            <ac:picMk id="9" creationId="{ED6C1FAD-0935-4149-987A-630880DB3A78}"/>
          </ac:picMkLst>
        </pc:picChg>
        <pc:cxnChg chg="add mod">
          <ac:chgData name="Gavin Forcade" userId="386c622d-1f2f-4675-b519-3949d28853a1" providerId="ADAL" clId="{23A7F3DF-6334-4F0A-9063-4B96079CC6E5}" dt="2021-01-23T19:51:49.742" v="341" actId="692"/>
          <ac:cxnSpMkLst>
            <pc:docMk/>
            <pc:sldMk cId="2409861520" sldId="258"/>
            <ac:cxnSpMk id="14" creationId="{F3B1F7D1-E31C-4F3A-8CA9-8E34B3B81BCC}"/>
          </ac:cxnSpMkLst>
        </pc:cxnChg>
      </pc:sldChg>
      <pc:sldChg chg="addSp delSp modSp new mod">
        <pc:chgData name="Gavin Forcade" userId="386c622d-1f2f-4675-b519-3949d28853a1" providerId="ADAL" clId="{23A7F3DF-6334-4F0A-9063-4B96079CC6E5}" dt="2021-01-23T20:10:49.188" v="759" actId="478"/>
        <pc:sldMkLst>
          <pc:docMk/>
          <pc:sldMk cId="2984716744" sldId="259"/>
        </pc:sldMkLst>
        <pc:spChg chg="mod">
          <ac:chgData name="Gavin Forcade" userId="386c622d-1f2f-4675-b519-3949d28853a1" providerId="ADAL" clId="{23A7F3DF-6334-4F0A-9063-4B96079CC6E5}" dt="2021-01-23T19:57:31.774" v="488" actId="20577"/>
          <ac:spMkLst>
            <pc:docMk/>
            <pc:sldMk cId="2984716744" sldId="259"/>
            <ac:spMk id="2" creationId="{4C9DEC9A-B97B-4860-834D-2A130E4BCE5B}"/>
          </ac:spMkLst>
        </pc:spChg>
        <pc:spChg chg="mod">
          <ac:chgData name="Gavin Forcade" userId="386c622d-1f2f-4675-b519-3949d28853a1" providerId="ADAL" clId="{23A7F3DF-6334-4F0A-9063-4B96079CC6E5}" dt="2021-01-23T20:05:11.044" v="697" actId="14100"/>
          <ac:spMkLst>
            <pc:docMk/>
            <pc:sldMk cId="2984716744" sldId="259"/>
            <ac:spMk id="3" creationId="{9BC8B273-6B96-4F7C-8848-A456AC12D0DD}"/>
          </ac:spMkLst>
        </pc:spChg>
        <pc:spChg chg="add mod">
          <ac:chgData name="Gavin Forcade" userId="386c622d-1f2f-4675-b519-3949d28853a1" providerId="ADAL" clId="{23A7F3DF-6334-4F0A-9063-4B96079CC6E5}" dt="2021-01-23T20:09:13.346" v="743" actId="571"/>
          <ac:spMkLst>
            <pc:docMk/>
            <pc:sldMk cId="2984716744" sldId="259"/>
            <ac:spMk id="4" creationId="{B4F819E3-98C9-4176-B98D-28277BCDC0E9}"/>
          </ac:spMkLst>
        </pc:spChg>
        <pc:spChg chg="add mod">
          <ac:chgData name="Gavin Forcade" userId="386c622d-1f2f-4675-b519-3949d28853a1" providerId="ADAL" clId="{23A7F3DF-6334-4F0A-9063-4B96079CC6E5}" dt="2021-01-23T20:09:13.346" v="743" actId="571"/>
          <ac:spMkLst>
            <pc:docMk/>
            <pc:sldMk cId="2984716744" sldId="259"/>
            <ac:spMk id="5" creationId="{65DB7045-D0BE-4A25-A461-BAE26C245FDB}"/>
          </ac:spMkLst>
        </pc:spChg>
        <pc:spChg chg="add mod">
          <ac:chgData name="Gavin Forcade" userId="386c622d-1f2f-4675-b519-3949d28853a1" providerId="ADAL" clId="{23A7F3DF-6334-4F0A-9063-4B96079CC6E5}" dt="2021-01-23T20:09:31.808" v="747" actId="14100"/>
          <ac:spMkLst>
            <pc:docMk/>
            <pc:sldMk cId="2984716744" sldId="259"/>
            <ac:spMk id="6" creationId="{73CDD5C0-1B3E-4C24-9D33-03E28506F4EC}"/>
          </ac:spMkLst>
        </pc:spChg>
        <pc:spChg chg="add mod">
          <ac:chgData name="Gavin Forcade" userId="386c622d-1f2f-4675-b519-3949d28853a1" providerId="ADAL" clId="{23A7F3DF-6334-4F0A-9063-4B96079CC6E5}" dt="2021-01-23T20:09:23.138" v="745" actId="164"/>
          <ac:spMkLst>
            <pc:docMk/>
            <pc:sldMk cId="2984716744" sldId="259"/>
            <ac:spMk id="7" creationId="{450175D7-75CD-4A4A-B760-E01374C19954}"/>
          </ac:spMkLst>
        </pc:spChg>
        <pc:spChg chg="add mod">
          <ac:chgData name="Gavin Forcade" userId="386c622d-1f2f-4675-b519-3949d28853a1" providerId="ADAL" clId="{23A7F3DF-6334-4F0A-9063-4B96079CC6E5}" dt="2021-01-23T20:08:17.774" v="736" actId="164"/>
          <ac:spMkLst>
            <pc:docMk/>
            <pc:sldMk cId="2984716744" sldId="259"/>
            <ac:spMk id="8" creationId="{8B35041F-C786-4467-BB67-C843D422C5EA}"/>
          </ac:spMkLst>
        </pc:spChg>
        <pc:spChg chg="add mod">
          <ac:chgData name="Gavin Forcade" userId="386c622d-1f2f-4675-b519-3949d28853a1" providerId="ADAL" clId="{23A7F3DF-6334-4F0A-9063-4B96079CC6E5}" dt="2021-01-23T20:08:17.774" v="736" actId="164"/>
          <ac:spMkLst>
            <pc:docMk/>
            <pc:sldMk cId="2984716744" sldId="259"/>
            <ac:spMk id="9" creationId="{EFCABC9F-2954-4A15-AD24-6E8AEE704EA0}"/>
          </ac:spMkLst>
        </pc:spChg>
        <pc:spChg chg="add mod">
          <ac:chgData name="Gavin Forcade" userId="386c622d-1f2f-4675-b519-3949d28853a1" providerId="ADAL" clId="{23A7F3DF-6334-4F0A-9063-4B96079CC6E5}" dt="2021-01-23T20:08:53.732" v="739" actId="164"/>
          <ac:spMkLst>
            <pc:docMk/>
            <pc:sldMk cId="2984716744" sldId="259"/>
            <ac:spMk id="10" creationId="{FD3C6CD2-DBFF-4CE9-8561-9D35F5B25220}"/>
          </ac:spMkLst>
        </pc:spChg>
        <pc:spChg chg="add mod">
          <ac:chgData name="Gavin Forcade" userId="386c622d-1f2f-4675-b519-3949d28853a1" providerId="ADAL" clId="{23A7F3DF-6334-4F0A-9063-4B96079CC6E5}" dt="2021-01-23T20:08:24.238" v="737" actId="164"/>
          <ac:spMkLst>
            <pc:docMk/>
            <pc:sldMk cId="2984716744" sldId="259"/>
            <ac:spMk id="11" creationId="{1C269DC1-BAAB-444E-AABA-D8473DE1E162}"/>
          </ac:spMkLst>
        </pc:spChg>
        <pc:spChg chg="add del mod">
          <ac:chgData name="Gavin Forcade" userId="386c622d-1f2f-4675-b519-3949d28853a1" providerId="ADAL" clId="{23A7F3DF-6334-4F0A-9063-4B96079CC6E5}" dt="2021-01-23T20:10:12.848" v="755" actId="478"/>
          <ac:spMkLst>
            <pc:docMk/>
            <pc:sldMk cId="2984716744" sldId="259"/>
            <ac:spMk id="12" creationId="{AFDA35B5-071A-4504-AE0F-F08D17800AA7}"/>
          </ac:spMkLst>
        </pc:spChg>
        <pc:spChg chg="add mod">
          <ac:chgData name="Gavin Forcade" userId="386c622d-1f2f-4675-b519-3949d28853a1" providerId="ADAL" clId="{23A7F3DF-6334-4F0A-9063-4B96079CC6E5}" dt="2021-01-23T20:09:13.346" v="743" actId="571"/>
          <ac:spMkLst>
            <pc:docMk/>
            <pc:sldMk cId="2984716744" sldId="259"/>
            <ac:spMk id="17" creationId="{174D3A6C-CFE5-4A33-9F45-E064F6806091}"/>
          </ac:spMkLst>
        </pc:spChg>
        <pc:spChg chg="add mod">
          <ac:chgData name="Gavin Forcade" userId="386c622d-1f2f-4675-b519-3949d28853a1" providerId="ADAL" clId="{23A7F3DF-6334-4F0A-9063-4B96079CC6E5}" dt="2021-01-23T20:09:13.346" v="743" actId="571"/>
          <ac:spMkLst>
            <pc:docMk/>
            <pc:sldMk cId="2984716744" sldId="259"/>
            <ac:spMk id="18" creationId="{D3172527-F0E3-44C3-BDFB-CC40970B23A6}"/>
          </ac:spMkLst>
        </pc:spChg>
        <pc:grpChg chg="add mod">
          <ac:chgData name="Gavin Forcade" userId="386c622d-1f2f-4675-b519-3949d28853a1" providerId="ADAL" clId="{23A7F3DF-6334-4F0A-9063-4B96079CC6E5}" dt="2021-01-23T20:08:24.238" v="737" actId="164"/>
          <ac:grpSpMkLst>
            <pc:docMk/>
            <pc:sldMk cId="2984716744" sldId="259"/>
            <ac:grpSpMk id="13" creationId="{E6108988-BF4C-44D3-910B-43C8A0B1E2E7}"/>
          </ac:grpSpMkLst>
        </pc:grpChg>
        <pc:grpChg chg="add mod">
          <ac:chgData name="Gavin Forcade" userId="386c622d-1f2f-4675-b519-3949d28853a1" providerId="ADAL" clId="{23A7F3DF-6334-4F0A-9063-4B96079CC6E5}" dt="2021-01-23T20:08:53.732" v="739" actId="164"/>
          <ac:grpSpMkLst>
            <pc:docMk/>
            <pc:sldMk cId="2984716744" sldId="259"/>
            <ac:grpSpMk id="14" creationId="{4DD79707-2151-49A5-A085-1DDE23AA4511}"/>
          </ac:grpSpMkLst>
        </pc:grpChg>
        <pc:grpChg chg="add del mod">
          <ac:chgData name="Gavin Forcade" userId="386c622d-1f2f-4675-b519-3949d28853a1" providerId="ADAL" clId="{23A7F3DF-6334-4F0A-9063-4B96079CC6E5}" dt="2021-01-23T20:10:10.618" v="754" actId="478"/>
          <ac:grpSpMkLst>
            <pc:docMk/>
            <pc:sldMk cId="2984716744" sldId="259"/>
            <ac:grpSpMk id="15" creationId="{9E43C4EA-190B-47CC-90F2-366587A9A805}"/>
          </ac:grpSpMkLst>
        </pc:grpChg>
        <pc:grpChg chg="add mod">
          <ac:chgData name="Gavin Forcade" userId="386c622d-1f2f-4675-b519-3949d28853a1" providerId="ADAL" clId="{23A7F3DF-6334-4F0A-9063-4B96079CC6E5}" dt="2021-01-23T20:09:17.918" v="744" actId="164"/>
          <ac:grpSpMkLst>
            <pc:docMk/>
            <pc:sldMk cId="2984716744" sldId="259"/>
            <ac:grpSpMk id="16" creationId="{2DCADF18-F08E-44BB-BDF4-71207CC72E78}"/>
          </ac:grpSpMkLst>
        </pc:grpChg>
        <pc:grpChg chg="add mod">
          <ac:chgData name="Gavin Forcade" userId="386c622d-1f2f-4675-b519-3949d28853a1" providerId="ADAL" clId="{23A7F3DF-6334-4F0A-9063-4B96079CC6E5}" dt="2021-01-23T20:09:23.138" v="745" actId="164"/>
          <ac:grpSpMkLst>
            <pc:docMk/>
            <pc:sldMk cId="2984716744" sldId="259"/>
            <ac:grpSpMk id="19" creationId="{9BD84804-B262-4526-AA83-0BC84BF4A89B}"/>
          </ac:grpSpMkLst>
        </pc:grpChg>
        <pc:grpChg chg="add del mod">
          <ac:chgData name="Gavin Forcade" userId="386c622d-1f2f-4675-b519-3949d28853a1" providerId="ADAL" clId="{23A7F3DF-6334-4F0A-9063-4B96079CC6E5}" dt="2021-01-23T20:10:49.188" v="759" actId="478"/>
          <ac:grpSpMkLst>
            <pc:docMk/>
            <pc:sldMk cId="2984716744" sldId="259"/>
            <ac:grpSpMk id="20" creationId="{EFD9F427-03CD-4983-9DDD-C36534930697}"/>
          </ac:grpSpMkLst>
        </pc:grpChg>
      </pc:sldChg>
      <pc:sldChg chg="delSp modSp add mod">
        <pc:chgData name="Gavin Forcade" userId="386c622d-1f2f-4675-b519-3949d28853a1" providerId="ADAL" clId="{23A7F3DF-6334-4F0A-9063-4B96079CC6E5}" dt="2021-01-26T17:50:55.073" v="1498" actId="1038"/>
        <pc:sldMkLst>
          <pc:docMk/>
          <pc:sldMk cId="329496482" sldId="260"/>
        </pc:sldMkLst>
        <pc:spChg chg="mod">
          <ac:chgData name="Gavin Forcade" userId="386c622d-1f2f-4675-b519-3949d28853a1" providerId="ADAL" clId="{23A7F3DF-6334-4F0A-9063-4B96079CC6E5}" dt="2021-01-26T17:50:44.559" v="1488" actId="20577"/>
          <ac:spMkLst>
            <pc:docMk/>
            <pc:sldMk cId="329496482" sldId="260"/>
            <ac:spMk id="8" creationId="{8B35041F-C786-4467-BB67-C843D422C5EA}"/>
          </ac:spMkLst>
        </pc:spChg>
        <pc:spChg chg="mod">
          <ac:chgData name="Gavin Forcade" userId="386c622d-1f2f-4675-b519-3949d28853a1" providerId="ADAL" clId="{23A7F3DF-6334-4F0A-9063-4B96079CC6E5}" dt="2021-01-26T17:50:51.099" v="1489" actId="14100"/>
          <ac:spMkLst>
            <pc:docMk/>
            <pc:sldMk cId="329496482" sldId="260"/>
            <ac:spMk id="10" creationId="{FD3C6CD2-DBFF-4CE9-8561-9D35F5B25220}"/>
          </ac:spMkLst>
        </pc:spChg>
        <pc:spChg chg="mod">
          <ac:chgData name="Gavin Forcade" userId="386c622d-1f2f-4675-b519-3949d28853a1" providerId="ADAL" clId="{23A7F3DF-6334-4F0A-9063-4B96079CC6E5}" dt="2021-01-26T17:50:55.073" v="1498" actId="1038"/>
          <ac:spMkLst>
            <pc:docMk/>
            <pc:sldMk cId="329496482" sldId="260"/>
            <ac:spMk id="11" creationId="{1C269DC1-BAAB-444E-AABA-D8473DE1E162}"/>
          </ac:spMkLst>
        </pc:spChg>
        <pc:spChg chg="del">
          <ac:chgData name="Gavin Forcade" userId="386c622d-1f2f-4675-b519-3949d28853a1" providerId="ADAL" clId="{23A7F3DF-6334-4F0A-9063-4B96079CC6E5}" dt="2021-01-23T20:10:21.228" v="757" actId="478"/>
          <ac:spMkLst>
            <pc:docMk/>
            <pc:sldMk cId="329496482" sldId="260"/>
            <ac:spMk id="12" creationId="{AFDA35B5-071A-4504-AE0F-F08D17800AA7}"/>
          </ac:spMkLst>
        </pc:spChg>
      </pc:sldChg>
      <pc:sldChg chg="add">
        <pc:chgData name="Gavin Forcade" userId="386c622d-1f2f-4675-b519-3949d28853a1" providerId="ADAL" clId="{23A7F3DF-6334-4F0A-9063-4B96079CC6E5}" dt="2021-01-23T20:10:16.358" v="756"/>
        <pc:sldMkLst>
          <pc:docMk/>
          <pc:sldMk cId="725755017" sldId="261"/>
        </pc:sldMkLst>
      </pc:sldChg>
      <pc:sldChg chg="add">
        <pc:chgData name="Gavin Forcade" userId="386c622d-1f2f-4675-b519-3949d28853a1" providerId="ADAL" clId="{23A7F3DF-6334-4F0A-9063-4B96079CC6E5}" dt="2021-01-23T20:10:44.968" v="758"/>
        <pc:sldMkLst>
          <pc:docMk/>
          <pc:sldMk cId="3832749781" sldId="262"/>
        </pc:sldMkLst>
      </pc:sldChg>
      <pc:sldChg chg="addSp modSp new del mod">
        <pc:chgData name="Gavin Forcade" userId="386c622d-1f2f-4675-b519-3949d28853a1" providerId="ADAL" clId="{23A7F3DF-6334-4F0A-9063-4B96079CC6E5}" dt="2021-01-26T17:52:11.032" v="1499" actId="47"/>
        <pc:sldMkLst>
          <pc:docMk/>
          <pc:sldMk cId="1272060753" sldId="263"/>
        </pc:sldMkLst>
        <pc:spChg chg="mod">
          <ac:chgData name="Gavin Forcade" userId="386c622d-1f2f-4675-b519-3949d28853a1" providerId="ADAL" clId="{23A7F3DF-6334-4F0A-9063-4B96079CC6E5}" dt="2021-01-23T20:12:35.318" v="773" actId="20577"/>
          <ac:spMkLst>
            <pc:docMk/>
            <pc:sldMk cId="1272060753" sldId="263"/>
            <ac:spMk id="2" creationId="{A52C3AF0-27D4-4AC3-89F3-C81E6CD287D6}"/>
          </ac:spMkLst>
        </pc:spChg>
        <pc:picChg chg="add mod">
          <ac:chgData name="Gavin Forcade" userId="386c622d-1f2f-4675-b519-3949d28853a1" providerId="ADAL" clId="{23A7F3DF-6334-4F0A-9063-4B96079CC6E5}" dt="2021-01-23T20:12:29.918" v="764" actId="1076"/>
          <ac:picMkLst>
            <pc:docMk/>
            <pc:sldMk cId="1272060753" sldId="263"/>
            <ac:picMk id="5" creationId="{E0BC0E5A-1957-47AB-ABB1-942F40B00EEF}"/>
          </ac:picMkLst>
        </pc:picChg>
      </pc:sldChg>
      <pc:sldChg chg="addSp modSp new mod">
        <pc:chgData name="Gavin Forcade" userId="386c622d-1f2f-4675-b519-3949d28853a1" providerId="ADAL" clId="{23A7F3DF-6334-4F0A-9063-4B96079CC6E5}" dt="2021-01-23T20:18:16.778" v="878" actId="20577"/>
        <pc:sldMkLst>
          <pc:docMk/>
          <pc:sldMk cId="1452606598" sldId="264"/>
        </pc:sldMkLst>
        <pc:spChg chg="mod">
          <ac:chgData name="Gavin Forcade" userId="386c622d-1f2f-4675-b519-3949d28853a1" providerId="ADAL" clId="{23A7F3DF-6334-4F0A-9063-4B96079CC6E5}" dt="2021-01-23T20:18:16.778" v="878" actId="20577"/>
          <ac:spMkLst>
            <pc:docMk/>
            <pc:sldMk cId="1452606598" sldId="264"/>
            <ac:spMk id="2" creationId="{C294FBC1-0054-4933-9A83-27E144EDF155}"/>
          </ac:spMkLst>
        </pc:spChg>
        <pc:spChg chg="mod">
          <ac:chgData name="Gavin Forcade" userId="386c622d-1f2f-4675-b519-3949d28853a1" providerId="ADAL" clId="{23A7F3DF-6334-4F0A-9063-4B96079CC6E5}" dt="2021-01-23T20:17:01.558" v="870" actId="1076"/>
          <ac:spMkLst>
            <pc:docMk/>
            <pc:sldMk cId="1452606598" sldId="264"/>
            <ac:spMk id="3" creationId="{B2815CF0-E741-43FC-80F3-0DE075B54020}"/>
          </ac:spMkLst>
        </pc:spChg>
        <pc:spChg chg="add mod">
          <ac:chgData name="Gavin Forcade" userId="386c622d-1f2f-4675-b519-3949d28853a1" providerId="ADAL" clId="{23A7F3DF-6334-4F0A-9063-4B96079CC6E5}" dt="2021-01-23T20:16:20.618" v="841" actId="2085"/>
          <ac:spMkLst>
            <pc:docMk/>
            <pc:sldMk cId="1452606598" sldId="264"/>
            <ac:spMk id="8" creationId="{29F022E7-A44D-4852-B210-DB8BD089A498}"/>
          </ac:spMkLst>
        </pc:spChg>
        <pc:spChg chg="add mod">
          <ac:chgData name="Gavin Forcade" userId="386c622d-1f2f-4675-b519-3949d28853a1" providerId="ADAL" clId="{23A7F3DF-6334-4F0A-9063-4B96079CC6E5}" dt="2021-01-23T20:16:54.189" v="869" actId="692"/>
          <ac:spMkLst>
            <pc:docMk/>
            <pc:sldMk cId="1452606598" sldId="264"/>
            <ac:spMk id="9" creationId="{29306261-9247-4971-99B0-BEFBD7D0BDEF}"/>
          </ac:spMkLst>
        </pc:spChg>
        <pc:picChg chg="add mod">
          <ac:chgData name="Gavin Forcade" userId="386c622d-1f2f-4675-b519-3949d28853a1" providerId="ADAL" clId="{23A7F3DF-6334-4F0A-9063-4B96079CC6E5}" dt="2021-01-23T20:16:09.308" v="838" actId="1076"/>
          <ac:picMkLst>
            <pc:docMk/>
            <pc:sldMk cId="1452606598" sldId="264"/>
            <ac:picMk id="5" creationId="{843F4501-3344-4FD5-A40E-EDEE87646CBC}"/>
          </ac:picMkLst>
        </pc:picChg>
        <pc:picChg chg="add mod modCrop">
          <ac:chgData name="Gavin Forcade" userId="386c622d-1f2f-4675-b519-3949d28853a1" providerId="ADAL" clId="{23A7F3DF-6334-4F0A-9063-4B96079CC6E5}" dt="2021-01-23T20:15:50.768" v="833" actId="1076"/>
          <ac:picMkLst>
            <pc:docMk/>
            <pc:sldMk cId="1452606598" sldId="264"/>
            <ac:picMk id="7" creationId="{1E1B865C-2A19-4CB3-B344-C892D3B316B8}"/>
          </ac:picMkLst>
        </pc:picChg>
      </pc:sldChg>
      <pc:sldChg chg="addSp delSp modSp new mod">
        <pc:chgData name="Gavin Forcade" userId="386c622d-1f2f-4675-b519-3949d28853a1" providerId="ADAL" clId="{23A7F3DF-6334-4F0A-9063-4B96079CC6E5}" dt="2021-01-26T17:57:15.789" v="1503" actId="478"/>
        <pc:sldMkLst>
          <pc:docMk/>
          <pc:sldMk cId="370849634" sldId="265"/>
        </pc:sldMkLst>
        <pc:spChg chg="mod">
          <ac:chgData name="Gavin Forcade" userId="386c622d-1f2f-4675-b519-3949d28853a1" providerId="ADAL" clId="{23A7F3DF-6334-4F0A-9063-4B96079CC6E5}" dt="2021-01-23T20:25:28.737" v="1152" actId="20577"/>
          <ac:spMkLst>
            <pc:docMk/>
            <pc:sldMk cId="370849634" sldId="265"/>
            <ac:spMk id="2" creationId="{DDAFCCF2-40F0-4FC5-ADD2-A2FFB2017B17}"/>
          </ac:spMkLst>
        </pc:spChg>
        <pc:spChg chg="mod">
          <ac:chgData name="Gavin Forcade" userId="386c622d-1f2f-4675-b519-3949d28853a1" providerId="ADAL" clId="{23A7F3DF-6334-4F0A-9063-4B96079CC6E5}" dt="2021-01-23T20:25:53.537" v="1158" actId="14100"/>
          <ac:spMkLst>
            <pc:docMk/>
            <pc:sldMk cId="370849634" sldId="265"/>
            <ac:spMk id="3" creationId="{A29B1F23-7F6F-4AF0-9EDE-C45EF3C9DF78}"/>
          </ac:spMkLst>
        </pc:spChg>
        <pc:spChg chg="add del mod">
          <ac:chgData name="Gavin Forcade" userId="386c622d-1f2f-4675-b519-3949d28853a1" providerId="ADAL" clId="{23A7F3DF-6334-4F0A-9063-4B96079CC6E5}" dt="2021-01-23T20:36:47.730" v="1402" actId="478"/>
          <ac:spMkLst>
            <pc:docMk/>
            <pc:sldMk cId="370849634" sldId="265"/>
            <ac:spMk id="4" creationId="{B0CBF8D8-1599-4E72-9D3F-7D8A5F59818D}"/>
          </ac:spMkLst>
        </pc:spChg>
        <pc:spChg chg="add del mod">
          <ac:chgData name="Gavin Forcade" userId="386c622d-1f2f-4675-b519-3949d28853a1" providerId="ADAL" clId="{23A7F3DF-6334-4F0A-9063-4B96079CC6E5}" dt="2021-01-23T20:36:49.020" v="1403" actId="478"/>
          <ac:spMkLst>
            <pc:docMk/>
            <pc:sldMk cId="370849634" sldId="265"/>
            <ac:spMk id="5" creationId="{20ED0627-C6C0-4F21-91C0-7EE6AFE21FB1}"/>
          </ac:spMkLst>
        </pc:spChg>
        <pc:spChg chg="add del mod">
          <ac:chgData name="Gavin Forcade" userId="386c622d-1f2f-4675-b519-3949d28853a1" providerId="ADAL" clId="{23A7F3DF-6334-4F0A-9063-4B96079CC6E5}" dt="2021-01-26T17:57:12.600" v="1501" actId="478"/>
          <ac:spMkLst>
            <pc:docMk/>
            <pc:sldMk cId="370849634" sldId="265"/>
            <ac:spMk id="6" creationId="{8D91F88E-4E8F-40B4-9436-27957F95ACC8}"/>
          </ac:spMkLst>
        </pc:spChg>
        <pc:spChg chg="add del mod">
          <ac:chgData name="Gavin Forcade" userId="386c622d-1f2f-4675-b519-3949d28853a1" providerId="ADAL" clId="{23A7F3DF-6334-4F0A-9063-4B96079CC6E5}" dt="2021-01-23T20:35:57.770" v="1398" actId="478"/>
          <ac:spMkLst>
            <pc:docMk/>
            <pc:sldMk cId="370849634" sldId="265"/>
            <ac:spMk id="7" creationId="{94B8D474-F2D3-449C-841D-2CD1FD45A881}"/>
          </ac:spMkLst>
        </pc:spChg>
        <pc:spChg chg="add del mod">
          <ac:chgData name="Gavin Forcade" userId="386c622d-1f2f-4675-b519-3949d28853a1" providerId="ADAL" clId="{23A7F3DF-6334-4F0A-9063-4B96079CC6E5}" dt="2021-01-23T20:35:59.950" v="1400" actId="478"/>
          <ac:spMkLst>
            <pc:docMk/>
            <pc:sldMk cId="370849634" sldId="265"/>
            <ac:spMk id="8" creationId="{E167EFF3-E03E-402C-BDF9-6267334D0544}"/>
          </ac:spMkLst>
        </pc:spChg>
        <pc:spChg chg="add del mod">
          <ac:chgData name="Gavin Forcade" userId="386c622d-1f2f-4675-b519-3949d28853a1" providerId="ADAL" clId="{23A7F3DF-6334-4F0A-9063-4B96079CC6E5}" dt="2021-01-26T17:57:15.114" v="1502" actId="478"/>
          <ac:spMkLst>
            <pc:docMk/>
            <pc:sldMk cId="370849634" sldId="265"/>
            <ac:spMk id="10" creationId="{4CEDF29B-AD35-4D4B-8B3C-F272760D0222}"/>
          </ac:spMkLst>
        </pc:spChg>
        <pc:spChg chg="add del mod">
          <ac:chgData name="Gavin Forcade" userId="386c622d-1f2f-4675-b519-3949d28853a1" providerId="ADAL" clId="{23A7F3DF-6334-4F0A-9063-4B96079CC6E5}" dt="2021-01-23T20:36:01.650" v="1401" actId="478"/>
          <ac:spMkLst>
            <pc:docMk/>
            <pc:sldMk cId="370849634" sldId="265"/>
            <ac:spMk id="14" creationId="{3B2DAD4E-6DB0-4D4D-939F-A4DD97BF3B0D}"/>
          </ac:spMkLst>
        </pc:spChg>
        <pc:picChg chg="add mod">
          <ac:chgData name="Gavin Forcade" userId="386c622d-1f2f-4675-b519-3949d28853a1" providerId="ADAL" clId="{23A7F3DF-6334-4F0A-9063-4B96079CC6E5}" dt="2021-01-23T20:34:37.400" v="1357" actId="1076"/>
          <ac:picMkLst>
            <pc:docMk/>
            <pc:sldMk cId="370849634" sldId="265"/>
            <ac:picMk id="9" creationId="{28AA75C4-E9D5-4BD0-9F91-45FED48BC181}"/>
          </ac:picMkLst>
        </pc:picChg>
        <pc:cxnChg chg="add del mod">
          <ac:chgData name="Gavin Forcade" userId="386c622d-1f2f-4675-b519-3949d28853a1" providerId="ADAL" clId="{23A7F3DF-6334-4F0A-9063-4B96079CC6E5}" dt="2021-01-26T17:57:15.789" v="1503" actId="478"/>
          <ac:cxnSpMkLst>
            <pc:docMk/>
            <pc:sldMk cId="370849634" sldId="265"/>
            <ac:cxnSpMk id="12" creationId="{FFB0FB0B-F32F-41BC-AD47-23A4777A12D0}"/>
          </ac:cxnSpMkLst>
        </pc:cxnChg>
        <pc:cxnChg chg="add del mod">
          <ac:chgData name="Gavin Forcade" userId="386c622d-1f2f-4675-b519-3949d28853a1" providerId="ADAL" clId="{23A7F3DF-6334-4F0A-9063-4B96079CC6E5}" dt="2021-01-23T20:35:58.999" v="1399" actId="478"/>
          <ac:cxnSpMkLst>
            <pc:docMk/>
            <pc:sldMk cId="370849634" sldId="265"/>
            <ac:cxnSpMk id="16" creationId="{FD3AA205-0EB6-4892-B849-366DDB49ABD5}"/>
          </ac:cxnSpMkLst>
        </pc:cxnChg>
      </pc:sldChg>
      <pc:sldChg chg="delSp add mod">
        <pc:chgData name="Gavin Forcade" userId="386c622d-1f2f-4675-b519-3949d28853a1" providerId="ADAL" clId="{23A7F3DF-6334-4F0A-9063-4B96079CC6E5}" dt="2021-01-23T20:37:06.629" v="1408" actId="478"/>
        <pc:sldMkLst>
          <pc:docMk/>
          <pc:sldMk cId="182861660" sldId="266"/>
        </pc:sldMkLst>
        <pc:spChg chg="del">
          <ac:chgData name="Gavin Forcade" userId="386c622d-1f2f-4675-b519-3949d28853a1" providerId="ADAL" clId="{23A7F3DF-6334-4F0A-9063-4B96079CC6E5}" dt="2021-01-23T20:37:01.949" v="1405" actId="478"/>
          <ac:spMkLst>
            <pc:docMk/>
            <pc:sldMk cId="182861660" sldId="266"/>
            <ac:spMk id="7" creationId="{94B8D474-F2D3-449C-841D-2CD1FD45A881}"/>
          </ac:spMkLst>
        </pc:spChg>
        <pc:spChg chg="del">
          <ac:chgData name="Gavin Forcade" userId="386c622d-1f2f-4675-b519-3949d28853a1" providerId="ADAL" clId="{23A7F3DF-6334-4F0A-9063-4B96079CC6E5}" dt="2021-01-23T20:37:02.892" v="1406" actId="478"/>
          <ac:spMkLst>
            <pc:docMk/>
            <pc:sldMk cId="182861660" sldId="266"/>
            <ac:spMk id="8" creationId="{E167EFF3-E03E-402C-BDF9-6267334D0544}"/>
          </ac:spMkLst>
        </pc:spChg>
        <pc:spChg chg="del">
          <ac:chgData name="Gavin Forcade" userId="386c622d-1f2f-4675-b519-3949d28853a1" providerId="ADAL" clId="{23A7F3DF-6334-4F0A-9063-4B96079CC6E5}" dt="2021-01-23T20:37:06.629" v="1408" actId="478"/>
          <ac:spMkLst>
            <pc:docMk/>
            <pc:sldMk cId="182861660" sldId="266"/>
            <ac:spMk id="14" creationId="{3B2DAD4E-6DB0-4D4D-939F-A4DD97BF3B0D}"/>
          </ac:spMkLst>
        </pc:spChg>
        <pc:cxnChg chg="del">
          <ac:chgData name="Gavin Forcade" userId="386c622d-1f2f-4675-b519-3949d28853a1" providerId="ADAL" clId="{23A7F3DF-6334-4F0A-9063-4B96079CC6E5}" dt="2021-01-23T20:37:04.120" v="1407" actId="478"/>
          <ac:cxnSpMkLst>
            <pc:docMk/>
            <pc:sldMk cId="182861660" sldId="266"/>
            <ac:cxnSpMk id="16" creationId="{FD3AA205-0EB6-4892-B849-366DDB49ABD5}"/>
          </ac:cxnSpMkLst>
        </pc:cxnChg>
      </pc:sldChg>
      <pc:sldChg chg="add">
        <pc:chgData name="Gavin Forcade" userId="386c622d-1f2f-4675-b519-3949d28853a1" providerId="ADAL" clId="{23A7F3DF-6334-4F0A-9063-4B96079CC6E5}" dt="2021-01-23T20:36:53.679" v="1404"/>
        <pc:sldMkLst>
          <pc:docMk/>
          <pc:sldMk cId="2590427635" sldId="267"/>
        </pc:sldMkLst>
      </pc:sldChg>
      <pc:sldChg chg="addSp delSp modSp new mod modMedia modClrScheme chgLayout">
        <pc:chgData name="Gavin Forcade" userId="386c622d-1f2f-4675-b519-3949d28853a1" providerId="ADAL" clId="{23A7F3DF-6334-4F0A-9063-4B96079CC6E5}" dt="2021-01-23T20:48:50.716" v="1453" actId="20577"/>
        <pc:sldMkLst>
          <pc:docMk/>
          <pc:sldMk cId="1040315546" sldId="268"/>
        </pc:sldMkLst>
        <pc:spChg chg="mod ord">
          <ac:chgData name="Gavin Forcade" userId="386c622d-1f2f-4675-b519-3949d28853a1" providerId="ADAL" clId="{23A7F3DF-6334-4F0A-9063-4B96079CC6E5}" dt="2021-01-23T20:48:50.716" v="1453" actId="20577"/>
          <ac:spMkLst>
            <pc:docMk/>
            <pc:sldMk cId="1040315546" sldId="268"/>
            <ac:spMk id="2" creationId="{847471D5-943A-4297-A87D-2B023AA38264}"/>
          </ac:spMkLst>
        </pc:spChg>
        <pc:spChg chg="del mod ord">
          <ac:chgData name="Gavin Forcade" userId="386c622d-1f2f-4675-b519-3949d28853a1" providerId="ADAL" clId="{23A7F3DF-6334-4F0A-9063-4B96079CC6E5}" dt="2021-01-23T20:48:33.824" v="1436" actId="700"/>
          <ac:spMkLst>
            <pc:docMk/>
            <pc:sldMk cId="1040315546" sldId="268"/>
            <ac:spMk id="3" creationId="{0B26BBA5-5383-4B40-9341-FB7522468594}"/>
          </ac:spMkLst>
        </pc:spChg>
        <pc:spChg chg="add del mod ord">
          <ac:chgData name="Gavin Forcade" userId="386c622d-1f2f-4675-b519-3949d28853a1" providerId="ADAL" clId="{23A7F3DF-6334-4F0A-9063-4B96079CC6E5}" dt="2021-01-23T20:48:40.803" v="1437" actId="26606"/>
          <ac:spMkLst>
            <pc:docMk/>
            <pc:sldMk cId="1040315546" sldId="268"/>
            <ac:spMk id="4" creationId="{A41CA7AE-4956-4CAF-B598-7F13B15DC5C3}"/>
          </ac:spMkLst>
        </pc:spChg>
        <pc:picChg chg="add mod">
          <ac:chgData name="Gavin Forcade" userId="386c622d-1f2f-4675-b519-3949d28853a1" providerId="ADAL" clId="{23A7F3DF-6334-4F0A-9063-4B96079CC6E5}" dt="2021-01-23T20:48:41.808" v="1439"/>
          <ac:picMkLst>
            <pc:docMk/>
            <pc:sldMk cId="1040315546" sldId="268"/>
            <ac:picMk id="6" creationId="{B858198C-5235-4123-B0DE-CFEFDBDD843D}"/>
          </ac:picMkLst>
        </pc:picChg>
      </pc:sldChg>
      <pc:sldChg chg="add">
        <pc:chgData name="Gavin Forcade" userId="386c622d-1f2f-4675-b519-3949d28853a1" providerId="ADAL" clId="{23A7F3DF-6334-4F0A-9063-4B96079CC6E5}" dt="2021-01-26T17:57:08.759" v="1500"/>
        <pc:sldMkLst>
          <pc:docMk/>
          <pc:sldMk cId="1575062731" sldId="269"/>
        </pc:sldMkLst>
      </pc:sldChg>
    </pc:docChg>
  </pc:docChgLst>
  <pc:docChgLst>
    <pc:chgData name="Gavin Forcade" userId="386c622d-1f2f-4675-b519-3949d28853a1" providerId="ADAL" clId="{6ACF989E-876D-444F-A9F0-D57FDF6B3748}"/>
    <pc:docChg chg="undo custSel addSld delSld modSld sldOrd">
      <pc:chgData name="Gavin Forcade" userId="386c622d-1f2f-4675-b519-3949d28853a1" providerId="ADAL" clId="{6ACF989E-876D-444F-A9F0-D57FDF6B3748}" dt="2021-03-05T15:44:42.050" v="2068" actId="1076"/>
      <pc:docMkLst>
        <pc:docMk/>
      </pc:docMkLst>
      <pc:sldChg chg="modSp mod">
        <pc:chgData name="Gavin Forcade" userId="386c622d-1f2f-4675-b519-3949d28853a1" providerId="ADAL" clId="{6ACF989E-876D-444F-A9F0-D57FDF6B3748}" dt="2021-03-05T14:57:52.925" v="1915" actId="20577"/>
        <pc:sldMkLst>
          <pc:docMk/>
          <pc:sldMk cId="2613377824" sldId="256"/>
        </pc:sldMkLst>
        <pc:spChg chg="mod">
          <ac:chgData name="Gavin Forcade" userId="386c622d-1f2f-4675-b519-3949d28853a1" providerId="ADAL" clId="{6ACF989E-876D-444F-A9F0-D57FDF6B3748}" dt="2021-03-05T14:57:52.925" v="1915" actId="20577"/>
          <ac:spMkLst>
            <pc:docMk/>
            <pc:sldMk cId="2613377824" sldId="256"/>
            <ac:spMk id="8" creationId="{8AE6FC69-5080-48E8-89AA-43D4C0D1AD0F}"/>
          </ac:spMkLst>
        </pc:spChg>
        <pc:spChg chg="mod">
          <ac:chgData name="Gavin Forcade" userId="386c622d-1f2f-4675-b519-3949d28853a1" providerId="ADAL" clId="{6ACF989E-876D-444F-A9F0-D57FDF6B3748}" dt="2021-03-05T14:57:18.822" v="1885" actId="20577"/>
          <ac:spMkLst>
            <pc:docMk/>
            <pc:sldMk cId="2613377824" sldId="256"/>
            <ac:spMk id="10" creationId="{887A1082-0BA9-4FC3-805B-C7615E041102}"/>
          </ac:spMkLst>
        </pc:spChg>
      </pc:sldChg>
      <pc:sldChg chg="addSp modSp add mod">
        <pc:chgData name="Gavin Forcade" userId="386c622d-1f2f-4675-b519-3949d28853a1" providerId="ADAL" clId="{6ACF989E-876D-444F-A9F0-D57FDF6B3748}" dt="2021-03-02T14:18:26.914" v="1562" actId="1076"/>
        <pc:sldMkLst>
          <pc:docMk/>
          <pc:sldMk cId="134858382" sldId="257"/>
        </pc:sldMkLst>
        <pc:spChg chg="mod">
          <ac:chgData name="Gavin Forcade" userId="386c622d-1f2f-4675-b519-3949d28853a1" providerId="ADAL" clId="{6ACF989E-876D-444F-A9F0-D57FDF6B3748}" dt="2021-02-25T17:09:31.798" v="399" actId="20577"/>
          <ac:spMkLst>
            <pc:docMk/>
            <pc:sldMk cId="134858382" sldId="257"/>
            <ac:spMk id="2" creationId="{C11222D2-102C-4FA6-88D9-A839753B4181}"/>
          </ac:spMkLst>
        </pc:spChg>
        <pc:spChg chg="mod">
          <ac:chgData name="Gavin Forcade" userId="386c622d-1f2f-4675-b519-3949d28853a1" providerId="ADAL" clId="{6ACF989E-876D-444F-A9F0-D57FDF6B3748}" dt="2021-03-02T14:16:59.829" v="1541" actId="1076"/>
          <ac:spMkLst>
            <pc:docMk/>
            <pc:sldMk cId="134858382" sldId="257"/>
            <ac:spMk id="9" creationId="{8AC2E9EE-1A29-4F18-8B59-0E4DFCDEDCC5}"/>
          </ac:spMkLst>
        </pc:spChg>
        <pc:picChg chg="add mod">
          <ac:chgData name="Gavin Forcade" userId="386c622d-1f2f-4675-b519-3949d28853a1" providerId="ADAL" clId="{6ACF989E-876D-444F-A9F0-D57FDF6B3748}" dt="2021-03-02T14:18:03.995" v="1551" actId="1076"/>
          <ac:picMkLst>
            <pc:docMk/>
            <pc:sldMk cId="134858382" sldId="257"/>
            <ac:picMk id="3" creationId="{ED558923-0F2A-4689-96FD-014ACED97D8B}"/>
          </ac:picMkLst>
        </pc:picChg>
        <pc:picChg chg="add mod">
          <ac:chgData name="Gavin Forcade" userId="386c622d-1f2f-4675-b519-3949d28853a1" providerId="ADAL" clId="{6ACF989E-876D-444F-A9F0-D57FDF6B3748}" dt="2021-03-02T14:18:26.914" v="1562" actId="1076"/>
          <ac:picMkLst>
            <pc:docMk/>
            <pc:sldMk cId="134858382" sldId="257"/>
            <ac:picMk id="10" creationId="{437F2EA5-DD85-4867-994A-DB0AE2711AB2}"/>
          </ac:picMkLst>
        </pc:picChg>
      </pc:sldChg>
      <pc:sldChg chg="modSp add del mod">
        <pc:chgData name="Gavin Forcade" userId="386c622d-1f2f-4675-b519-3949d28853a1" providerId="ADAL" clId="{6ACF989E-876D-444F-A9F0-D57FDF6B3748}" dt="2021-02-25T17:09:49.656" v="404" actId="47"/>
        <pc:sldMkLst>
          <pc:docMk/>
          <pc:sldMk cId="197520684" sldId="258"/>
        </pc:sldMkLst>
        <pc:spChg chg="mod">
          <ac:chgData name="Gavin Forcade" userId="386c622d-1f2f-4675-b519-3949d28853a1" providerId="ADAL" clId="{6ACF989E-876D-444F-A9F0-D57FDF6B3748}" dt="2021-02-25T17:05:10.446" v="385" actId="20577"/>
          <ac:spMkLst>
            <pc:docMk/>
            <pc:sldMk cId="197520684" sldId="258"/>
            <ac:spMk id="2" creationId="{B037FEE6-D2FA-4247-B9D7-477EED53A6D5}"/>
          </ac:spMkLst>
        </pc:spChg>
      </pc:sldChg>
      <pc:sldChg chg="del">
        <pc:chgData name="Gavin Forcade" userId="386c622d-1f2f-4675-b519-3949d28853a1" providerId="ADAL" clId="{6ACF989E-876D-444F-A9F0-D57FDF6B3748}" dt="2021-03-02T14:06:40.144" v="1155" actId="47"/>
        <pc:sldMkLst>
          <pc:docMk/>
          <pc:sldMk cId="2984716744" sldId="259"/>
        </pc:sldMkLst>
      </pc:sldChg>
      <pc:sldChg chg="del">
        <pc:chgData name="Gavin Forcade" userId="386c622d-1f2f-4675-b519-3949d28853a1" providerId="ADAL" clId="{6ACF989E-876D-444F-A9F0-D57FDF6B3748}" dt="2021-03-02T14:06:41.982" v="1157" actId="47"/>
        <pc:sldMkLst>
          <pc:docMk/>
          <pc:sldMk cId="329496482" sldId="260"/>
        </pc:sldMkLst>
      </pc:sldChg>
      <pc:sldChg chg="del">
        <pc:chgData name="Gavin Forcade" userId="386c622d-1f2f-4675-b519-3949d28853a1" providerId="ADAL" clId="{6ACF989E-876D-444F-A9F0-D57FDF6B3748}" dt="2021-03-02T14:06:40.941" v="1156" actId="47"/>
        <pc:sldMkLst>
          <pc:docMk/>
          <pc:sldMk cId="3832749781" sldId="262"/>
        </pc:sldMkLst>
      </pc:sldChg>
      <pc:sldChg chg="del">
        <pc:chgData name="Gavin Forcade" userId="386c622d-1f2f-4675-b519-3949d28853a1" providerId="ADAL" clId="{6ACF989E-876D-444F-A9F0-D57FDF6B3748}" dt="2021-03-02T14:06:19.690" v="1152" actId="47"/>
        <pc:sldMkLst>
          <pc:docMk/>
          <pc:sldMk cId="370849634" sldId="265"/>
        </pc:sldMkLst>
      </pc:sldChg>
      <pc:sldChg chg="del ord">
        <pc:chgData name="Gavin Forcade" userId="386c622d-1f2f-4675-b519-3949d28853a1" providerId="ADAL" clId="{6ACF989E-876D-444F-A9F0-D57FDF6B3748}" dt="2021-03-02T14:19:30.148" v="1572" actId="47"/>
        <pc:sldMkLst>
          <pc:docMk/>
          <pc:sldMk cId="1040315546" sldId="268"/>
        </pc:sldMkLst>
      </pc:sldChg>
      <pc:sldChg chg="del">
        <pc:chgData name="Gavin Forcade" userId="386c622d-1f2f-4675-b519-3949d28853a1" providerId="ADAL" clId="{6ACF989E-876D-444F-A9F0-D57FDF6B3748}" dt="2021-03-02T14:06:35.112" v="1153" actId="47"/>
        <pc:sldMkLst>
          <pc:docMk/>
          <pc:sldMk cId="1575062731" sldId="269"/>
        </pc:sldMkLst>
      </pc:sldChg>
      <pc:sldChg chg="addSp delSp modSp mod ord">
        <pc:chgData name="Gavin Forcade" userId="386c622d-1f2f-4675-b519-3949d28853a1" providerId="ADAL" clId="{6ACF989E-876D-444F-A9F0-D57FDF6B3748}" dt="2021-03-02T13:52:52.274" v="1015" actId="1076"/>
        <pc:sldMkLst>
          <pc:docMk/>
          <pc:sldMk cId="1523308949" sldId="270"/>
        </pc:sldMkLst>
        <pc:spChg chg="add del mod">
          <ac:chgData name="Gavin Forcade" userId="386c622d-1f2f-4675-b519-3949d28853a1" providerId="ADAL" clId="{6ACF989E-876D-444F-A9F0-D57FDF6B3748}" dt="2021-03-02T13:40:38.009" v="676" actId="478"/>
          <ac:spMkLst>
            <pc:docMk/>
            <pc:sldMk cId="1523308949" sldId="270"/>
            <ac:spMk id="4" creationId="{D659FA92-1C4E-41C5-9B10-3EBCBB7121BE}"/>
          </ac:spMkLst>
        </pc:spChg>
        <pc:spChg chg="mod">
          <ac:chgData name="Gavin Forcade" userId="386c622d-1f2f-4675-b519-3949d28853a1" providerId="ADAL" clId="{6ACF989E-876D-444F-A9F0-D57FDF6B3748}" dt="2021-03-02T13:44:23.777" v="851" actId="20577"/>
          <ac:spMkLst>
            <pc:docMk/>
            <pc:sldMk cId="1523308949" sldId="270"/>
            <ac:spMk id="6" creationId="{4D89734E-6B94-4CFF-BBD2-FF03EE8B3A4E}"/>
          </ac:spMkLst>
        </pc:spChg>
        <pc:spChg chg="add mod">
          <ac:chgData name="Gavin Forcade" userId="386c622d-1f2f-4675-b519-3949d28853a1" providerId="ADAL" clId="{6ACF989E-876D-444F-A9F0-D57FDF6B3748}" dt="2021-03-02T13:49:26.012" v="983" actId="1076"/>
          <ac:spMkLst>
            <pc:docMk/>
            <pc:sldMk cId="1523308949" sldId="270"/>
            <ac:spMk id="11" creationId="{29A017BE-E821-4932-8C91-9F54D8FB13C2}"/>
          </ac:spMkLst>
        </pc:spChg>
        <pc:spChg chg="add mod">
          <ac:chgData name="Gavin Forcade" userId="386c622d-1f2f-4675-b519-3949d28853a1" providerId="ADAL" clId="{6ACF989E-876D-444F-A9F0-D57FDF6B3748}" dt="2021-03-02T13:52:52.274" v="1015" actId="1076"/>
          <ac:spMkLst>
            <pc:docMk/>
            <pc:sldMk cId="1523308949" sldId="270"/>
            <ac:spMk id="15" creationId="{886587F2-8120-43A5-855C-F1582D35F4A6}"/>
          </ac:spMkLst>
        </pc:spChg>
        <pc:spChg chg="add mod">
          <ac:chgData name="Gavin Forcade" userId="386c622d-1f2f-4675-b519-3949d28853a1" providerId="ADAL" clId="{6ACF989E-876D-444F-A9F0-D57FDF6B3748}" dt="2021-03-02T13:52:47.189" v="1013" actId="1076"/>
          <ac:spMkLst>
            <pc:docMk/>
            <pc:sldMk cId="1523308949" sldId="270"/>
            <ac:spMk id="18" creationId="{C2FB05DB-B2DD-4841-A363-DBE548CD93F8}"/>
          </ac:spMkLst>
        </pc:spChg>
        <pc:spChg chg="add del mod">
          <ac:chgData name="Gavin Forcade" userId="386c622d-1f2f-4675-b519-3949d28853a1" providerId="ADAL" clId="{6ACF989E-876D-444F-A9F0-D57FDF6B3748}" dt="2021-03-02T13:52:12.164" v="1009" actId="478"/>
          <ac:spMkLst>
            <pc:docMk/>
            <pc:sldMk cId="1523308949" sldId="270"/>
            <ac:spMk id="30" creationId="{2093D195-622A-458B-89F6-C0579A1BF113}"/>
          </ac:spMkLst>
        </pc:spChg>
        <pc:spChg chg="add del mod">
          <ac:chgData name="Gavin Forcade" userId="386c622d-1f2f-4675-b519-3949d28853a1" providerId="ADAL" clId="{6ACF989E-876D-444F-A9F0-D57FDF6B3748}" dt="2021-03-02T13:51:58.930" v="1003" actId="478"/>
          <ac:spMkLst>
            <pc:docMk/>
            <pc:sldMk cId="1523308949" sldId="270"/>
            <ac:spMk id="31" creationId="{B2D37E05-0062-460E-B16D-8E2A343F9847}"/>
          </ac:spMkLst>
        </pc:spChg>
        <pc:grpChg chg="del mod">
          <ac:chgData name="Gavin Forcade" userId="386c622d-1f2f-4675-b519-3949d28853a1" providerId="ADAL" clId="{6ACF989E-876D-444F-A9F0-D57FDF6B3748}" dt="2021-03-02T13:35:59.869" v="604" actId="478"/>
          <ac:grpSpMkLst>
            <pc:docMk/>
            <pc:sldMk cId="1523308949" sldId="270"/>
            <ac:grpSpMk id="7" creationId="{E67F995D-5361-4353-A527-13B772F2A2DA}"/>
          </ac:grpSpMkLst>
        </pc:grpChg>
        <pc:picChg chg="add mod">
          <ac:chgData name="Gavin Forcade" userId="386c622d-1f2f-4675-b519-3949d28853a1" providerId="ADAL" clId="{6ACF989E-876D-444F-A9F0-D57FDF6B3748}" dt="2021-03-02T13:49:26.012" v="983" actId="1076"/>
          <ac:picMkLst>
            <pc:docMk/>
            <pc:sldMk cId="1523308949" sldId="270"/>
            <ac:picMk id="3" creationId="{782F5A62-FA29-4937-8CEF-206AAD4E2900}"/>
          </ac:picMkLst>
        </pc:picChg>
        <pc:cxnChg chg="add mod">
          <ac:chgData name="Gavin Forcade" userId="386c622d-1f2f-4675-b519-3949d28853a1" providerId="ADAL" clId="{6ACF989E-876D-444F-A9F0-D57FDF6B3748}" dt="2021-03-02T13:52:52.274" v="1015" actId="1076"/>
          <ac:cxnSpMkLst>
            <pc:docMk/>
            <pc:sldMk cId="1523308949" sldId="270"/>
            <ac:cxnSpMk id="13" creationId="{7C530D0B-9D0F-4034-837D-D3C7673C9E32}"/>
          </ac:cxnSpMkLst>
        </pc:cxnChg>
        <pc:cxnChg chg="add mod">
          <ac:chgData name="Gavin Forcade" userId="386c622d-1f2f-4675-b519-3949d28853a1" providerId="ADAL" clId="{6ACF989E-876D-444F-A9F0-D57FDF6B3748}" dt="2021-03-02T13:52:47.189" v="1013" actId="1076"/>
          <ac:cxnSpMkLst>
            <pc:docMk/>
            <pc:sldMk cId="1523308949" sldId="270"/>
            <ac:cxnSpMk id="19" creationId="{8F8CC916-6D66-4A93-9D03-E969AE7BFA6D}"/>
          </ac:cxnSpMkLst>
        </pc:cxnChg>
      </pc:sldChg>
      <pc:sldChg chg="del">
        <pc:chgData name="Gavin Forcade" userId="386c622d-1f2f-4675-b519-3949d28853a1" providerId="ADAL" clId="{6ACF989E-876D-444F-A9F0-D57FDF6B3748}" dt="2021-03-02T14:06:36.642" v="1154" actId="47"/>
        <pc:sldMkLst>
          <pc:docMk/>
          <pc:sldMk cId="3773254548" sldId="272"/>
        </pc:sldMkLst>
      </pc:sldChg>
      <pc:sldChg chg="del">
        <pc:chgData name="Gavin Forcade" userId="386c622d-1f2f-4675-b519-3949d28853a1" providerId="ADAL" clId="{6ACF989E-876D-444F-A9F0-D57FDF6B3748}" dt="2021-03-02T14:19:08.828" v="1563" actId="47"/>
        <pc:sldMkLst>
          <pc:docMk/>
          <pc:sldMk cId="1833200591" sldId="274"/>
        </pc:sldMkLst>
      </pc:sldChg>
      <pc:sldChg chg="del">
        <pc:chgData name="Gavin Forcade" userId="386c622d-1f2f-4675-b519-3949d28853a1" providerId="ADAL" clId="{6ACF989E-876D-444F-A9F0-D57FDF6B3748}" dt="2021-03-02T14:19:13.063" v="1567" actId="47"/>
        <pc:sldMkLst>
          <pc:docMk/>
          <pc:sldMk cId="899754457" sldId="275"/>
        </pc:sldMkLst>
      </pc:sldChg>
      <pc:sldChg chg="del">
        <pc:chgData name="Gavin Forcade" userId="386c622d-1f2f-4675-b519-3949d28853a1" providerId="ADAL" clId="{6ACF989E-876D-444F-A9F0-D57FDF6B3748}" dt="2021-03-02T14:19:11.750" v="1565" actId="47"/>
        <pc:sldMkLst>
          <pc:docMk/>
          <pc:sldMk cId="985749289" sldId="276"/>
        </pc:sldMkLst>
      </pc:sldChg>
      <pc:sldChg chg="del">
        <pc:chgData name="Gavin Forcade" userId="386c622d-1f2f-4675-b519-3949d28853a1" providerId="ADAL" clId="{6ACF989E-876D-444F-A9F0-D57FDF6B3748}" dt="2021-03-02T14:19:12.563" v="1566" actId="47"/>
        <pc:sldMkLst>
          <pc:docMk/>
          <pc:sldMk cId="3377945401" sldId="277"/>
        </pc:sldMkLst>
      </pc:sldChg>
      <pc:sldChg chg="del">
        <pc:chgData name="Gavin Forcade" userId="386c622d-1f2f-4675-b519-3949d28853a1" providerId="ADAL" clId="{6ACF989E-876D-444F-A9F0-D57FDF6B3748}" dt="2021-03-02T14:19:10.844" v="1564" actId="47"/>
        <pc:sldMkLst>
          <pc:docMk/>
          <pc:sldMk cId="3013313460" sldId="278"/>
        </pc:sldMkLst>
      </pc:sldChg>
      <pc:sldChg chg="del ord">
        <pc:chgData name="Gavin Forcade" userId="386c622d-1f2f-4675-b519-3949d28853a1" providerId="ADAL" clId="{6ACF989E-876D-444F-A9F0-D57FDF6B3748}" dt="2021-03-02T14:19:57.301" v="1575" actId="47"/>
        <pc:sldMkLst>
          <pc:docMk/>
          <pc:sldMk cId="955003172" sldId="280"/>
        </pc:sldMkLst>
      </pc:sldChg>
      <pc:sldChg chg="del">
        <pc:chgData name="Gavin Forcade" userId="386c622d-1f2f-4675-b519-3949d28853a1" providerId="ADAL" clId="{6ACF989E-876D-444F-A9F0-D57FDF6B3748}" dt="2021-03-02T14:06:43.219" v="1158" actId="47"/>
        <pc:sldMkLst>
          <pc:docMk/>
          <pc:sldMk cId="3399902005" sldId="281"/>
        </pc:sldMkLst>
      </pc:sldChg>
      <pc:sldChg chg="del">
        <pc:chgData name="Gavin Forcade" userId="386c622d-1f2f-4675-b519-3949d28853a1" providerId="ADAL" clId="{6ACF989E-876D-444F-A9F0-D57FDF6B3748}" dt="2021-03-02T14:19:31.807" v="1574" actId="47"/>
        <pc:sldMkLst>
          <pc:docMk/>
          <pc:sldMk cId="2067790816" sldId="282"/>
        </pc:sldMkLst>
      </pc:sldChg>
      <pc:sldChg chg="del">
        <pc:chgData name="Gavin Forcade" userId="386c622d-1f2f-4675-b519-3949d28853a1" providerId="ADAL" clId="{6ACF989E-876D-444F-A9F0-D57FDF6B3748}" dt="2021-03-02T14:19:30.891" v="1573" actId="47"/>
        <pc:sldMkLst>
          <pc:docMk/>
          <pc:sldMk cId="3427276194" sldId="283"/>
        </pc:sldMkLst>
      </pc:sldChg>
      <pc:sldChg chg="modSp new del mod ord">
        <pc:chgData name="Gavin Forcade" userId="386c622d-1f2f-4675-b519-3949d28853a1" providerId="ADAL" clId="{6ACF989E-876D-444F-A9F0-D57FDF6B3748}" dt="2021-03-02T14:28:03.458" v="1576" actId="47"/>
        <pc:sldMkLst>
          <pc:docMk/>
          <pc:sldMk cId="2094279369" sldId="284"/>
        </pc:sldMkLst>
        <pc:spChg chg="mod">
          <ac:chgData name="Gavin Forcade" userId="386c622d-1f2f-4675-b519-3949d28853a1" providerId="ADAL" clId="{6ACF989E-876D-444F-A9F0-D57FDF6B3748}" dt="2021-02-25T17:13:11.717" v="525" actId="20577"/>
          <ac:spMkLst>
            <pc:docMk/>
            <pc:sldMk cId="2094279369" sldId="284"/>
            <ac:spMk id="3" creationId="{916916FF-52AE-4635-BE7E-D6FC89A2A3E4}"/>
          </ac:spMkLst>
        </pc:spChg>
      </pc:sldChg>
      <pc:sldChg chg="addSp delSp modSp add mod modAnim">
        <pc:chgData name="Gavin Forcade" userId="386c622d-1f2f-4675-b519-3949d28853a1" providerId="ADAL" clId="{6ACF989E-876D-444F-A9F0-D57FDF6B3748}" dt="2021-02-25T17:09:47.028" v="403" actId="27636"/>
        <pc:sldMkLst>
          <pc:docMk/>
          <pc:sldMk cId="2993019111" sldId="285"/>
        </pc:sldMkLst>
        <pc:spChg chg="mod">
          <ac:chgData name="Gavin Forcade" userId="386c622d-1f2f-4675-b519-3949d28853a1" providerId="ADAL" clId="{6ACF989E-876D-444F-A9F0-D57FDF6B3748}" dt="2021-02-25T17:09:47.028" v="403" actId="27636"/>
          <ac:spMkLst>
            <pc:docMk/>
            <pc:sldMk cId="2993019111" sldId="285"/>
            <ac:spMk id="2" creationId="{B037FEE6-D2FA-4247-B9D7-477EED53A6D5}"/>
          </ac:spMkLst>
        </pc:spChg>
        <pc:spChg chg="del mod">
          <ac:chgData name="Gavin Forcade" userId="386c622d-1f2f-4675-b519-3949d28853a1" providerId="ADAL" clId="{6ACF989E-876D-444F-A9F0-D57FDF6B3748}" dt="2021-02-25T17:07:29.776" v="389"/>
          <ac:spMkLst>
            <pc:docMk/>
            <pc:sldMk cId="2993019111" sldId="285"/>
            <ac:spMk id="3" creationId="{9E3CDEEA-2EA0-4117-8E52-CA9EF19FD5A6}"/>
          </ac:spMkLst>
        </pc:spChg>
        <pc:picChg chg="add mod">
          <ac:chgData name="Gavin Forcade" userId="386c622d-1f2f-4675-b519-3949d28853a1" providerId="ADAL" clId="{6ACF989E-876D-444F-A9F0-D57FDF6B3748}" dt="2021-02-25T17:08:26.113" v="392" actId="1076"/>
          <ac:picMkLst>
            <pc:docMk/>
            <pc:sldMk cId="2993019111" sldId="285"/>
            <ac:picMk id="4" creationId="{E9CA6690-F080-4400-B593-49216E43C180}"/>
          </ac:picMkLst>
        </pc:picChg>
      </pc:sldChg>
      <pc:sldChg chg="modSp new mod">
        <pc:chgData name="Gavin Forcade" userId="386c622d-1f2f-4675-b519-3949d28853a1" providerId="ADAL" clId="{6ACF989E-876D-444F-A9F0-D57FDF6B3748}" dt="2021-03-02T14:44:24.370" v="1585" actId="20577"/>
        <pc:sldMkLst>
          <pc:docMk/>
          <pc:sldMk cId="3902239369" sldId="286"/>
        </pc:sldMkLst>
        <pc:spChg chg="mod">
          <ac:chgData name="Gavin Forcade" userId="386c622d-1f2f-4675-b519-3949d28853a1" providerId="ADAL" clId="{6ACF989E-876D-444F-A9F0-D57FDF6B3748}" dt="2021-02-25T17:10:57.408" v="408" actId="27636"/>
          <ac:spMkLst>
            <pc:docMk/>
            <pc:sldMk cId="3902239369" sldId="286"/>
            <ac:spMk id="2" creationId="{0947D460-AB38-4EAA-9541-E100A8E5593E}"/>
          </ac:spMkLst>
        </pc:spChg>
        <pc:spChg chg="mod">
          <ac:chgData name="Gavin Forcade" userId="386c622d-1f2f-4675-b519-3949d28853a1" providerId="ADAL" clId="{6ACF989E-876D-444F-A9F0-D57FDF6B3748}" dt="2021-03-02T14:44:24.370" v="1585" actId="20577"/>
          <ac:spMkLst>
            <pc:docMk/>
            <pc:sldMk cId="3902239369" sldId="286"/>
            <ac:spMk id="3" creationId="{BF3CDEE6-29C9-47EF-A8E0-F86D5C54CA90}"/>
          </ac:spMkLst>
        </pc:spChg>
      </pc:sldChg>
      <pc:sldChg chg="modSp new mod ord">
        <pc:chgData name="Gavin Forcade" userId="386c622d-1f2f-4675-b519-3949d28853a1" providerId="ADAL" clId="{6ACF989E-876D-444F-A9F0-D57FDF6B3748}" dt="2021-03-02T14:16:29.915" v="1536" actId="27636"/>
        <pc:sldMkLst>
          <pc:docMk/>
          <pc:sldMk cId="90696232" sldId="287"/>
        </pc:sldMkLst>
        <pc:spChg chg="mod">
          <ac:chgData name="Gavin Forcade" userId="386c622d-1f2f-4675-b519-3949d28853a1" providerId="ADAL" clId="{6ACF989E-876D-444F-A9F0-D57FDF6B3748}" dt="2021-03-02T14:06:58.680" v="1162" actId="20577"/>
          <ac:spMkLst>
            <pc:docMk/>
            <pc:sldMk cId="90696232" sldId="287"/>
            <ac:spMk id="2" creationId="{0615516A-6B5E-4FF0-8A96-2366B8DD02E3}"/>
          </ac:spMkLst>
        </pc:spChg>
        <pc:spChg chg="mod">
          <ac:chgData name="Gavin Forcade" userId="386c622d-1f2f-4675-b519-3949d28853a1" providerId="ADAL" clId="{6ACF989E-876D-444F-A9F0-D57FDF6B3748}" dt="2021-03-02T14:16:29.915" v="1536" actId="27636"/>
          <ac:spMkLst>
            <pc:docMk/>
            <pc:sldMk cId="90696232" sldId="287"/>
            <ac:spMk id="3" creationId="{A0E30806-B2A9-461C-B544-3C2D254AE343}"/>
          </ac:spMkLst>
        </pc:spChg>
      </pc:sldChg>
      <pc:sldChg chg="add del">
        <pc:chgData name="Gavin Forcade" userId="386c622d-1f2f-4675-b519-3949d28853a1" providerId="ADAL" clId="{6ACF989E-876D-444F-A9F0-D57FDF6B3748}" dt="2021-03-02T13:44:29.727" v="853"/>
        <pc:sldMkLst>
          <pc:docMk/>
          <pc:sldMk cId="3849078097" sldId="287"/>
        </pc:sldMkLst>
      </pc:sldChg>
      <pc:sldChg chg="addSp delSp modSp new mod ord">
        <pc:chgData name="Gavin Forcade" userId="386c622d-1f2f-4675-b519-3949d28853a1" providerId="ADAL" clId="{6ACF989E-876D-444F-A9F0-D57FDF6B3748}" dt="2021-03-05T14:56:32.469" v="1881" actId="1076"/>
        <pc:sldMkLst>
          <pc:docMk/>
          <pc:sldMk cId="1447270949" sldId="288"/>
        </pc:sldMkLst>
        <pc:spChg chg="mod">
          <ac:chgData name="Gavin Forcade" userId="386c622d-1f2f-4675-b519-3949d28853a1" providerId="ADAL" clId="{6ACF989E-876D-444F-A9F0-D57FDF6B3748}" dt="2021-03-02T14:06:02.746" v="1151"/>
          <ac:spMkLst>
            <pc:docMk/>
            <pc:sldMk cId="1447270949" sldId="288"/>
            <ac:spMk id="2" creationId="{832F8EF2-0A6A-44C8-97A9-96F10B7C7CC9}"/>
          </ac:spMkLst>
        </pc:spChg>
        <pc:spChg chg="del">
          <ac:chgData name="Gavin Forcade" userId="386c622d-1f2f-4675-b519-3949d28853a1" providerId="ADAL" clId="{6ACF989E-876D-444F-A9F0-D57FDF6B3748}" dt="2021-03-02T20:20:20.260" v="1864" actId="478"/>
          <ac:spMkLst>
            <pc:docMk/>
            <pc:sldMk cId="1447270949" sldId="288"/>
            <ac:spMk id="3" creationId="{0C1B036D-62B5-4DD5-8D93-BA9C230D082E}"/>
          </ac:spMkLst>
        </pc:spChg>
        <pc:spChg chg="add mod">
          <ac:chgData name="Gavin Forcade" userId="386c622d-1f2f-4675-b519-3949d28853a1" providerId="ADAL" clId="{6ACF989E-876D-444F-A9F0-D57FDF6B3748}" dt="2021-03-05T14:56:32.469" v="1881" actId="1076"/>
          <ac:spMkLst>
            <pc:docMk/>
            <pc:sldMk cId="1447270949" sldId="288"/>
            <ac:spMk id="3" creationId="{23E7D219-AFA9-401D-A7AF-A44D27649226}"/>
          </ac:spMkLst>
        </pc:spChg>
        <pc:spChg chg="add mod">
          <ac:chgData name="Gavin Forcade" userId="386c622d-1f2f-4675-b519-3949d28853a1" providerId="ADAL" clId="{6ACF989E-876D-444F-A9F0-D57FDF6B3748}" dt="2021-03-05T14:55:52.610" v="1870" actId="20577"/>
          <ac:spMkLst>
            <pc:docMk/>
            <pc:sldMk cId="1447270949" sldId="288"/>
            <ac:spMk id="4" creationId="{983D1DD5-85D3-43F0-95CF-3C1269AA18E4}"/>
          </ac:spMkLst>
        </pc:spChg>
        <pc:spChg chg="add mod">
          <ac:chgData name="Gavin Forcade" userId="386c622d-1f2f-4675-b519-3949d28853a1" providerId="ADAL" clId="{6ACF989E-876D-444F-A9F0-D57FDF6B3748}" dt="2021-03-02T13:59:54.200" v="1143" actId="207"/>
          <ac:spMkLst>
            <pc:docMk/>
            <pc:sldMk cId="1447270949" sldId="288"/>
            <ac:spMk id="6" creationId="{11C8E462-6941-49A2-8CB2-6F780278E5E5}"/>
          </ac:spMkLst>
        </pc:spChg>
        <pc:spChg chg="add mod">
          <ac:chgData name="Gavin Forcade" userId="386c622d-1f2f-4675-b519-3949d28853a1" providerId="ADAL" clId="{6ACF989E-876D-444F-A9F0-D57FDF6B3748}" dt="2021-03-02T13:59:50.842" v="1134" actId="207"/>
          <ac:spMkLst>
            <pc:docMk/>
            <pc:sldMk cId="1447270949" sldId="288"/>
            <ac:spMk id="7" creationId="{70EAD4FD-F1FF-41BF-8D53-69AF9EB12A7C}"/>
          </ac:spMkLst>
        </pc:spChg>
        <pc:spChg chg="add del mod">
          <ac:chgData name="Gavin Forcade" userId="386c622d-1f2f-4675-b519-3949d28853a1" providerId="ADAL" clId="{6ACF989E-876D-444F-A9F0-D57FDF6B3748}" dt="2021-03-05T14:55:48.354" v="1865" actId="478"/>
          <ac:spMkLst>
            <pc:docMk/>
            <pc:sldMk cId="1447270949" sldId="288"/>
            <ac:spMk id="8" creationId="{5D9FD9B3-710C-4DC9-8A35-02D6B0794C6B}"/>
          </ac:spMkLst>
        </pc:spChg>
        <pc:picChg chg="add mod">
          <ac:chgData name="Gavin Forcade" userId="386c622d-1f2f-4675-b519-3949d28853a1" providerId="ADAL" clId="{6ACF989E-876D-444F-A9F0-D57FDF6B3748}" dt="2021-03-02T20:16:03.820" v="1833" actId="1076"/>
          <ac:picMkLst>
            <pc:docMk/>
            <pc:sldMk cId="1447270949" sldId="288"/>
            <ac:picMk id="5" creationId="{E9F3D0E6-B09A-4ACA-B843-CC226CCD344B}"/>
          </ac:picMkLst>
        </pc:picChg>
      </pc:sldChg>
      <pc:sldChg chg="delSp modSp new mod">
        <pc:chgData name="Gavin Forcade" userId="386c622d-1f2f-4675-b519-3949d28853a1" providerId="ADAL" clId="{6ACF989E-876D-444F-A9F0-D57FDF6B3748}" dt="2021-03-02T20:11:07.765" v="1756" actId="20577"/>
        <pc:sldMkLst>
          <pc:docMk/>
          <pc:sldMk cId="1269524510" sldId="289"/>
        </pc:sldMkLst>
        <pc:spChg chg="del">
          <ac:chgData name="Gavin Forcade" userId="386c622d-1f2f-4675-b519-3949d28853a1" providerId="ADAL" clId="{6ACF989E-876D-444F-A9F0-D57FDF6B3748}" dt="2021-03-02T20:06:14.099" v="1587" actId="478"/>
          <ac:spMkLst>
            <pc:docMk/>
            <pc:sldMk cId="1269524510" sldId="289"/>
            <ac:spMk id="2" creationId="{FEC48859-9699-443C-BD04-30EB540DF51B}"/>
          </ac:spMkLst>
        </pc:spChg>
        <pc:spChg chg="mod">
          <ac:chgData name="Gavin Forcade" userId="386c622d-1f2f-4675-b519-3949d28853a1" providerId="ADAL" clId="{6ACF989E-876D-444F-A9F0-D57FDF6B3748}" dt="2021-03-02T20:11:07.765" v="1756" actId="20577"/>
          <ac:spMkLst>
            <pc:docMk/>
            <pc:sldMk cId="1269524510" sldId="289"/>
            <ac:spMk id="3" creationId="{8FAD8354-1357-45C4-9B22-5910AD23EED2}"/>
          </ac:spMkLst>
        </pc:spChg>
      </pc:sldChg>
      <pc:sldChg chg="modSp new mod">
        <pc:chgData name="Gavin Forcade" userId="386c622d-1f2f-4675-b519-3949d28853a1" providerId="ADAL" clId="{6ACF989E-876D-444F-A9F0-D57FDF6B3748}" dt="2021-03-05T15:44:42.050" v="2068" actId="1076"/>
        <pc:sldMkLst>
          <pc:docMk/>
          <pc:sldMk cId="621223173" sldId="290"/>
        </pc:sldMkLst>
        <pc:spChg chg="mod">
          <ac:chgData name="Gavin Forcade" userId="386c622d-1f2f-4675-b519-3949d28853a1" providerId="ADAL" clId="{6ACF989E-876D-444F-A9F0-D57FDF6B3748}" dt="2021-03-05T15:44:42.050" v="2068" actId="1076"/>
          <ac:spMkLst>
            <pc:docMk/>
            <pc:sldMk cId="621223173" sldId="290"/>
            <ac:spMk id="2" creationId="{42F1CA7A-1078-4AA3-BF4C-5F65745E6715}"/>
          </ac:spMkLst>
        </pc:spChg>
        <pc:spChg chg="mod">
          <ac:chgData name="Gavin Forcade" userId="386c622d-1f2f-4675-b519-3949d28853a1" providerId="ADAL" clId="{6ACF989E-876D-444F-A9F0-D57FDF6B3748}" dt="2021-03-05T15:44:21.772" v="2067" actId="20577"/>
          <ac:spMkLst>
            <pc:docMk/>
            <pc:sldMk cId="621223173" sldId="290"/>
            <ac:spMk id="3" creationId="{FDD8B5B6-879B-4688-AC7F-EE3CC45BDE09}"/>
          </ac:spMkLst>
        </pc:spChg>
      </pc:sldChg>
    </pc:docChg>
  </pc:docChgLst>
  <pc:docChgLst>
    <pc:chgData name="Gavin Forcade" userId="386c622d-1f2f-4675-b519-3949d28853a1" providerId="ADAL" clId="{EF5DDD16-A75B-461C-A773-18DB88CCBD7D}"/>
    <pc:docChg chg="undo custSel addSld delSld modSld sldOrd">
      <pc:chgData name="Gavin Forcade" userId="386c622d-1f2f-4675-b519-3949d28853a1" providerId="ADAL" clId="{EF5DDD16-A75B-461C-A773-18DB88CCBD7D}" dt="2021-02-09T19:27:05.595" v="2504" actId="20577"/>
      <pc:docMkLst>
        <pc:docMk/>
      </pc:docMkLst>
      <pc:sldChg chg="modSp mod">
        <pc:chgData name="Gavin Forcade" userId="386c622d-1f2f-4675-b519-3949d28853a1" providerId="ADAL" clId="{EF5DDD16-A75B-461C-A773-18DB88CCBD7D}" dt="2021-02-08T14:40:10.404" v="1" actId="20577"/>
        <pc:sldMkLst>
          <pc:docMk/>
          <pc:sldMk cId="2613377824" sldId="256"/>
        </pc:sldMkLst>
        <pc:spChg chg="mod">
          <ac:chgData name="Gavin Forcade" userId="386c622d-1f2f-4675-b519-3949d28853a1" providerId="ADAL" clId="{EF5DDD16-A75B-461C-A773-18DB88CCBD7D}" dt="2021-02-08T14:40:10.404" v="1" actId="20577"/>
          <ac:spMkLst>
            <pc:docMk/>
            <pc:sldMk cId="2613377824" sldId="256"/>
            <ac:spMk id="10" creationId="{887A1082-0BA9-4FC3-805B-C7615E041102}"/>
          </ac:spMkLst>
        </pc:spChg>
      </pc:sldChg>
      <pc:sldChg chg="del">
        <pc:chgData name="Gavin Forcade" userId="386c622d-1f2f-4675-b519-3949d28853a1" providerId="ADAL" clId="{EF5DDD16-A75B-461C-A773-18DB88CCBD7D}" dt="2021-02-08T14:51:23.806" v="483" actId="47"/>
        <pc:sldMkLst>
          <pc:docMk/>
          <pc:sldMk cId="4277216993" sldId="257"/>
        </pc:sldMkLst>
      </pc:sldChg>
      <pc:sldChg chg="del">
        <pc:chgData name="Gavin Forcade" userId="386c622d-1f2f-4675-b519-3949d28853a1" providerId="ADAL" clId="{EF5DDD16-A75B-461C-A773-18DB88CCBD7D}" dt="2021-02-08T14:51:40.286" v="484" actId="47"/>
        <pc:sldMkLst>
          <pc:docMk/>
          <pc:sldMk cId="2409861520" sldId="258"/>
        </pc:sldMkLst>
      </pc:sldChg>
      <pc:sldChg chg="modSp ord">
        <pc:chgData name="Gavin Forcade" userId="386c622d-1f2f-4675-b519-3949d28853a1" providerId="ADAL" clId="{EF5DDD16-A75B-461C-A773-18DB88CCBD7D}" dt="2021-02-08T16:44:02.273" v="2162" actId="6549"/>
        <pc:sldMkLst>
          <pc:docMk/>
          <pc:sldMk cId="2984716744" sldId="259"/>
        </pc:sldMkLst>
        <pc:spChg chg="mod">
          <ac:chgData name="Gavin Forcade" userId="386c622d-1f2f-4675-b519-3949d28853a1" providerId="ADAL" clId="{EF5DDD16-A75B-461C-A773-18DB88CCBD7D}" dt="2021-02-08T16:44:02.273" v="2162" actId="6549"/>
          <ac:spMkLst>
            <pc:docMk/>
            <pc:sldMk cId="2984716744" sldId="259"/>
            <ac:spMk id="3" creationId="{9BC8B273-6B96-4F7C-8848-A456AC12D0DD}"/>
          </ac:spMkLst>
        </pc:spChg>
      </pc:sldChg>
      <pc:sldChg chg="modSp mod ord">
        <pc:chgData name="Gavin Forcade" userId="386c622d-1f2f-4675-b519-3949d28853a1" providerId="ADAL" clId="{EF5DDD16-A75B-461C-A773-18DB88CCBD7D}" dt="2021-02-08T16:46:27.376" v="2238" actId="20577"/>
        <pc:sldMkLst>
          <pc:docMk/>
          <pc:sldMk cId="329496482" sldId="260"/>
        </pc:sldMkLst>
        <pc:spChg chg="mod">
          <ac:chgData name="Gavin Forcade" userId="386c622d-1f2f-4675-b519-3949d28853a1" providerId="ADAL" clId="{EF5DDD16-A75B-461C-A773-18DB88CCBD7D}" dt="2021-02-08T16:46:27.376" v="2238" actId="20577"/>
          <ac:spMkLst>
            <pc:docMk/>
            <pc:sldMk cId="329496482" sldId="260"/>
            <ac:spMk id="3" creationId="{9BC8B273-6B96-4F7C-8848-A456AC12D0DD}"/>
          </ac:spMkLst>
        </pc:spChg>
        <pc:spChg chg="mod">
          <ac:chgData name="Gavin Forcade" userId="386c622d-1f2f-4675-b519-3949d28853a1" providerId="ADAL" clId="{EF5DDD16-A75B-461C-A773-18DB88CCBD7D}" dt="2021-02-08T16:45:12.864" v="2191" actId="20577"/>
          <ac:spMkLst>
            <pc:docMk/>
            <pc:sldMk cId="329496482" sldId="260"/>
            <ac:spMk id="4" creationId="{B4F819E3-98C9-4176-B98D-28277BCDC0E9}"/>
          </ac:spMkLst>
        </pc:spChg>
        <pc:spChg chg="mod">
          <ac:chgData name="Gavin Forcade" userId="386c622d-1f2f-4675-b519-3949d28853a1" providerId="ADAL" clId="{EF5DDD16-A75B-461C-A773-18DB88CCBD7D}" dt="2021-02-08T16:45:24.956" v="2209" actId="1038"/>
          <ac:spMkLst>
            <pc:docMk/>
            <pc:sldMk cId="329496482" sldId="260"/>
            <ac:spMk id="5" creationId="{65DB7045-D0BE-4A25-A461-BAE26C245FDB}"/>
          </ac:spMkLst>
        </pc:spChg>
        <pc:spChg chg="mod">
          <ac:chgData name="Gavin Forcade" userId="386c622d-1f2f-4675-b519-3949d28853a1" providerId="ADAL" clId="{EF5DDD16-A75B-461C-A773-18DB88CCBD7D}" dt="2021-02-08T16:45:30.736" v="2211" actId="20577"/>
          <ac:spMkLst>
            <pc:docMk/>
            <pc:sldMk cId="329496482" sldId="260"/>
            <ac:spMk id="8" creationId="{8B35041F-C786-4467-BB67-C843D422C5EA}"/>
          </ac:spMkLst>
        </pc:spChg>
        <pc:spChg chg="mod">
          <ac:chgData name="Gavin Forcade" userId="386c622d-1f2f-4675-b519-3949d28853a1" providerId="ADAL" clId="{EF5DDD16-A75B-461C-A773-18DB88CCBD7D}" dt="2021-02-08T16:45:38.318" v="2217" actId="20577"/>
          <ac:spMkLst>
            <pc:docMk/>
            <pc:sldMk cId="329496482" sldId="260"/>
            <ac:spMk id="9" creationId="{EFCABC9F-2954-4A15-AD24-6E8AEE704EA0}"/>
          </ac:spMkLst>
        </pc:spChg>
      </pc:sldChg>
      <pc:sldChg chg="modSp del ord">
        <pc:chgData name="Gavin Forcade" userId="386c622d-1f2f-4675-b519-3949d28853a1" providerId="ADAL" clId="{EF5DDD16-A75B-461C-A773-18DB88CCBD7D}" dt="2021-02-08T16:46:09.119" v="2227" actId="47"/>
        <pc:sldMkLst>
          <pc:docMk/>
          <pc:sldMk cId="725755017" sldId="261"/>
        </pc:sldMkLst>
        <pc:spChg chg="mod">
          <ac:chgData name="Gavin Forcade" userId="386c622d-1f2f-4675-b519-3949d28853a1" providerId="ADAL" clId="{EF5DDD16-A75B-461C-A773-18DB88CCBD7D}" dt="2021-02-08T16:44:31.386" v="2168" actId="20577"/>
          <ac:spMkLst>
            <pc:docMk/>
            <pc:sldMk cId="725755017" sldId="261"/>
            <ac:spMk id="3" creationId="{9BC8B273-6B96-4F7C-8848-A456AC12D0DD}"/>
          </ac:spMkLst>
        </pc:spChg>
      </pc:sldChg>
      <pc:sldChg chg="modSp mod ord">
        <pc:chgData name="Gavin Forcade" userId="386c622d-1f2f-4675-b519-3949d28853a1" providerId="ADAL" clId="{EF5DDD16-A75B-461C-A773-18DB88CCBD7D}" dt="2021-02-08T16:46:24.200" v="2234" actId="20577"/>
        <pc:sldMkLst>
          <pc:docMk/>
          <pc:sldMk cId="3832749781" sldId="262"/>
        </pc:sldMkLst>
        <pc:spChg chg="mod">
          <ac:chgData name="Gavin Forcade" userId="386c622d-1f2f-4675-b519-3949d28853a1" providerId="ADAL" clId="{EF5DDD16-A75B-461C-A773-18DB88CCBD7D}" dt="2021-02-08T16:46:24.200" v="2234" actId="20577"/>
          <ac:spMkLst>
            <pc:docMk/>
            <pc:sldMk cId="3832749781" sldId="262"/>
            <ac:spMk id="3" creationId="{9BC8B273-6B96-4F7C-8848-A456AC12D0DD}"/>
          </ac:spMkLst>
        </pc:spChg>
        <pc:spChg chg="mod">
          <ac:chgData name="Gavin Forcade" userId="386c622d-1f2f-4675-b519-3949d28853a1" providerId="ADAL" clId="{EF5DDD16-A75B-461C-A773-18DB88CCBD7D}" dt="2021-02-08T16:44:38.849" v="2170" actId="20577"/>
          <ac:spMkLst>
            <pc:docMk/>
            <pc:sldMk cId="3832749781" sldId="262"/>
            <ac:spMk id="4" creationId="{B4F819E3-98C9-4176-B98D-28277BCDC0E9}"/>
          </ac:spMkLst>
        </pc:spChg>
        <pc:spChg chg="mod">
          <ac:chgData name="Gavin Forcade" userId="386c622d-1f2f-4675-b519-3949d28853a1" providerId="ADAL" clId="{EF5DDD16-A75B-461C-A773-18DB88CCBD7D}" dt="2021-02-08T16:45:03.083" v="2189" actId="1038"/>
          <ac:spMkLst>
            <pc:docMk/>
            <pc:sldMk cId="3832749781" sldId="262"/>
            <ac:spMk id="5" creationId="{65DB7045-D0BE-4A25-A461-BAE26C245FDB}"/>
          </ac:spMkLst>
        </pc:spChg>
      </pc:sldChg>
      <pc:sldChg chg="del">
        <pc:chgData name="Gavin Forcade" userId="386c622d-1f2f-4675-b519-3949d28853a1" providerId="ADAL" clId="{EF5DDD16-A75B-461C-A773-18DB88CCBD7D}" dt="2021-02-08T14:51:53.173" v="485" actId="47"/>
        <pc:sldMkLst>
          <pc:docMk/>
          <pc:sldMk cId="1452606598" sldId="264"/>
        </pc:sldMkLst>
      </pc:sldChg>
      <pc:sldChg chg="addSp delSp modSp mod ord modClrScheme chgLayout">
        <pc:chgData name="Gavin Forcade" userId="386c622d-1f2f-4675-b519-3949d28853a1" providerId="ADAL" clId="{EF5DDD16-A75B-461C-A773-18DB88CCBD7D}" dt="2021-02-08T16:38:06.372" v="2124" actId="20577"/>
        <pc:sldMkLst>
          <pc:docMk/>
          <pc:sldMk cId="370849634" sldId="265"/>
        </pc:sldMkLst>
        <pc:spChg chg="mod">
          <ac:chgData name="Gavin Forcade" userId="386c622d-1f2f-4675-b519-3949d28853a1" providerId="ADAL" clId="{EF5DDD16-A75B-461C-A773-18DB88CCBD7D}" dt="2021-02-08T16:38:06.372" v="2124" actId="20577"/>
          <ac:spMkLst>
            <pc:docMk/>
            <pc:sldMk cId="370849634" sldId="265"/>
            <ac:spMk id="2" creationId="{DDAFCCF2-40F0-4FC5-ADD2-A2FFB2017B17}"/>
          </ac:spMkLst>
        </pc:spChg>
        <pc:spChg chg="del mod">
          <ac:chgData name="Gavin Forcade" userId="386c622d-1f2f-4675-b519-3949d28853a1" providerId="ADAL" clId="{EF5DDD16-A75B-461C-A773-18DB88CCBD7D}" dt="2021-02-08T15:03:29.572" v="614" actId="478"/>
          <ac:spMkLst>
            <pc:docMk/>
            <pc:sldMk cId="370849634" sldId="265"/>
            <ac:spMk id="3" creationId="{A29B1F23-7F6F-4AF0-9EDE-C45EF3C9DF78}"/>
          </ac:spMkLst>
        </pc:spChg>
        <pc:spChg chg="add mod">
          <ac:chgData name="Gavin Forcade" userId="386c622d-1f2f-4675-b519-3949d28853a1" providerId="ADAL" clId="{EF5DDD16-A75B-461C-A773-18DB88CCBD7D}" dt="2021-02-08T15:03:35.727" v="632" actId="1035"/>
          <ac:spMkLst>
            <pc:docMk/>
            <pc:sldMk cId="370849634" sldId="265"/>
            <ac:spMk id="11" creationId="{CB15EE14-2753-41A3-867F-40C5A9676AD2}"/>
          </ac:spMkLst>
        </pc:spChg>
        <pc:spChg chg="add mod">
          <ac:chgData name="Gavin Forcade" userId="386c622d-1f2f-4675-b519-3949d28853a1" providerId="ADAL" clId="{EF5DDD16-A75B-461C-A773-18DB88CCBD7D}" dt="2021-02-08T15:03:40.335" v="650" actId="1036"/>
          <ac:spMkLst>
            <pc:docMk/>
            <pc:sldMk cId="370849634" sldId="265"/>
            <ac:spMk id="13" creationId="{B36CABF1-BCDA-4973-BE24-2292F8195B48}"/>
          </ac:spMkLst>
        </pc:spChg>
        <pc:spChg chg="add del mod">
          <ac:chgData name="Gavin Forcade" userId="386c622d-1f2f-4675-b519-3949d28853a1" providerId="ADAL" clId="{EF5DDD16-A75B-461C-A773-18DB88CCBD7D}" dt="2021-02-08T15:03:31.884" v="615" actId="478"/>
          <ac:spMkLst>
            <pc:docMk/>
            <pc:sldMk cId="370849634" sldId="265"/>
            <ac:spMk id="20" creationId="{A5BA4FB8-8E44-4F74-8B1D-51592C7E32EB}"/>
          </ac:spMkLst>
        </pc:spChg>
        <pc:picChg chg="add del mod">
          <ac:chgData name="Gavin Forcade" userId="386c622d-1f2f-4675-b519-3949d28853a1" providerId="ADAL" clId="{EF5DDD16-A75B-461C-A773-18DB88CCBD7D}" dt="2021-02-08T15:02:18.348" v="564" actId="478"/>
          <ac:picMkLst>
            <pc:docMk/>
            <pc:sldMk cId="370849634" sldId="265"/>
            <ac:picMk id="5" creationId="{3F0C8701-EDF7-4D67-B28C-6033ADA1782E}"/>
          </ac:picMkLst>
        </pc:picChg>
        <pc:picChg chg="add del mod">
          <ac:chgData name="Gavin Forcade" userId="386c622d-1f2f-4675-b519-3949d28853a1" providerId="ADAL" clId="{EF5DDD16-A75B-461C-A773-18DB88CCBD7D}" dt="2021-02-08T15:01:41.847" v="556" actId="478"/>
          <ac:picMkLst>
            <pc:docMk/>
            <pc:sldMk cId="370849634" sldId="265"/>
            <ac:picMk id="7" creationId="{D44F86C1-E5FE-4681-8C77-1EB361764974}"/>
          </ac:picMkLst>
        </pc:picChg>
        <pc:picChg chg="del">
          <ac:chgData name="Gavin Forcade" userId="386c622d-1f2f-4675-b519-3949d28853a1" providerId="ADAL" clId="{EF5DDD16-A75B-461C-A773-18DB88CCBD7D}" dt="2021-02-08T14:58:03.927" v="503" actId="478"/>
          <ac:picMkLst>
            <pc:docMk/>
            <pc:sldMk cId="370849634" sldId="265"/>
            <ac:picMk id="9" creationId="{28AA75C4-E9D5-4BD0-9F91-45FED48BC181}"/>
          </ac:picMkLst>
        </pc:picChg>
        <pc:picChg chg="add del mod">
          <ac:chgData name="Gavin Forcade" userId="386c622d-1f2f-4675-b519-3949d28853a1" providerId="ADAL" clId="{EF5DDD16-A75B-461C-A773-18DB88CCBD7D}" dt="2021-02-08T15:02:12.506" v="560" actId="478"/>
          <ac:picMkLst>
            <pc:docMk/>
            <pc:sldMk cId="370849634" sldId="265"/>
            <ac:picMk id="10" creationId="{27E8F7C8-3BC6-445C-81D0-0D203F468E15}"/>
          </ac:picMkLst>
        </pc:picChg>
        <pc:picChg chg="add del mod">
          <ac:chgData name="Gavin Forcade" userId="386c622d-1f2f-4675-b519-3949d28853a1" providerId="ADAL" clId="{EF5DDD16-A75B-461C-A773-18DB88CCBD7D}" dt="2021-02-08T15:02:38.078" v="567" actId="478"/>
          <ac:picMkLst>
            <pc:docMk/>
            <pc:sldMk cId="370849634" sldId="265"/>
            <ac:picMk id="14" creationId="{F97C844A-AD77-46F9-833A-8CFEB69145B7}"/>
          </ac:picMkLst>
        </pc:picChg>
        <pc:picChg chg="add mod">
          <ac:chgData name="Gavin Forcade" userId="386c622d-1f2f-4675-b519-3949d28853a1" providerId="ADAL" clId="{EF5DDD16-A75B-461C-A773-18DB88CCBD7D}" dt="2021-02-08T15:03:15.075" v="582" actId="1076"/>
          <ac:picMkLst>
            <pc:docMk/>
            <pc:sldMk cId="370849634" sldId="265"/>
            <ac:picMk id="16" creationId="{0A4CE576-FA82-4366-84A0-170C1533CD15}"/>
          </ac:picMkLst>
        </pc:picChg>
        <pc:picChg chg="add mod">
          <ac:chgData name="Gavin Forcade" userId="386c622d-1f2f-4675-b519-3949d28853a1" providerId="ADAL" clId="{EF5DDD16-A75B-461C-A773-18DB88CCBD7D}" dt="2021-02-08T15:03:14.232" v="581" actId="1076"/>
          <ac:picMkLst>
            <pc:docMk/>
            <pc:sldMk cId="370849634" sldId="265"/>
            <ac:picMk id="18" creationId="{74033458-3D36-429E-9A85-D5183FA7DE7C}"/>
          </ac:picMkLst>
        </pc:picChg>
      </pc:sldChg>
      <pc:sldChg chg="del">
        <pc:chgData name="Gavin Forcade" userId="386c622d-1f2f-4675-b519-3949d28853a1" providerId="ADAL" clId="{EF5DDD16-A75B-461C-A773-18DB88CCBD7D}" dt="2021-02-08T15:14:13.169" v="876" actId="47"/>
        <pc:sldMkLst>
          <pc:docMk/>
          <pc:sldMk cId="182861660" sldId="266"/>
        </pc:sldMkLst>
      </pc:sldChg>
      <pc:sldChg chg="del">
        <pc:chgData name="Gavin Forcade" userId="386c622d-1f2f-4675-b519-3949d28853a1" providerId="ADAL" clId="{EF5DDD16-A75B-461C-A773-18DB88CCBD7D}" dt="2021-02-08T15:14:14.044" v="877" actId="47"/>
        <pc:sldMkLst>
          <pc:docMk/>
          <pc:sldMk cId="2590427635" sldId="267"/>
        </pc:sldMkLst>
      </pc:sldChg>
      <pc:sldChg chg="addSp delSp modSp mod ord">
        <pc:chgData name="Gavin Forcade" userId="386c622d-1f2f-4675-b519-3949d28853a1" providerId="ADAL" clId="{EF5DDD16-A75B-461C-A773-18DB88CCBD7D}" dt="2021-02-08T16:42:18.926" v="2147" actId="478"/>
        <pc:sldMkLst>
          <pc:docMk/>
          <pc:sldMk cId="1575062731" sldId="269"/>
        </pc:sldMkLst>
        <pc:spChg chg="mod">
          <ac:chgData name="Gavin Forcade" userId="386c622d-1f2f-4675-b519-3949d28853a1" providerId="ADAL" clId="{EF5DDD16-A75B-461C-A773-18DB88CCBD7D}" dt="2021-02-08T16:38:20.696" v="2136" actId="20577"/>
          <ac:spMkLst>
            <pc:docMk/>
            <pc:sldMk cId="1575062731" sldId="269"/>
            <ac:spMk id="2" creationId="{DDAFCCF2-40F0-4FC5-ADD2-A2FFB2017B17}"/>
          </ac:spMkLst>
        </pc:spChg>
        <pc:spChg chg="del">
          <ac:chgData name="Gavin Forcade" userId="386c622d-1f2f-4675-b519-3949d28853a1" providerId="ADAL" clId="{EF5DDD16-A75B-461C-A773-18DB88CCBD7D}" dt="2021-02-08T15:04:03.475" v="651" actId="478"/>
          <ac:spMkLst>
            <pc:docMk/>
            <pc:sldMk cId="1575062731" sldId="269"/>
            <ac:spMk id="3" creationId="{A29B1F23-7F6F-4AF0-9EDE-C45EF3C9DF78}"/>
          </ac:spMkLst>
        </pc:spChg>
        <pc:spChg chg="add del mod">
          <ac:chgData name="Gavin Forcade" userId="386c622d-1f2f-4675-b519-3949d28853a1" providerId="ADAL" clId="{EF5DDD16-A75B-461C-A773-18DB88CCBD7D}" dt="2021-02-08T15:04:23.627" v="657" actId="478"/>
          <ac:spMkLst>
            <pc:docMk/>
            <pc:sldMk cId="1575062731" sldId="269"/>
            <ac:spMk id="5" creationId="{399CC1F3-B4E3-472E-875C-DD10D0C6FC83}"/>
          </ac:spMkLst>
        </pc:spChg>
        <pc:spChg chg="mod">
          <ac:chgData name="Gavin Forcade" userId="386c622d-1f2f-4675-b519-3949d28853a1" providerId="ADAL" clId="{EF5DDD16-A75B-461C-A773-18DB88CCBD7D}" dt="2021-02-08T16:41:47.761" v="2140" actId="20577"/>
          <ac:spMkLst>
            <pc:docMk/>
            <pc:sldMk cId="1575062731" sldId="269"/>
            <ac:spMk id="6" creationId="{8D91F88E-4E8F-40B4-9436-27957F95ACC8}"/>
          </ac:spMkLst>
        </pc:spChg>
        <pc:spChg chg="del">
          <ac:chgData name="Gavin Forcade" userId="386c622d-1f2f-4675-b519-3949d28853a1" providerId="ADAL" clId="{EF5DDD16-A75B-461C-A773-18DB88CCBD7D}" dt="2021-02-08T15:04:16.004" v="654" actId="478"/>
          <ac:spMkLst>
            <pc:docMk/>
            <pc:sldMk cId="1575062731" sldId="269"/>
            <ac:spMk id="10" creationId="{4CEDF29B-AD35-4D4B-8B3C-F272760D0222}"/>
          </ac:spMkLst>
        </pc:spChg>
        <pc:spChg chg="add mod">
          <ac:chgData name="Gavin Forcade" userId="386c622d-1f2f-4675-b519-3949d28853a1" providerId="ADAL" clId="{EF5DDD16-A75B-461C-A773-18DB88CCBD7D}" dt="2021-02-08T15:08:08.301" v="718" actId="1076"/>
          <ac:spMkLst>
            <pc:docMk/>
            <pc:sldMk cId="1575062731" sldId="269"/>
            <ac:spMk id="20" creationId="{544BD7EF-30BA-4CBF-A87A-718E9673F00B}"/>
          </ac:spMkLst>
        </pc:spChg>
        <pc:spChg chg="add mod">
          <ac:chgData name="Gavin Forcade" userId="386c622d-1f2f-4675-b519-3949d28853a1" providerId="ADAL" clId="{EF5DDD16-A75B-461C-A773-18DB88CCBD7D}" dt="2021-02-08T15:08:12.003" v="720" actId="1076"/>
          <ac:spMkLst>
            <pc:docMk/>
            <pc:sldMk cId="1575062731" sldId="269"/>
            <ac:spMk id="21" creationId="{CC915B47-6D30-41EA-9C3D-7288A3BC065C}"/>
          </ac:spMkLst>
        </pc:spChg>
        <pc:spChg chg="add mod">
          <ac:chgData name="Gavin Forcade" userId="386c622d-1f2f-4675-b519-3949d28853a1" providerId="ADAL" clId="{EF5DDD16-A75B-461C-A773-18DB88CCBD7D}" dt="2021-02-08T15:08:15.393" v="722" actId="1076"/>
          <ac:spMkLst>
            <pc:docMk/>
            <pc:sldMk cId="1575062731" sldId="269"/>
            <ac:spMk id="22" creationId="{7E71C2BE-59DD-4116-B6E5-7205EE57C0AA}"/>
          </ac:spMkLst>
        </pc:spChg>
        <pc:spChg chg="add mod">
          <ac:chgData name="Gavin Forcade" userId="386c622d-1f2f-4675-b519-3949d28853a1" providerId="ADAL" clId="{EF5DDD16-A75B-461C-A773-18DB88CCBD7D}" dt="2021-02-08T15:08:17.439" v="724" actId="1076"/>
          <ac:spMkLst>
            <pc:docMk/>
            <pc:sldMk cId="1575062731" sldId="269"/>
            <ac:spMk id="23" creationId="{E84D9645-7F5C-40AF-A868-061B85C6A1A6}"/>
          </ac:spMkLst>
        </pc:spChg>
        <pc:spChg chg="add mod">
          <ac:chgData name="Gavin Forcade" userId="386c622d-1f2f-4675-b519-3949d28853a1" providerId="ADAL" clId="{EF5DDD16-A75B-461C-A773-18DB88CCBD7D}" dt="2021-02-08T15:08:21.282" v="726" actId="1076"/>
          <ac:spMkLst>
            <pc:docMk/>
            <pc:sldMk cId="1575062731" sldId="269"/>
            <ac:spMk id="24" creationId="{5C11A242-9D43-4404-B814-8171AEEC6110}"/>
          </ac:spMkLst>
        </pc:spChg>
        <pc:spChg chg="add mod">
          <ac:chgData name="Gavin Forcade" userId="386c622d-1f2f-4675-b519-3949d28853a1" providerId="ADAL" clId="{EF5DDD16-A75B-461C-A773-18DB88CCBD7D}" dt="2021-02-08T15:08:24.178" v="728" actId="1076"/>
          <ac:spMkLst>
            <pc:docMk/>
            <pc:sldMk cId="1575062731" sldId="269"/>
            <ac:spMk id="25" creationId="{F94EF274-10F2-4208-8473-AB529E07C0E3}"/>
          </ac:spMkLst>
        </pc:spChg>
        <pc:spChg chg="add mod">
          <ac:chgData name="Gavin Forcade" userId="386c622d-1f2f-4675-b519-3949d28853a1" providerId="ADAL" clId="{EF5DDD16-A75B-461C-A773-18DB88CCBD7D}" dt="2021-02-08T15:08:59.014" v="758" actId="1076"/>
          <ac:spMkLst>
            <pc:docMk/>
            <pc:sldMk cId="1575062731" sldId="269"/>
            <ac:spMk id="26" creationId="{017E5BCB-4F42-4C41-97DD-133C3E4C2CCC}"/>
          </ac:spMkLst>
        </pc:spChg>
        <pc:spChg chg="add mod">
          <ac:chgData name="Gavin Forcade" userId="386c622d-1f2f-4675-b519-3949d28853a1" providerId="ADAL" clId="{EF5DDD16-A75B-461C-A773-18DB88CCBD7D}" dt="2021-02-08T15:09:28.380" v="770" actId="1076"/>
          <ac:spMkLst>
            <pc:docMk/>
            <pc:sldMk cId="1575062731" sldId="269"/>
            <ac:spMk id="27" creationId="{2D883239-DA0C-4EF4-B023-AB5ECED070CC}"/>
          </ac:spMkLst>
        </pc:spChg>
        <pc:spChg chg="add mod">
          <ac:chgData name="Gavin Forcade" userId="386c622d-1f2f-4675-b519-3949d28853a1" providerId="ADAL" clId="{EF5DDD16-A75B-461C-A773-18DB88CCBD7D}" dt="2021-02-08T15:12:28.526" v="850" actId="20577"/>
          <ac:spMkLst>
            <pc:docMk/>
            <pc:sldMk cId="1575062731" sldId="269"/>
            <ac:spMk id="28" creationId="{16E5B4A1-AF9B-4BEB-8002-2C7B15A4CDB7}"/>
          </ac:spMkLst>
        </pc:spChg>
        <pc:spChg chg="add del mod">
          <ac:chgData name="Gavin Forcade" userId="386c622d-1f2f-4675-b519-3949d28853a1" providerId="ADAL" clId="{EF5DDD16-A75B-461C-A773-18DB88CCBD7D}" dt="2021-02-08T15:12:17.998" v="844" actId="478"/>
          <ac:spMkLst>
            <pc:docMk/>
            <pc:sldMk cId="1575062731" sldId="269"/>
            <ac:spMk id="29" creationId="{338117FD-12D4-4729-90E1-70D05C42607E}"/>
          </ac:spMkLst>
        </pc:spChg>
        <pc:spChg chg="add mod">
          <ac:chgData name="Gavin Forcade" userId="386c622d-1f2f-4675-b519-3949d28853a1" providerId="ADAL" clId="{EF5DDD16-A75B-461C-A773-18DB88CCBD7D}" dt="2021-02-08T16:41:54.667" v="2143" actId="20577"/>
          <ac:spMkLst>
            <pc:docMk/>
            <pc:sldMk cId="1575062731" sldId="269"/>
            <ac:spMk id="30" creationId="{76F73C85-F394-4BE9-976B-A46DC21B89F8}"/>
          </ac:spMkLst>
        </pc:spChg>
        <pc:spChg chg="add mod">
          <ac:chgData name="Gavin Forcade" userId="386c622d-1f2f-4675-b519-3949d28853a1" providerId="ADAL" clId="{EF5DDD16-A75B-461C-A773-18DB88CCBD7D}" dt="2021-02-08T15:12:32.869" v="851" actId="1076"/>
          <ac:spMkLst>
            <pc:docMk/>
            <pc:sldMk cId="1575062731" sldId="269"/>
            <ac:spMk id="31" creationId="{114D87ED-F32B-496B-BFE9-7891352954B4}"/>
          </ac:spMkLst>
        </pc:spChg>
        <pc:spChg chg="add del mod">
          <ac:chgData name="Gavin Forcade" userId="386c622d-1f2f-4675-b519-3949d28853a1" providerId="ADAL" clId="{EF5DDD16-A75B-461C-A773-18DB88CCBD7D}" dt="2021-02-08T15:12:59.115" v="854" actId="478"/>
          <ac:spMkLst>
            <pc:docMk/>
            <pc:sldMk cId="1575062731" sldId="269"/>
            <ac:spMk id="32" creationId="{DDB55137-939C-4AAE-97E4-7DB93E2C4AC2}"/>
          </ac:spMkLst>
        </pc:spChg>
        <pc:spChg chg="add del mod">
          <ac:chgData name="Gavin Forcade" userId="386c622d-1f2f-4675-b519-3949d28853a1" providerId="ADAL" clId="{EF5DDD16-A75B-461C-A773-18DB88CCBD7D}" dt="2021-02-08T16:42:17.406" v="2146" actId="478"/>
          <ac:spMkLst>
            <pc:docMk/>
            <pc:sldMk cId="1575062731" sldId="269"/>
            <ac:spMk id="33" creationId="{DCAD4C49-034F-4513-BA6C-B9A868F80A72}"/>
          </ac:spMkLst>
        </pc:spChg>
        <pc:spChg chg="add del mod">
          <ac:chgData name="Gavin Forcade" userId="386c622d-1f2f-4675-b519-3949d28853a1" providerId="ADAL" clId="{EF5DDD16-A75B-461C-A773-18DB88CCBD7D}" dt="2021-02-08T16:42:18.926" v="2147" actId="478"/>
          <ac:spMkLst>
            <pc:docMk/>
            <pc:sldMk cId="1575062731" sldId="269"/>
            <ac:spMk id="34" creationId="{A08F0E28-0444-4FCA-91F8-717E606BFEC6}"/>
          </ac:spMkLst>
        </pc:spChg>
        <pc:picChg chg="del">
          <ac:chgData name="Gavin Forcade" userId="386c622d-1f2f-4675-b519-3949d28853a1" providerId="ADAL" clId="{EF5DDD16-A75B-461C-A773-18DB88CCBD7D}" dt="2021-02-08T15:04:12.801" v="653" actId="478"/>
          <ac:picMkLst>
            <pc:docMk/>
            <pc:sldMk cId="1575062731" sldId="269"/>
            <ac:picMk id="9" creationId="{28AA75C4-E9D5-4BD0-9F91-45FED48BC181}"/>
          </ac:picMkLst>
        </pc:picChg>
        <pc:cxnChg chg="add del mod">
          <ac:chgData name="Gavin Forcade" userId="386c622d-1f2f-4675-b519-3949d28853a1" providerId="ADAL" clId="{EF5DDD16-A75B-461C-A773-18DB88CCBD7D}" dt="2021-02-08T15:06:38.741" v="694" actId="478"/>
          <ac:cxnSpMkLst>
            <pc:docMk/>
            <pc:sldMk cId="1575062731" sldId="269"/>
            <ac:cxnSpMk id="8" creationId="{D692CDF8-C5CA-4D43-99A0-79240BE75E45}"/>
          </ac:cxnSpMkLst>
        </pc:cxnChg>
        <pc:cxnChg chg="del mod">
          <ac:chgData name="Gavin Forcade" userId="386c622d-1f2f-4675-b519-3949d28853a1" providerId="ADAL" clId="{EF5DDD16-A75B-461C-A773-18DB88CCBD7D}" dt="2021-02-08T15:04:16.722" v="655" actId="478"/>
          <ac:cxnSpMkLst>
            <pc:docMk/>
            <pc:sldMk cId="1575062731" sldId="269"/>
            <ac:cxnSpMk id="12" creationId="{FFB0FB0B-F32F-41BC-AD47-23A4777A12D0}"/>
          </ac:cxnSpMkLst>
        </pc:cxnChg>
        <pc:cxnChg chg="add mod">
          <ac:chgData name="Gavin Forcade" userId="386c622d-1f2f-4675-b519-3949d28853a1" providerId="ADAL" clId="{EF5DDD16-A75B-461C-A773-18DB88CCBD7D}" dt="2021-02-08T15:07:23.342" v="701" actId="1076"/>
          <ac:cxnSpMkLst>
            <pc:docMk/>
            <pc:sldMk cId="1575062731" sldId="269"/>
            <ac:cxnSpMk id="14" creationId="{43B64D8B-B213-409E-AB92-95B1FB12F8AA}"/>
          </ac:cxnSpMkLst>
        </pc:cxnChg>
        <pc:cxnChg chg="add mod">
          <ac:chgData name="Gavin Forcade" userId="386c622d-1f2f-4675-b519-3949d28853a1" providerId="ADAL" clId="{EF5DDD16-A75B-461C-A773-18DB88CCBD7D}" dt="2021-02-08T15:07:35.417" v="715" actId="692"/>
          <ac:cxnSpMkLst>
            <pc:docMk/>
            <pc:sldMk cId="1575062731" sldId="269"/>
            <ac:cxnSpMk id="19" creationId="{9D5BD8A3-5277-4C49-BCCB-E1136FAAB9DE}"/>
          </ac:cxnSpMkLst>
        </pc:cxnChg>
      </pc:sldChg>
      <pc:sldChg chg="addSp delSp modSp new mod modClrScheme chgLayout">
        <pc:chgData name="Gavin Forcade" userId="386c622d-1f2f-4675-b519-3949d28853a1" providerId="ADAL" clId="{EF5DDD16-A75B-461C-A773-18DB88CCBD7D}" dt="2021-02-09T19:27:05.595" v="2504" actId="20577"/>
        <pc:sldMkLst>
          <pc:docMk/>
          <pc:sldMk cId="1523308949" sldId="270"/>
        </pc:sldMkLst>
        <pc:spChg chg="del mod ord">
          <ac:chgData name="Gavin Forcade" userId="386c622d-1f2f-4675-b519-3949d28853a1" providerId="ADAL" clId="{EF5DDD16-A75B-461C-A773-18DB88CCBD7D}" dt="2021-02-08T14:41:14.520" v="3" actId="700"/>
          <ac:spMkLst>
            <pc:docMk/>
            <pc:sldMk cId="1523308949" sldId="270"/>
            <ac:spMk id="2" creationId="{69910751-DF93-42DC-BED7-B4BE0E9B815A}"/>
          </ac:spMkLst>
        </pc:spChg>
        <pc:spChg chg="del mod ord">
          <ac:chgData name="Gavin Forcade" userId="386c622d-1f2f-4675-b519-3949d28853a1" providerId="ADAL" clId="{EF5DDD16-A75B-461C-A773-18DB88CCBD7D}" dt="2021-02-08T14:41:14.520" v="3" actId="700"/>
          <ac:spMkLst>
            <pc:docMk/>
            <pc:sldMk cId="1523308949" sldId="270"/>
            <ac:spMk id="3" creationId="{13066DC2-3F63-444F-9F17-86E7DE8FD0E7}"/>
          </ac:spMkLst>
        </pc:spChg>
        <pc:spChg chg="del">
          <ac:chgData name="Gavin Forcade" userId="386c622d-1f2f-4675-b519-3949d28853a1" providerId="ADAL" clId="{EF5DDD16-A75B-461C-A773-18DB88CCBD7D}" dt="2021-02-08T14:41:14.520" v="3" actId="700"/>
          <ac:spMkLst>
            <pc:docMk/>
            <pc:sldMk cId="1523308949" sldId="270"/>
            <ac:spMk id="4" creationId="{4E42DC8D-1FFD-4B04-88E7-6531443FC244}"/>
          </ac:spMkLst>
        </pc:spChg>
        <pc:spChg chg="add mod ord">
          <ac:chgData name="Gavin Forcade" userId="386c622d-1f2f-4675-b519-3949d28853a1" providerId="ADAL" clId="{EF5DDD16-A75B-461C-A773-18DB88CCBD7D}" dt="2021-02-08T16:34:59.154" v="1919" actId="20577"/>
          <ac:spMkLst>
            <pc:docMk/>
            <pc:sldMk cId="1523308949" sldId="270"/>
            <ac:spMk id="5" creationId="{A3B8BBD1-A664-45AA-ADBF-314FCB666187}"/>
          </ac:spMkLst>
        </pc:spChg>
        <pc:spChg chg="add mod ord">
          <ac:chgData name="Gavin Forcade" userId="386c622d-1f2f-4675-b519-3949d28853a1" providerId="ADAL" clId="{EF5DDD16-A75B-461C-A773-18DB88CCBD7D}" dt="2021-02-09T19:27:05.595" v="2504" actId="20577"/>
          <ac:spMkLst>
            <pc:docMk/>
            <pc:sldMk cId="1523308949" sldId="270"/>
            <ac:spMk id="6" creationId="{4D89734E-6B94-4CFF-BBD2-FF03EE8B3A4E}"/>
          </ac:spMkLst>
        </pc:spChg>
        <pc:grpChg chg="add mod">
          <ac:chgData name="Gavin Forcade" userId="386c622d-1f2f-4675-b519-3949d28853a1" providerId="ADAL" clId="{EF5DDD16-A75B-461C-A773-18DB88CCBD7D}" dt="2021-02-08T16:37:46.418" v="2121" actId="1076"/>
          <ac:grpSpMkLst>
            <pc:docMk/>
            <pc:sldMk cId="1523308949" sldId="270"/>
            <ac:grpSpMk id="7" creationId="{E67F995D-5361-4353-A527-13B772F2A2DA}"/>
          </ac:grpSpMkLst>
        </pc:grpChg>
        <pc:picChg chg="mod">
          <ac:chgData name="Gavin Forcade" userId="386c622d-1f2f-4675-b519-3949d28853a1" providerId="ADAL" clId="{EF5DDD16-A75B-461C-A773-18DB88CCBD7D}" dt="2021-02-08T16:37:35.017" v="2115"/>
          <ac:picMkLst>
            <pc:docMk/>
            <pc:sldMk cId="1523308949" sldId="270"/>
            <ac:picMk id="8" creationId="{3BBF2914-B28D-4C67-9EDA-CB5788434C74}"/>
          </ac:picMkLst>
        </pc:picChg>
        <pc:cxnChg chg="mod">
          <ac:chgData name="Gavin Forcade" userId="386c622d-1f2f-4675-b519-3949d28853a1" providerId="ADAL" clId="{EF5DDD16-A75B-461C-A773-18DB88CCBD7D}" dt="2021-02-08T16:37:35.017" v="2115"/>
          <ac:cxnSpMkLst>
            <pc:docMk/>
            <pc:sldMk cId="1523308949" sldId="270"/>
            <ac:cxnSpMk id="9" creationId="{A48CFF3E-4E65-4B85-9094-5B6C42B4D6A2}"/>
          </ac:cxnSpMkLst>
        </pc:cxnChg>
        <pc:cxnChg chg="mod">
          <ac:chgData name="Gavin Forcade" userId="386c622d-1f2f-4675-b519-3949d28853a1" providerId="ADAL" clId="{EF5DDD16-A75B-461C-A773-18DB88CCBD7D}" dt="2021-02-08T16:37:35.017" v="2115"/>
          <ac:cxnSpMkLst>
            <pc:docMk/>
            <pc:sldMk cId="1523308949" sldId="270"/>
            <ac:cxnSpMk id="10" creationId="{47D41701-4A46-4456-B68E-83AD1B912841}"/>
          </ac:cxnSpMkLst>
        </pc:cxnChg>
      </pc:sldChg>
      <pc:sldChg chg="modSp new del mod">
        <pc:chgData name="Gavin Forcade" userId="386c622d-1f2f-4675-b519-3949d28853a1" providerId="ADAL" clId="{EF5DDD16-A75B-461C-A773-18DB88CCBD7D}" dt="2021-02-08T16:34:52.904" v="1904" actId="47"/>
        <pc:sldMkLst>
          <pc:docMk/>
          <pc:sldMk cId="2899202260" sldId="271"/>
        </pc:sldMkLst>
        <pc:spChg chg="mod">
          <ac:chgData name="Gavin Forcade" userId="386c622d-1f2f-4675-b519-3949d28853a1" providerId="ADAL" clId="{EF5DDD16-A75B-461C-A773-18DB88CCBD7D}" dt="2021-02-08T16:34:15.879" v="1903" actId="20577"/>
          <ac:spMkLst>
            <pc:docMk/>
            <pc:sldMk cId="2899202260" sldId="271"/>
            <ac:spMk id="3" creationId="{8713125E-9B38-45F8-9A86-B3D4BA265064}"/>
          </ac:spMkLst>
        </pc:spChg>
      </pc:sldChg>
      <pc:sldChg chg="addSp modSp add mod ord">
        <pc:chgData name="Gavin Forcade" userId="386c622d-1f2f-4675-b519-3949d28853a1" providerId="ADAL" clId="{EF5DDD16-A75B-461C-A773-18DB88CCBD7D}" dt="2021-02-08T16:42:29.445" v="2150" actId="20577"/>
        <pc:sldMkLst>
          <pc:docMk/>
          <pc:sldMk cId="3773254548" sldId="272"/>
        </pc:sldMkLst>
        <pc:spChg chg="mod">
          <ac:chgData name="Gavin Forcade" userId="386c622d-1f2f-4675-b519-3949d28853a1" providerId="ADAL" clId="{EF5DDD16-A75B-461C-A773-18DB88CCBD7D}" dt="2021-02-08T15:15:57.544" v="944"/>
          <ac:spMkLst>
            <pc:docMk/>
            <pc:sldMk cId="3773254548" sldId="272"/>
            <ac:spMk id="2" creationId="{DDAFCCF2-40F0-4FC5-ADD2-A2FFB2017B17}"/>
          </ac:spMkLst>
        </pc:spChg>
        <pc:spChg chg="add mod">
          <ac:chgData name="Gavin Forcade" userId="386c622d-1f2f-4675-b519-3949d28853a1" providerId="ADAL" clId="{EF5DDD16-A75B-461C-A773-18DB88CCBD7D}" dt="2021-02-08T15:15:25.082" v="914" actId="1076"/>
          <ac:spMkLst>
            <pc:docMk/>
            <pc:sldMk cId="3773254548" sldId="272"/>
            <ac:spMk id="29" creationId="{459C5CCD-CE7A-4175-8807-1FFE81E3DF68}"/>
          </ac:spMkLst>
        </pc:spChg>
        <pc:spChg chg="mod">
          <ac:chgData name="Gavin Forcade" userId="386c622d-1f2f-4675-b519-3949d28853a1" providerId="ADAL" clId="{EF5DDD16-A75B-461C-A773-18DB88CCBD7D}" dt="2021-02-08T16:42:29.445" v="2150" actId="20577"/>
          <ac:spMkLst>
            <pc:docMk/>
            <pc:sldMk cId="3773254548" sldId="272"/>
            <ac:spMk id="30" creationId="{76F73C85-F394-4BE9-976B-A46DC21B89F8}"/>
          </ac:spMkLst>
        </pc:spChg>
        <pc:cxnChg chg="add mod">
          <ac:chgData name="Gavin Forcade" userId="386c622d-1f2f-4675-b519-3949d28853a1" providerId="ADAL" clId="{EF5DDD16-A75B-461C-A773-18DB88CCBD7D}" dt="2021-02-08T15:14:39.158" v="893" actId="692"/>
          <ac:cxnSpMkLst>
            <pc:docMk/>
            <pc:sldMk cId="3773254548" sldId="272"/>
            <ac:cxnSpMk id="4" creationId="{65F6EAF2-A445-41ED-84AE-8FB9369DFCF5}"/>
          </ac:cxnSpMkLst>
        </pc:cxnChg>
      </pc:sldChg>
      <pc:sldChg chg="add del">
        <pc:chgData name="Gavin Forcade" userId="386c622d-1f2f-4675-b519-3949d28853a1" providerId="ADAL" clId="{EF5DDD16-A75B-461C-A773-18DB88CCBD7D}" dt="2021-02-08T15:14:54.139" v="895"/>
        <pc:sldMkLst>
          <pc:docMk/>
          <pc:sldMk cId="2138141923" sldId="273"/>
        </pc:sldMkLst>
      </pc:sldChg>
      <pc:sldChg chg="addSp delSp modSp new del mod ord">
        <pc:chgData name="Gavin Forcade" userId="386c622d-1f2f-4675-b519-3949d28853a1" providerId="ADAL" clId="{EF5DDD16-A75B-461C-A773-18DB88CCBD7D}" dt="2021-02-08T16:37:49.305" v="2122" actId="47"/>
        <pc:sldMkLst>
          <pc:docMk/>
          <pc:sldMk cId="4055449075" sldId="273"/>
        </pc:sldMkLst>
        <pc:spChg chg="mod">
          <ac:chgData name="Gavin Forcade" userId="386c622d-1f2f-4675-b519-3949d28853a1" providerId="ADAL" clId="{EF5DDD16-A75B-461C-A773-18DB88CCBD7D}" dt="2021-02-08T15:21:27.860" v="1126" actId="20577"/>
          <ac:spMkLst>
            <pc:docMk/>
            <pc:sldMk cId="4055449075" sldId="273"/>
            <ac:spMk id="2" creationId="{C7796C92-38B3-44A3-88E8-76784F43AF2E}"/>
          </ac:spMkLst>
        </pc:spChg>
        <pc:spChg chg="del">
          <ac:chgData name="Gavin Forcade" userId="386c622d-1f2f-4675-b519-3949d28853a1" providerId="ADAL" clId="{EF5DDD16-A75B-461C-A773-18DB88CCBD7D}" dt="2021-02-08T15:19:00.471" v="968" actId="26606"/>
          <ac:spMkLst>
            <pc:docMk/>
            <pc:sldMk cId="4055449075" sldId="273"/>
            <ac:spMk id="3" creationId="{19DD47F6-EC37-42E2-AB58-4ED7A4001897}"/>
          </ac:spMkLst>
        </pc:spChg>
        <pc:spChg chg="add del">
          <ac:chgData name="Gavin Forcade" userId="386c622d-1f2f-4675-b519-3949d28853a1" providerId="ADAL" clId="{EF5DDD16-A75B-461C-A773-18DB88CCBD7D}" dt="2021-02-08T15:19:15.806" v="972" actId="478"/>
          <ac:spMkLst>
            <pc:docMk/>
            <pc:sldMk cId="4055449075" sldId="273"/>
            <ac:spMk id="6" creationId="{8181507E-BAAA-42D8-BC1E-7C13616DC437}"/>
          </ac:spMkLst>
        </pc:spChg>
        <pc:grpChg chg="add mod">
          <ac:chgData name="Gavin Forcade" userId="386c622d-1f2f-4675-b519-3949d28853a1" providerId="ADAL" clId="{EF5DDD16-A75B-461C-A773-18DB88CCBD7D}" dt="2021-02-08T16:37:31.308" v="2114" actId="164"/>
          <ac:grpSpMkLst>
            <pc:docMk/>
            <pc:sldMk cId="4055449075" sldId="273"/>
            <ac:grpSpMk id="12" creationId="{B856861D-D432-445C-9831-09D18C83370D}"/>
          </ac:grpSpMkLst>
        </pc:grpChg>
        <pc:picChg chg="add mod">
          <ac:chgData name="Gavin Forcade" userId="386c622d-1f2f-4675-b519-3949d28853a1" providerId="ADAL" clId="{EF5DDD16-A75B-461C-A773-18DB88CCBD7D}" dt="2021-02-08T16:37:31.308" v="2114" actId="164"/>
          <ac:picMkLst>
            <pc:docMk/>
            <pc:sldMk cId="4055449075" sldId="273"/>
            <ac:picMk id="5" creationId="{F3CC2BC1-819E-4393-B45A-1957F9C1843E}"/>
          </ac:picMkLst>
        </pc:picChg>
        <pc:cxnChg chg="add mod">
          <ac:chgData name="Gavin Forcade" userId="386c622d-1f2f-4675-b519-3949d28853a1" providerId="ADAL" clId="{EF5DDD16-A75B-461C-A773-18DB88CCBD7D}" dt="2021-02-08T16:37:31.308" v="2114" actId="164"/>
          <ac:cxnSpMkLst>
            <pc:docMk/>
            <pc:sldMk cId="4055449075" sldId="273"/>
            <ac:cxnSpMk id="8" creationId="{6DE00702-8CA3-4724-A1C9-FAA5B00D5E24}"/>
          </ac:cxnSpMkLst>
        </pc:cxnChg>
        <pc:cxnChg chg="add mod">
          <ac:chgData name="Gavin Forcade" userId="386c622d-1f2f-4675-b519-3949d28853a1" providerId="ADAL" clId="{EF5DDD16-A75B-461C-A773-18DB88CCBD7D}" dt="2021-02-08T16:37:31.308" v="2114" actId="164"/>
          <ac:cxnSpMkLst>
            <pc:docMk/>
            <pc:sldMk cId="4055449075" sldId="273"/>
            <ac:cxnSpMk id="10" creationId="{F301C413-F668-44D2-876D-A4C48521097E}"/>
          </ac:cxnSpMkLst>
        </pc:cxnChg>
      </pc:sldChg>
      <pc:sldChg chg="addSp delSp modSp new mod">
        <pc:chgData name="Gavin Forcade" userId="386c622d-1f2f-4675-b519-3949d28853a1" providerId="ADAL" clId="{EF5DDD16-A75B-461C-A773-18DB88CCBD7D}" dt="2021-02-08T15:51:05.138" v="1590" actId="478"/>
        <pc:sldMkLst>
          <pc:docMk/>
          <pc:sldMk cId="1833200591" sldId="274"/>
        </pc:sldMkLst>
        <pc:spChg chg="mod">
          <ac:chgData name="Gavin Forcade" userId="386c622d-1f2f-4675-b519-3949d28853a1" providerId="ADAL" clId="{EF5DDD16-A75B-461C-A773-18DB88CCBD7D}" dt="2021-02-08T15:22:13.612" v="1156" actId="20577"/>
          <ac:spMkLst>
            <pc:docMk/>
            <pc:sldMk cId="1833200591" sldId="274"/>
            <ac:spMk id="2" creationId="{B176A827-4521-4ACD-B227-7FF7402AAC62}"/>
          </ac:spMkLst>
        </pc:spChg>
        <pc:spChg chg="del mod">
          <ac:chgData name="Gavin Forcade" userId="386c622d-1f2f-4675-b519-3949d28853a1" providerId="ADAL" clId="{EF5DDD16-A75B-461C-A773-18DB88CCBD7D}" dt="2021-02-08T15:40:19.851" v="1510" actId="478"/>
          <ac:spMkLst>
            <pc:docMk/>
            <pc:sldMk cId="1833200591" sldId="274"/>
            <ac:spMk id="3" creationId="{A2C1E0E7-A2E7-4167-A697-12E3A4665114}"/>
          </ac:spMkLst>
        </pc:spChg>
        <pc:spChg chg="add mod">
          <ac:chgData name="Gavin Forcade" userId="386c622d-1f2f-4675-b519-3949d28853a1" providerId="ADAL" clId="{EF5DDD16-A75B-461C-A773-18DB88CCBD7D}" dt="2021-02-08T15:41:49.522" v="1523" actId="20577"/>
          <ac:spMkLst>
            <pc:docMk/>
            <pc:sldMk cId="1833200591" sldId="274"/>
            <ac:spMk id="4" creationId="{62858E4C-4CB8-4D96-9B06-82C95BAAF111}"/>
          </ac:spMkLst>
        </pc:spChg>
        <pc:spChg chg="add mod">
          <ac:chgData name="Gavin Forcade" userId="386c622d-1f2f-4675-b519-3949d28853a1" providerId="ADAL" clId="{EF5DDD16-A75B-461C-A773-18DB88CCBD7D}" dt="2021-02-08T15:41:53.132" v="1524" actId="1076"/>
          <ac:spMkLst>
            <pc:docMk/>
            <pc:sldMk cId="1833200591" sldId="274"/>
            <ac:spMk id="5" creationId="{F8D524CA-69D0-4AF1-8471-8ACAD02B15CE}"/>
          </ac:spMkLst>
        </pc:spChg>
        <pc:spChg chg="add del mod">
          <ac:chgData name="Gavin Forcade" userId="386c622d-1f2f-4675-b519-3949d28853a1" providerId="ADAL" clId="{EF5DDD16-A75B-461C-A773-18DB88CCBD7D}" dt="2021-02-08T15:40:26.862" v="1511" actId="478"/>
          <ac:spMkLst>
            <pc:docMk/>
            <pc:sldMk cId="1833200591" sldId="274"/>
            <ac:spMk id="7" creationId="{5ED49D80-4538-4EBB-BB4D-53A37229671D}"/>
          </ac:spMkLst>
        </pc:spChg>
        <pc:spChg chg="add del mod">
          <ac:chgData name="Gavin Forcade" userId="386c622d-1f2f-4675-b519-3949d28853a1" providerId="ADAL" clId="{EF5DDD16-A75B-461C-A773-18DB88CCBD7D}" dt="2021-02-08T15:51:05.138" v="1590" actId="478"/>
          <ac:spMkLst>
            <pc:docMk/>
            <pc:sldMk cId="1833200591" sldId="274"/>
            <ac:spMk id="9" creationId="{2128F198-FD13-4DA7-BF88-A0D653EE36AA}"/>
          </ac:spMkLst>
        </pc:spChg>
        <pc:picChg chg="add del mod">
          <ac:chgData name="Gavin Forcade" userId="386c622d-1f2f-4675-b519-3949d28853a1" providerId="ADAL" clId="{EF5DDD16-A75B-461C-A773-18DB88CCBD7D}" dt="2021-02-08T15:51:04.202" v="1589" actId="478"/>
          <ac:picMkLst>
            <pc:docMk/>
            <pc:sldMk cId="1833200591" sldId="274"/>
            <ac:picMk id="8" creationId="{2D3C5A9B-27AA-4A51-BBC6-D513C16791CC}"/>
          </ac:picMkLst>
        </pc:picChg>
      </pc:sldChg>
      <pc:sldChg chg="addSp delSp modSp add mod ord">
        <pc:chgData name="Gavin Forcade" userId="386c622d-1f2f-4675-b519-3949d28853a1" providerId="ADAL" clId="{EF5DDD16-A75B-461C-A773-18DB88CCBD7D}" dt="2021-02-08T16:54:54.325" v="2311" actId="14100"/>
        <pc:sldMkLst>
          <pc:docMk/>
          <pc:sldMk cId="899754457" sldId="275"/>
        </pc:sldMkLst>
        <pc:spChg chg="mod">
          <ac:chgData name="Gavin Forcade" userId="386c622d-1f2f-4675-b519-3949d28853a1" providerId="ADAL" clId="{EF5DDD16-A75B-461C-A773-18DB88CCBD7D}" dt="2021-02-08T16:54:32.540" v="2304" actId="20577"/>
          <ac:spMkLst>
            <pc:docMk/>
            <pc:sldMk cId="899754457" sldId="275"/>
            <ac:spMk id="3" creationId="{A2C1E0E7-A2E7-4167-A697-12E3A4665114}"/>
          </ac:spMkLst>
        </pc:spChg>
        <pc:spChg chg="mod">
          <ac:chgData name="Gavin Forcade" userId="386c622d-1f2f-4675-b519-3949d28853a1" providerId="ADAL" clId="{EF5DDD16-A75B-461C-A773-18DB88CCBD7D}" dt="2021-02-08T15:41:57.878" v="1525" actId="20577"/>
          <ac:spMkLst>
            <pc:docMk/>
            <pc:sldMk cId="899754457" sldId="275"/>
            <ac:spMk id="4" creationId="{62858E4C-4CB8-4D96-9B06-82C95BAAF111}"/>
          </ac:spMkLst>
        </pc:spChg>
        <pc:spChg chg="del mod">
          <ac:chgData name="Gavin Forcade" userId="386c622d-1f2f-4675-b519-3949d28853a1" providerId="ADAL" clId="{EF5DDD16-A75B-461C-A773-18DB88CCBD7D}" dt="2021-02-08T15:43:01.921" v="1544" actId="478"/>
          <ac:spMkLst>
            <pc:docMk/>
            <pc:sldMk cId="899754457" sldId="275"/>
            <ac:spMk id="5" creationId="{F8D524CA-69D0-4AF1-8471-8ACAD02B15CE}"/>
          </ac:spMkLst>
        </pc:spChg>
        <pc:spChg chg="add mod">
          <ac:chgData name="Gavin Forcade" userId="386c622d-1f2f-4675-b519-3949d28853a1" providerId="ADAL" clId="{EF5DDD16-A75B-461C-A773-18DB88CCBD7D}" dt="2021-02-08T16:54:54.325" v="2311" actId="14100"/>
          <ac:spMkLst>
            <pc:docMk/>
            <pc:sldMk cId="899754457" sldId="275"/>
            <ac:spMk id="6" creationId="{038FD467-CC4E-44CA-A7C1-AA0E185760D9}"/>
          </ac:spMkLst>
        </pc:spChg>
        <pc:cxnChg chg="add mod">
          <ac:chgData name="Gavin Forcade" userId="386c622d-1f2f-4675-b519-3949d28853a1" providerId="ADAL" clId="{EF5DDD16-A75B-461C-A773-18DB88CCBD7D}" dt="2021-02-08T16:54:54.325" v="2311" actId="14100"/>
          <ac:cxnSpMkLst>
            <pc:docMk/>
            <pc:sldMk cId="899754457" sldId="275"/>
            <ac:cxnSpMk id="7" creationId="{3F45B5CD-C857-4E60-A176-E150E8FBFD99}"/>
          </ac:cxnSpMkLst>
        </pc:cxnChg>
      </pc:sldChg>
      <pc:sldChg chg="addSp modSp add mod">
        <pc:chgData name="Gavin Forcade" userId="386c622d-1f2f-4675-b519-3949d28853a1" providerId="ADAL" clId="{EF5DDD16-A75B-461C-A773-18DB88CCBD7D}" dt="2021-02-08T16:52:21.554" v="2251" actId="20577"/>
        <pc:sldMkLst>
          <pc:docMk/>
          <pc:sldMk cId="985749289" sldId="276"/>
        </pc:sldMkLst>
        <pc:spChg chg="mod">
          <ac:chgData name="Gavin Forcade" userId="386c622d-1f2f-4675-b519-3949d28853a1" providerId="ADAL" clId="{EF5DDD16-A75B-461C-A773-18DB88CCBD7D}" dt="2021-02-08T16:52:21.554" v="2251" actId="20577"/>
          <ac:spMkLst>
            <pc:docMk/>
            <pc:sldMk cId="985749289" sldId="276"/>
            <ac:spMk id="3" creationId="{A2C1E0E7-A2E7-4167-A697-12E3A4665114}"/>
          </ac:spMkLst>
        </pc:spChg>
        <pc:spChg chg="mod">
          <ac:chgData name="Gavin Forcade" userId="386c622d-1f2f-4675-b519-3949d28853a1" providerId="ADAL" clId="{EF5DDD16-A75B-461C-A773-18DB88CCBD7D}" dt="2021-02-08T15:42:11.052" v="1530" actId="20577"/>
          <ac:spMkLst>
            <pc:docMk/>
            <pc:sldMk cId="985749289" sldId="276"/>
            <ac:spMk id="4" creationId="{62858E4C-4CB8-4D96-9B06-82C95BAAF111}"/>
          </ac:spMkLst>
        </pc:spChg>
        <pc:spChg chg="mod">
          <ac:chgData name="Gavin Forcade" userId="386c622d-1f2f-4675-b519-3949d28853a1" providerId="ADAL" clId="{EF5DDD16-A75B-461C-A773-18DB88CCBD7D}" dt="2021-02-08T15:42:14.435" v="1531" actId="1076"/>
          <ac:spMkLst>
            <pc:docMk/>
            <pc:sldMk cId="985749289" sldId="276"/>
            <ac:spMk id="5" creationId="{F8D524CA-69D0-4AF1-8471-8ACAD02B15CE}"/>
          </ac:spMkLst>
        </pc:spChg>
        <pc:cxnChg chg="add mod">
          <ac:chgData name="Gavin Forcade" userId="386c622d-1f2f-4675-b519-3949d28853a1" providerId="ADAL" clId="{EF5DDD16-A75B-461C-A773-18DB88CCBD7D}" dt="2021-02-08T15:42:36.872" v="1543" actId="692"/>
          <ac:cxnSpMkLst>
            <pc:docMk/>
            <pc:sldMk cId="985749289" sldId="276"/>
            <ac:cxnSpMk id="7" creationId="{6C406CD3-887E-4721-9EF1-1B82AE4BD366}"/>
          </ac:cxnSpMkLst>
        </pc:cxnChg>
      </pc:sldChg>
      <pc:sldChg chg="addSp delSp modSp new del mod">
        <pc:chgData name="Gavin Forcade" userId="386c622d-1f2f-4675-b519-3949d28853a1" providerId="ADAL" clId="{EF5DDD16-A75B-461C-A773-18DB88CCBD7D}" dt="2021-02-08T15:49:43.213" v="1576" actId="47"/>
        <pc:sldMkLst>
          <pc:docMk/>
          <pc:sldMk cId="557052942" sldId="277"/>
        </pc:sldMkLst>
        <pc:spChg chg="add mod">
          <ac:chgData name="Gavin Forcade" userId="386c622d-1f2f-4675-b519-3949d28853a1" providerId="ADAL" clId="{EF5DDD16-A75B-461C-A773-18DB88CCBD7D}" dt="2021-02-08T15:48:14.445" v="1571" actId="208"/>
          <ac:spMkLst>
            <pc:docMk/>
            <pc:sldMk cId="557052942" sldId="277"/>
            <ac:spMk id="6" creationId="{23BCBA2E-921E-49F0-8113-6C60B120DC98}"/>
          </ac:spMkLst>
        </pc:spChg>
        <pc:picChg chg="add del mod">
          <ac:chgData name="Gavin Forcade" userId="386c622d-1f2f-4675-b519-3949d28853a1" providerId="ADAL" clId="{EF5DDD16-A75B-461C-A773-18DB88CCBD7D}" dt="2021-02-08T15:49:42.083" v="1575" actId="478"/>
          <ac:picMkLst>
            <pc:docMk/>
            <pc:sldMk cId="557052942" sldId="277"/>
            <ac:picMk id="5" creationId="{AD8562BF-F23A-43DC-9E2F-B6995F10F49B}"/>
          </ac:picMkLst>
        </pc:picChg>
      </pc:sldChg>
      <pc:sldChg chg="addSp modSp add mod">
        <pc:chgData name="Gavin Forcade" userId="386c622d-1f2f-4675-b519-3949d28853a1" providerId="ADAL" clId="{EF5DDD16-A75B-461C-A773-18DB88CCBD7D}" dt="2021-02-08T16:52:45.690" v="2260" actId="20577"/>
        <pc:sldMkLst>
          <pc:docMk/>
          <pc:sldMk cId="3377945401" sldId="277"/>
        </pc:sldMkLst>
        <pc:spChg chg="mod">
          <ac:chgData name="Gavin Forcade" userId="386c622d-1f2f-4675-b519-3949d28853a1" providerId="ADAL" clId="{EF5DDD16-A75B-461C-A773-18DB88CCBD7D}" dt="2021-02-08T16:52:45.690" v="2260" actId="20577"/>
          <ac:spMkLst>
            <pc:docMk/>
            <pc:sldMk cId="3377945401" sldId="277"/>
            <ac:spMk id="3" creationId="{A2C1E0E7-A2E7-4167-A697-12E3A4665114}"/>
          </ac:spMkLst>
        </pc:spChg>
        <pc:spChg chg="add mod">
          <ac:chgData name="Gavin Forcade" userId="386c622d-1f2f-4675-b519-3949d28853a1" providerId="ADAL" clId="{EF5DDD16-A75B-461C-A773-18DB88CCBD7D}" dt="2021-02-08T15:50:51.740" v="1587" actId="208"/>
          <ac:spMkLst>
            <pc:docMk/>
            <pc:sldMk cId="3377945401" sldId="277"/>
            <ac:spMk id="9" creationId="{CC59250F-47E0-444F-80AE-A1CEF1170820}"/>
          </ac:spMkLst>
        </pc:spChg>
        <pc:picChg chg="add mod">
          <ac:chgData name="Gavin Forcade" userId="386c622d-1f2f-4675-b519-3949d28853a1" providerId="ADAL" clId="{EF5DDD16-A75B-461C-A773-18DB88CCBD7D}" dt="2021-02-08T15:50:41.580" v="1584" actId="14100"/>
          <ac:picMkLst>
            <pc:docMk/>
            <pc:sldMk cId="3377945401" sldId="277"/>
            <ac:picMk id="8" creationId="{5945832E-479A-4912-A9CD-6A10AFED3066}"/>
          </ac:picMkLst>
        </pc:picChg>
      </pc:sldChg>
      <pc:sldChg chg="add">
        <pc:chgData name="Gavin Forcade" userId="386c622d-1f2f-4675-b519-3949d28853a1" providerId="ADAL" clId="{EF5DDD16-A75B-461C-A773-18DB88CCBD7D}" dt="2021-02-08T15:51:02.038" v="1588"/>
        <pc:sldMkLst>
          <pc:docMk/>
          <pc:sldMk cId="3013313460" sldId="278"/>
        </pc:sldMkLst>
      </pc:sldChg>
      <pc:sldChg chg="modSp new del mod">
        <pc:chgData name="Gavin Forcade" userId="386c622d-1f2f-4675-b519-3949d28853a1" providerId="ADAL" clId="{EF5DDD16-A75B-461C-A773-18DB88CCBD7D}" dt="2021-02-08T16:29:30.816" v="1705" actId="47"/>
        <pc:sldMkLst>
          <pc:docMk/>
          <pc:sldMk cId="717299067" sldId="279"/>
        </pc:sldMkLst>
        <pc:spChg chg="mod">
          <ac:chgData name="Gavin Forcade" userId="386c622d-1f2f-4675-b519-3949d28853a1" providerId="ADAL" clId="{EF5DDD16-A75B-461C-A773-18DB88CCBD7D}" dt="2021-02-08T16:27:18.566" v="1628" actId="20577"/>
          <ac:spMkLst>
            <pc:docMk/>
            <pc:sldMk cId="717299067" sldId="279"/>
            <ac:spMk id="2" creationId="{CB339A6E-59BC-4CC6-B519-284E29A7AF95}"/>
          </ac:spMkLst>
        </pc:spChg>
      </pc:sldChg>
      <pc:sldChg chg="addSp delSp modSp new mod modClrScheme chgLayout">
        <pc:chgData name="Gavin Forcade" userId="386c622d-1f2f-4675-b519-3949d28853a1" providerId="ADAL" clId="{EF5DDD16-A75B-461C-A773-18DB88CCBD7D}" dt="2021-02-08T16:33:54.865" v="1902" actId="20577"/>
        <pc:sldMkLst>
          <pc:docMk/>
          <pc:sldMk cId="955003172" sldId="280"/>
        </pc:sldMkLst>
        <pc:spChg chg="del mod ord">
          <ac:chgData name="Gavin Forcade" userId="386c622d-1f2f-4675-b519-3949d28853a1" providerId="ADAL" clId="{EF5DDD16-A75B-461C-A773-18DB88CCBD7D}" dt="2021-02-08T16:27:30.777" v="1630" actId="700"/>
          <ac:spMkLst>
            <pc:docMk/>
            <pc:sldMk cId="955003172" sldId="280"/>
            <ac:spMk id="2" creationId="{7D158E16-8F53-46AC-A66C-8378481FDC17}"/>
          </ac:spMkLst>
        </pc:spChg>
        <pc:spChg chg="del mod ord">
          <ac:chgData name="Gavin Forcade" userId="386c622d-1f2f-4675-b519-3949d28853a1" providerId="ADAL" clId="{EF5DDD16-A75B-461C-A773-18DB88CCBD7D}" dt="2021-02-08T16:27:30.777" v="1630" actId="700"/>
          <ac:spMkLst>
            <pc:docMk/>
            <pc:sldMk cId="955003172" sldId="280"/>
            <ac:spMk id="3" creationId="{2C1EF3E1-0EB8-49F6-B3DE-B8534763AEB5}"/>
          </ac:spMkLst>
        </pc:spChg>
        <pc:spChg chg="del mod ord">
          <ac:chgData name="Gavin Forcade" userId="386c622d-1f2f-4675-b519-3949d28853a1" providerId="ADAL" clId="{EF5DDD16-A75B-461C-A773-18DB88CCBD7D}" dt="2021-02-08T16:27:30.777" v="1630" actId="700"/>
          <ac:spMkLst>
            <pc:docMk/>
            <pc:sldMk cId="955003172" sldId="280"/>
            <ac:spMk id="4" creationId="{8B644CC4-DBC8-46B9-B22D-07F950830CB9}"/>
          </ac:spMkLst>
        </pc:spChg>
        <pc:spChg chg="add mod ord">
          <ac:chgData name="Gavin Forcade" userId="386c622d-1f2f-4675-b519-3949d28853a1" providerId="ADAL" clId="{EF5DDD16-A75B-461C-A773-18DB88CCBD7D}" dt="2021-02-08T16:27:34.183" v="1643" actId="20577"/>
          <ac:spMkLst>
            <pc:docMk/>
            <pc:sldMk cId="955003172" sldId="280"/>
            <ac:spMk id="5" creationId="{316B6A69-30EE-4348-B904-1CD598579BA8}"/>
          </ac:spMkLst>
        </pc:spChg>
        <pc:spChg chg="add mod ord">
          <ac:chgData name="Gavin Forcade" userId="386c622d-1f2f-4675-b519-3949d28853a1" providerId="ADAL" clId="{EF5DDD16-A75B-461C-A773-18DB88CCBD7D}" dt="2021-02-08T16:31:12.817" v="1827" actId="20577"/>
          <ac:spMkLst>
            <pc:docMk/>
            <pc:sldMk cId="955003172" sldId="280"/>
            <ac:spMk id="6" creationId="{64293203-CDF3-4EDA-8DDC-52FA2516C784}"/>
          </ac:spMkLst>
        </pc:spChg>
        <pc:spChg chg="add mod ord">
          <ac:chgData name="Gavin Forcade" userId="386c622d-1f2f-4675-b519-3949d28853a1" providerId="ADAL" clId="{EF5DDD16-A75B-461C-A773-18DB88CCBD7D}" dt="2021-02-08T16:33:54.865" v="1902" actId="20577"/>
          <ac:spMkLst>
            <pc:docMk/>
            <pc:sldMk cId="955003172" sldId="280"/>
            <ac:spMk id="7" creationId="{A5476D8E-8376-46FB-9BBF-44108CF4BE01}"/>
          </ac:spMkLst>
        </pc:spChg>
        <pc:spChg chg="add mod ord">
          <ac:chgData name="Gavin Forcade" userId="386c622d-1f2f-4675-b519-3949d28853a1" providerId="ADAL" clId="{EF5DDD16-A75B-461C-A773-18DB88CCBD7D}" dt="2021-02-08T16:30:21.319" v="1755" actId="20577"/>
          <ac:spMkLst>
            <pc:docMk/>
            <pc:sldMk cId="955003172" sldId="280"/>
            <ac:spMk id="8" creationId="{3A3E96A3-2D1C-452C-89CA-F0E744F7ACDC}"/>
          </ac:spMkLst>
        </pc:spChg>
        <pc:spChg chg="add mod ord">
          <ac:chgData name="Gavin Forcade" userId="386c622d-1f2f-4675-b519-3949d28853a1" providerId="ADAL" clId="{EF5DDD16-A75B-461C-A773-18DB88CCBD7D}" dt="2021-02-08T16:30:26.766" v="1773" actId="20577"/>
          <ac:spMkLst>
            <pc:docMk/>
            <pc:sldMk cId="955003172" sldId="280"/>
            <ac:spMk id="9" creationId="{4B7821A3-99B7-4A9A-B89F-42B23E3201F0}"/>
          </ac:spMkLst>
        </pc:spChg>
        <pc:picChg chg="add mod">
          <ac:chgData name="Gavin Forcade" userId="386c622d-1f2f-4675-b519-3949d28853a1" providerId="ADAL" clId="{EF5DDD16-A75B-461C-A773-18DB88CCBD7D}" dt="2021-02-08T16:31:21.874" v="1830" actId="1076"/>
          <ac:picMkLst>
            <pc:docMk/>
            <pc:sldMk cId="955003172" sldId="280"/>
            <ac:picMk id="10" creationId="{170995DF-87BB-4206-BEBF-2214505E7D4B}"/>
          </ac:picMkLst>
        </pc:picChg>
        <pc:picChg chg="add del mod">
          <ac:chgData name="Gavin Forcade" userId="386c622d-1f2f-4675-b519-3949d28853a1" providerId="ADAL" clId="{EF5DDD16-A75B-461C-A773-18DB88CCBD7D}" dt="2021-02-08T16:32:11.843" v="1836" actId="478"/>
          <ac:picMkLst>
            <pc:docMk/>
            <pc:sldMk cId="955003172" sldId="280"/>
            <ac:picMk id="11" creationId="{53380B82-FF10-4E5B-9080-DAEC5DA3A34E}"/>
          </ac:picMkLst>
        </pc:picChg>
        <pc:picChg chg="add del mod">
          <ac:chgData name="Gavin Forcade" userId="386c622d-1f2f-4675-b519-3949d28853a1" providerId="ADAL" clId="{EF5DDD16-A75B-461C-A773-18DB88CCBD7D}" dt="2021-02-08T16:32:25.598" v="1839" actId="478"/>
          <ac:picMkLst>
            <pc:docMk/>
            <pc:sldMk cId="955003172" sldId="280"/>
            <ac:picMk id="12" creationId="{E8DDA2C7-499E-4FFA-AF45-A8CF3F8AC72A}"/>
          </ac:picMkLst>
        </pc:picChg>
      </pc:sldChg>
      <pc:sldChg chg="addSp modSp add mod">
        <pc:chgData name="Gavin Forcade" userId="386c622d-1f2f-4675-b519-3949d28853a1" providerId="ADAL" clId="{EF5DDD16-A75B-461C-A773-18DB88CCBD7D}" dt="2021-02-08T16:46:29.874" v="2243" actId="20577"/>
        <pc:sldMkLst>
          <pc:docMk/>
          <pc:sldMk cId="3399902005" sldId="281"/>
        </pc:sldMkLst>
        <pc:spChg chg="mod">
          <ac:chgData name="Gavin Forcade" userId="386c622d-1f2f-4675-b519-3949d28853a1" providerId="ADAL" clId="{EF5DDD16-A75B-461C-A773-18DB88CCBD7D}" dt="2021-02-08T16:46:29.874" v="2243" actId="20577"/>
          <ac:spMkLst>
            <pc:docMk/>
            <pc:sldMk cId="3399902005" sldId="281"/>
            <ac:spMk id="3" creationId="{9BC8B273-6B96-4F7C-8848-A456AC12D0DD}"/>
          </ac:spMkLst>
        </pc:spChg>
        <pc:spChg chg="add mod">
          <ac:chgData name="Gavin Forcade" userId="386c622d-1f2f-4675-b519-3949d28853a1" providerId="ADAL" clId="{EF5DDD16-A75B-461C-A773-18DB88CCBD7D}" dt="2021-02-08T16:46:04.207" v="2226" actId="20577"/>
          <ac:spMkLst>
            <pc:docMk/>
            <pc:sldMk cId="3399902005" sldId="281"/>
            <ac:spMk id="18" creationId="{C1F62E4A-02FF-4E4D-BE34-70EB0AD11556}"/>
          </ac:spMkLst>
        </pc:spChg>
      </pc:sldChg>
      <pc:sldChg chg="addSp delSp modSp new mod">
        <pc:chgData name="Gavin Forcade" userId="386c622d-1f2f-4675-b519-3949d28853a1" providerId="ADAL" clId="{EF5DDD16-A75B-461C-A773-18DB88CCBD7D}" dt="2021-02-08T17:10:15.229" v="2430" actId="14100"/>
        <pc:sldMkLst>
          <pc:docMk/>
          <pc:sldMk cId="2067790816" sldId="282"/>
        </pc:sldMkLst>
        <pc:spChg chg="mod">
          <ac:chgData name="Gavin Forcade" userId="386c622d-1f2f-4675-b519-3949d28853a1" providerId="ADAL" clId="{EF5DDD16-A75B-461C-A773-18DB88CCBD7D}" dt="2021-02-08T16:59:50.400" v="2318" actId="20577"/>
          <ac:spMkLst>
            <pc:docMk/>
            <pc:sldMk cId="2067790816" sldId="282"/>
            <ac:spMk id="2" creationId="{094D3D01-DAC1-4E28-BA9A-9484D1D0EBD5}"/>
          </ac:spMkLst>
        </pc:spChg>
        <pc:picChg chg="add mod">
          <ac:chgData name="Gavin Forcade" userId="386c622d-1f2f-4675-b519-3949d28853a1" providerId="ADAL" clId="{EF5DDD16-A75B-461C-A773-18DB88CCBD7D}" dt="2021-02-08T17:00:57.964" v="2338" actId="1076"/>
          <ac:picMkLst>
            <pc:docMk/>
            <pc:sldMk cId="2067790816" sldId="282"/>
            <ac:picMk id="5" creationId="{B8C4B431-B1D9-4E8A-83B7-48AB7795065C}"/>
          </ac:picMkLst>
        </pc:picChg>
        <pc:picChg chg="add del mod">
          <ac:chgData name="Gavin Forcade" userId="386c622d-1f2f-4675-b519-3949d28853a1" providerId="ADAL" clId="{EF5DDD16-A75B-461C-A773-18DB88CCBD7D}" dt="2021-02-08T17:01:26.950" v="2349" actId="478"/>
          <ac:picMkLst>
            <pc:docMk/>
            <pc:sldMk cId="2067790816" sldId="282"/>
            <ac:picMk id="7" creationId="{EB3AD9B1-12A5-4591-9228-1E6E9CFD27FA}"/>
          </ac:picMkLst>
        </pc:picChg>
        <pc:picChg chg="add mod">
          <ac:chgData name="Gavin Forcade" userId="386c622d-1f2f-4675-b519-3949d28853a1" providerId="ADAL" clId="{EF5DDD16-A75B-461C-A773-18DB88CCBD7D}" dt="2021-02-08T17:01:43.362" v="2354" actId="1076"/>
          <ac:picMkLst>
            <pc:docMk/>
            <pc:sldMk cId="2067790816" sldId="282"/>
            <ac:picMk id="9" creationId="{DD33DADF-DB97-4C32-914E-C120E1C404C7}"/>
          </ac:picMkLst>
        </pc:picChg>
        <pc:cxnChg chg="add mod">
          <ac:chgData name="Gavin Forcade" userId="386c622d-1f2f-4675-b519-3949d28853a1" providerId="ADAL" clId="{EF5DDD16-A75B-461C-A773-18DB88CCBD7D}" dt="2021-02-08T17:10:09.271" v="2429" actId="692"/>
          <ac:cxnSpMkLst>
            <pc:docMk/>
            <pc:sldMk cId="2067790816" sldId="282"/>
            <ac:cxnSpMk id="11" creationId="{3BA97986-5716-4C17-AB8F-B29C7122CF7A}"/>
          </ac:cxnSpMkLst>
        </pc:cxnChg>
        <pc:cxnChg chg="add mod">
          <ac:chgData name="Gavin Forcade" userId="386c622d-1f2f-4675-b519-3949d28853a1" providerId="ADAL" clId="{EF5DDD16-A75B-461C-A773-18DB88CCBD7D}" dt="2021-02-08T17:09:50.818" v="2421" actId="692"/>
          <ac:cxnSpMkLst>
            <pc:docMk/>
            <pc:sldMk cId="2067790816" sldId="282"/>
            <ac:cxnSpMk id="14" creationId="{45BCC66C-AABC-4711-AF78-169A5DC33976}"/>
          </ac:cxnSpMkLst>
        </pc:cxnChg>
        <pc:cxnChg chg="add mod">
          <ac:chgData name="Gavin Forcade" userId="386c622d-1f2f-4675-b519-3949d28853a1" providerId="ADAL" clId="{EF5DDD16-A75B-461C-A773-18DB88CCBD7D}" dt="2021-02-08T17:10:15.229" v="2430" actId="14100"/>
          <ac:cxnSpMkLst>
            <pc:docMk/>
            <pc:sldMk cId="2067790816" sldId="282"/>
            <ac:cxnSpMk id="15" creationId="{32D6A55C-942A-48C9-ACA4-00AF1E7342C5}"/>
          </ac:cxnSpMkLst>
        </pc:cxnChg>
      </pc:sldChg>
      <pc:sldChg chg="addSp delSp modSp new mod">
        <pc:chgData name="Gavin Forcade" userId="386c622d-1f2f-4675-b519-3949d28853a1" providerId="ADAL" clId="{EF5DDD16-A75B-461C-A773-18DB88CCBD7D}" dt="2021-02-09T19:19:45.588" v="2498" actId="1076"/>
        <pc:sldMkLst>
          <pc:docMk/>
          <pc:sldMk cId="3427276194" sldId="283"/>
        </pc:sldMkLst>
        <pc:spChg chg="mod">
          <ac:chgData name="Gavin Forcade" userId="386c622d-1f2f-4675-b519-3949d28853a1" providerId="ADAL" clId="{EF5DDD16-A75B-461C-A773-18DB88CCBD7D}" dt="2021-02-08T16:59:57.255" v="2324" actId="20577"/>
          <ac:spMkLst>
            <pc:docMk/>
            <pc:sldMk cId="3427276194" sldId="283"/>
            <ac:spMk id="2" creationId="{C2093F2B-BF81-49A9-A061-7596AD6A6E2A}"/>
          </ac:spMkLst>
        </pc:spChg>
        <pc:spChg chg="del">
          <ac:chgData name="Gavin Forcade" userId="386c622d-1f2f-4675-b519-3949d28853a1" providerId="ADAL" clId="{EF5DDD16-A75B-461C-A773-18DB88CCBD7D}" dt="2021-02-08T17:07:29.444" v="2384" actId="478"/>
          <ac:spMkLst>
            <pc:docMk/>
            <pc:sldMk cId="3427276194" sldId="283"/>
            <ac:spMk id="3" creationId="{001E01F2-787B-4848-8084-2755D3F91337}"/>
          </ac:spMkLst>
        </pc:spChg>
        <pc:spChg chg="add mod">
          <ac:chgData name="Gavin Forcade" userId="386c622d-1f2f-4675-b519-3949d28853a1" providerId="ADAL" clId="{EF5DDD16-A75B-461C-A773-18DB88CCBD7D}" dt="2021-02-08T17:13:00.780" v="2492" actId="1076"/>
          <ac:spMkLst>
            <pc:docMk/>
            <pc:sldMk cId="3427276194" sldId="283"/>
            <ac:spMk id="9" creationId="{BF4FFDA2-4D7A-4D24-AABC-3E1437264148}"/>
          </ac:spMkLst>
        </pc:spChg>
        <pc:picChg chg="add mod">
          <ac:chgData name="Gavin Forcade" userId="386c622d-1f2f-4675-b519-3949d28853a1" providerId="ADAL" clId="{EF5DDD16-A75B-461C-A773-18DB88CCBD7D}" dt="2021-02-08T17:06:45.642" v="2370" actId="1076"/>
          <ac:picMkLst>
            <pc:docMk/>
            <pc:sldMk cId="3427276194" sldId="283"/>
            <ac:picMk id="5" creationId="{5C2FCA93-72AC-420E-B885-65AEEC5014D1}"/>
          </ac:picMkLst>
        </pc:picChg>
        <pc:picChg chg="add mod">
          <ac:chgData name="Gavin Forcade" userId="386c622d-1f2f-4675-b519-3949d28853a1" providerId="ADAL" clId="{EF5DDD16-A75B-461C-A773-18DB88CCBD7D}" dt="2021-02-08T17:01:24.145" v="2348" actId="1076"/>
          <ac:picMkLst>
            <pc:docMk/>
            <pc:sldMk cId="3427276194" sldId="283"/>
            <ac:picMk id="6" creationId="{8EB127DF-65DF-4BFC-9B70-D25E3CF49206}"/>
          </ac:picMkLst>
        </pc:picChg>
        <pc:picChg chg="add del mod">
          <ac:chgData name="Gavin Forcade" userId="386c622d-1f2f-4675-b519-3949d28853a1" providerId="ADAL" clId="{EF5DDD16-A75B-461C-A773-18DB88CCBD7D}" dt="2021-02-08T17:08:18.059" v="2388" actId="478"/>
          <ac:picMkLst>
            <pc:docMk/>
            <pc:sldMk cId="3427276194" sldId="283"/>
            <ac:picMk id="1026" creationId="{5C74421D-542E-4D68-A34E-DA88CA8BA07B}"/>
          </ac:picMkLst>
        </pc:picChg>
        <pc:picChg chg="add del mod">
          <ac:chgData name="Gavin Forcade" userId="386c622d-1f2f-4675-b519-3949d28853a1" providerId="ADAL" clId="{EF5DDD16-A75B-461C-A773-18DB88CCBD7D}" dt="2021-02-08T17:07:20.952" v="2379" actId="478"/>
          <ac:picMkLst>
            <pc:docMk/>
            <pc:sldMk cId="3427276194" sldId="283"/>
            <ac:picMk id="1028" creationId="{C2B9BAE4-4A06-4E09-89FC-FAB00BF66488}"/>
          </ac:picMkLst>
        </pc:picChg>
        <pc:picChg chg="add mod">
          <ac:chgData name="Gavin Forcade" userId="386c622d-1f2f-4675-b519-3949d28853a1" providerId="ADAL" clId="{EF5DDD16-A75B-461C-A773-18DB88CCBD7D}" dt="2021-02-09T19:19:43.317" v="2497" actId="1076"/>
          <ac:picMkLst>
            <pc:docMk/>
            <pc:sldMk cId="3427276194" sldId="283"/>
            <ac:picMk id="1030" creationId="{D528F7D8-8D7E-4405-B69E-618A200F8C9A}"/>
          </ac:picMkLst>
        </pc:picChg>
        <pc:picChg chg="add del">
          <ac:chgData name="Gavin Forcade" userId="386c622d-1f2f-4675-b519-3949d28853a1" providerId="ADAL" clId="{EF5DDD16-A75B-461C-A773-18DB88CCBD7D}" dt="2021-02-08T17:08:18.059" v="2388" actId="478"/>
          <ac:picMkLst>
            <pc:docMk/>
            <pc:sldMk cId="3427276194" sldId="283"/>
            <ac:picMk id="1032" creationId="{97C66B7D-17CD-4C6E-ADC5-B5621EAD4A5C}"/>
          </ac:picMkLst>
        </pc:picChg>
        <pc:picChg chg="add mod">
          <ac:chgData name="Gavin Forcade" userId="386c622d-1f2f-4675-b519-3949d28853a1" providerId="ADAL" clId="{EF5DDD16-A75B-461C-A773-18DB88CCBD7D}" dt="2021-02-09T19:19:45.588" v="2498" actId="1076"/>
          <ac:picMkLst>
            <pc:docMk/>
            <pc:sldMk cId="3427276194" sldId="283"/>
            <ac:picMk id="1034" creationId="{AC89B164-449B-4DAB-A6DB-919F572C162F}"/>
          </ac:picMkLst>
        </pc:picChg>
        <pc:cxnChg chg="add del mod">
          <ac:chgData name="Gavin Forcade" userId="386c622d-1f2f-4675-b519-3949d28853a1" providerId="ADAL" clId="{EF5DDD16-A75B-461C-A773-18DB88CCBD7D}" dt="2021-02-09T19:19:25.558" v="2494" actId="478"/>
          <ac:cxnSpMkLst>
            <pc:docMk/>
            <pc:sldMk cId="3427276194" sldId="283"/>
            <ac:cxnSpMk id="4" creationId="{D02EF894-597B-4146-8D20-6AE43089F4A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 bwMode="auto">
          <a:xfrm>
            <a:off x="0" y="5706000"/>
            <a:ext cx="12193200" cy="950222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0" y="5704704"/>
            <a:ext cx="12193200" cy="95022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0240697" y="5947834"/>
            <a:ext cx="1697622" cy="454368"/>
            <a:chOff x="7209367" y="5947834"/>
            <a:chExt cx="1697622" cy="454368"/>
          </a:xfrm>
        </p:grpSpPr>
        <p:pic>
          <p:nvPicPr>
            <p:cNvPr id="23" name="Picture 22" descr="uOttawa_HOR_WG7.png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9367" y="5947834"/>
              <a:ext cx="1697566" cy="454040"/>
            </a:xfrm>
            <a:prstGeom prst="rect">
              <a:avLst/>
            </a:prstGeom>
          </p:spPr>
        </p:pic>
        <p:pic>
          <p:nvPicPr>
            <p:cNvPr id="24" name="Picture 23" descr="uOttawa_HOR_WHITE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3600" y="5949280"/>
              <a:ext cx="1693389" cy="452922"/>
            </a:xfrm>
            <a:prstGeom prst="rect">
              <a:avLst/>
            </a:prstGeom>
          </p:spPr>
        </p:pic>
      </p:grpSp>
      <p:grpSp>
        <p:nvGrpSpPr>
          <p:cNvPr id="25" name="Group 24"/>
          <p:cNvGrpSpPr/>
          <p:nvPr/>
        </p:nvGrpSpPr>
        <p:grpSpPr>
          <a:xfrm>
            <a:off x="107504" y="5801394"/>
            <a:ext cx="2627289" cy="836615"/>
            <a:chOff x="107504" y="5811442"/>
            <a:chExt cx="2627289" cy="836615"/>
          </a:xfrm>
        </p:grpSpPr>
        <p:grpSp>
          <p:nvGrpSpPr>
            <p:cNvPr id="26" name="Group 16"/>
            <p:cNvGrpSpPr>
              <a:grpSpLocks/>
            </p:cNvGrpSpPr>
            <p:nvPr/>
          </p:nvGrpSpPr>
          <p:grpSpPr bwMode="auto">
            <a:xfrm rot="521782">
              <a:off x="547999" y="5811442"/>
              <a:ext cx="486877" cy="336341"/>
              <a:chOff x="1395112" y="805968"/>
              <a:chExt cx="1377653" cy="982258"/>
            </a:xfrm>
            <a:effectLst>
              <a:outerShdw blurRad="25400" dist="25400" dir="2700000" algn="ctr" rotWithShape="0">
                <a:srgbClr val="000000">
                  <a:alpha val="43000"/>
                </a:srgbClr>
              </a:outerShdw>
            </a:effectLst>
          </p:grpSpPr>
          <p:sp>
            <p:nvSpPr>
              <p:cNvPr id="31" name="Rounded Rectangle 30"/>
              <p:cNvSpPr/>
              <p:nvPr/>
            </p:nvSpPr>
            <p:spPr>
              <a:xfrm rot="2700000">
                <a:off x="1127634" y="1250439"/>
                <a:ext cx="687284" cy="152327"/>
              </a:xfrm>
              <a:prstGeom prst="roundRect">
                <a:avLst>
                  <a:gd name="adj" fmla="val 50000"/>
                </a:avLst>
              </a:prstGeom>
              <a:solidFill>
                <a:srgbClr val="4F81BD">
                  <a:lumMod val="75000"/>
                </a:srgbClr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 rot="16200000">
                <a:off x="1512955" y="1073446"/>
                <a:ext cx="687284" cy="152327"/>
              </a:xfrm>
              <a:prstGeom prst="roundRect">
                <a:avLst>
                  <a:gd name="adj" fmla="val 50000"/>
                </a:avLst>
              </a:prstGeom>
              <a:solidFill>
                <a:srgbClr val="4F81BD">
                  <a:lumMod val="75000"/>
                </a:srgbClr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3" name="Rounded Rectangle 32"/>
              <p:cNvSpPr/>
              <p:nvPr/>
            </p:nvSpPr>
            <p:spPr>
              <a:xfrm rot="18900000">
                <a:off x="1903871" y="1245087"/>
                <a:ext cx="686212" cy="151171"/>
              </a:xfrm>
              <a:prstGeom prst="roundRect">
                <a:avLst>
                  <a:gd name="adj" fmla="val 50000"/>
                </a:avLst>
              </a:prstGeom>
              <a:solidFill>
                <a:srgbClr val="4F81BD">
                  <a:lumMod val="75000"/>
                </a:srgbClr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4" name="Rounded Rectangle 33"/>
              <p:cNvSpPr/>
              <p:nvPr/>
            </p:nvSpPr>
            <p:spPr>
              <a:xfrm>
                <a:off x="2085042" y="1632568"/>
                <a:ext cx="687723" cy="154290"/>
              </a:xfrm>
              <a:prstGeom prst="roundRect">
                <a:avLst>
                  <a:gd name="adj" fmla="val 50000"/>
                </a:avLst>
              </a:prstGeom>
              <a:solidFill>
                <a:srgbClr val="4F81BD">
                  <a:lumMod val="75000"/>
                </a:srgbClr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5" name="Oval 4"/>
              <p:cNvSpPr/>
              <p:nvPr/>
            </p:nvSpPr>
            <p:spPr>
              <a:xfrm>
                <a:off x="1775581" y="1603897"/>
                <a:ext cx="171197" cy="184329"/>
              </a:xfrm>
              <a:prstGeom prst="ellipse">
                <a:avLst/>
              </a:prstGeom>
              <a:solidFill>
                <a:srgbClr val="FFFF00"/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7" name="Rounded Rectangle 26"/>
            <p:cNvSpPr/>
            <p:nvPr/>
          </p:nvSpPr>
          <p:spPr bwMode="auto">
            <a:xfrm>
              <a:off x="107504" y="6150657"/>
              <a:ext cx="322998" cy="312716"/>
            </a:xfrm>
            <a:prstGeom prst="roundRect">
              <a:avLst/>
            </a:prstGeom>
            <a:noFill/>
            <a:ln w="31750" cap="flat" cmpd="sng" algn="ctr">
              <a:solidFill>
                <a:srgbClr val="E04625"/>
              </a:solidFill>
              <a:prstDash val="solid"/>
            </a:ln>
            <a:effectLst>
              <a:outerShdw blurRad="25400" dist="25400" dir="2700000" algn="ctr" rotWithShape="0">
                <a:srgbClr val="000000">
                  <a:alpha val="43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480709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Rounded Rectangle 27"/>
            <p:cNvSpPr/>
            <p:nvPr/>
          </p:nvSpPr>
          <p:spPr bwMode="auto">
            <a:xfrm>
              <a:off x="188520" y="6020448"/>
              <a:ext cx="322998" cy="312716"/>
            </a:xfrm>
            <a:prstGeom prst="roundRect">
              <a:avLst/>
            </a:prstGeom>
            <a:noFill/>
            <a:ln w="31750" cap="flat" cmpd="sng" algn="ctr">
              <a:solidFill>
                <a:srgbClr val="00B0F0"/>
              </a:solidFill>
              <a:prstDash val="solid"/>
            </a:ln>
            <a:effectLst>
              <a:outerShdw blurRad="25400" dist="25400" dir="2700000" algn="ctr" rotWithShape="0">
                <a:srgbClr val="000000">
                  <a:alpha val="43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480709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Rounded Rectangle 28"/>
            <p:cNvSpPr/>
            <p:nvPr/>
          </p:nvSpPr>
          <p:spPr bwMode="auto">
            <a:xfrm>
              <a:off x="322836" y="6229103"/>
              <a:ext cx="322998" cy="312716"/>
            </a:xfrm>
            <a:prstGeom prst="roundRect">
              <a:avLst/>
            </a:prstGeom>
            <a:noFill/>
            <a:ln w="31750" cap="flat" cmpd="sng" algn="ctr">
              <a:solidFill>
                <a:srgbClr val="00FF00"/>
              </a:solidFill>
              <a:prstDash val="solid"/>
            </a:ln>
            <a:effectLst>
              <a:outerShdw blurRad="25400" dist="25400" dir="2700000" algn="ctr" rotWithShape="0">
                <a:srgbClr val="000000">
                  <a:alpha val="43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480709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TextBox 116"/>
            <p:cNvSpPr txBox="1">
              <a:spLocks noChangeArrowheads="1"/>
            </p:cNvSpPr>
            <p:nvPr/>
          </p:nvSpPr>
          <p:spPr bwMode="auto">
            <a:xfrm>
              <a:off x="702932" y="6155614"/>
              <a:ext cx="2031861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25400" dist="25400" dir="2700000" algn="ctr" rotWithShape="0">
                <a:srgbClr val="000000">
                  <a:alpha val="4300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Arial Rounded MT Bold" pitchFamily="34" charset="0"/>
                  <a:cs typeface="Aharoni" pitchFamily="2" charset="-79"/>
                </a:rPr>
                <a:t> </a:t>
              </a:r>
              <a:r>
                <a:rPr kumimoji="0" lang="en-CA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Arial Rounded MT Bold" pitchFamily="34" charset="0"/>
                  <a:cs typeface="Aharoni" pitchFamily="2" charset="-79"/>
                </a:rPr>
                <a:t>SUNLAB</a:t>
              </a:r>
            </a:p>
          </p:txBody>
        </p:sp>
      </p:grpSp>
      <p:sp>
        <p:nvSpPr>
          <p:cNvPr id="37" name="Rectangle 36"/>
          <p:cNvSpPr/>
          <p:nvPr/>
        </p:nvSpPr>
        <p:spPr bwMode="auto">
          <a:xfrm>
            <a:off x="1763687" y="1483200"/>
            <a:ext cx="10426583" cy="1224136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1800000" y="1483200"/>
            <a:ext cx="78511" cy="1224136"/>
          </a:xfrm>
          <a:prstGeom prst="rect">
            <a:avLst/>
          </a:prstGeom>
          <a:solidFill>
            <a:srgbClr val="E04625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A69C95"/>
              </a:solidFill>
              <a:effectLst/>
              <a:latin typeface="Times" pitchFamily="-110" charset="0"/>
            </a:endParaRPr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980000" y="2292288"/>
            <a:ext cx="10210270" cy="394026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4"/>
          </p:nvPr>
        </p:nvSpPr>
        <p:spPr>
          <a:xfrm>
            <a:off x="1085850" y="2954338"/>
            <a:ext cx="10258425" cy="2381250"/>
          </a:xfrm>
        </p:spPr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000" y="1483200"/>
            <a:ext cx="10209600" cy="7402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861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 bwMode="auto">
          <a:xfrm>
            <a:off x="0" y="5706000"/>
            <a:ext cx="12193200" cy="950222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0" y="5704704"/>
            <a:ext cx="12193200" cy="95022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0240697" y="5947834"/>
            <a:ext cx="1697622" cy="454368"/>
            <a:chOff x="7209367" y="5947834"/>
            <a:chExt cx="1697622" cy="454368"/>
          </a:xfrm>
        </p:grpSpPr>
        <p:pic>
          <p:nvPicPr>
            <p:cNvPr id="23" name="Picture 22" descr="uOttawa_HOR_WG7.png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9367" y="5947834"/>
              <a:ext cx="1697566" cy="454040"/>
            </a:xfrm>
            <a:prstGeom prst="rect">
              <a:avLst/>
            </a:prstGeom>
          </p:spPr>
        </p:pic>
        <p:pic>
          <p:nvPicPr>
            <p:cNvPr id="24" name="Picture 23" descr="uOttawa_HOR_WHITE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3600" y="5949280"/>
              <a:ext cx="1693389" cy="452922"/>
            </a:xfrm>
            <a:prstGeom prst="rect">
              <a:avLst/>
            </a:prstGeom>
          </p:spPr>
        </p:pic>
      </p:grpSp>
      <p:grpSp>
        <p:nvGrpSpPr>
          <p:cNvPr id="25" name="Group 24"/>
          <p:cNvGrpSpPr/>
          <p:nvPr/>
        </p:nvGrpSpPr>
        <p:grpSpPr>
          <a:xfrm>
            <a:off x="107504" y="5801394"/>
            <a:ext cx="2627289" cy="836615"/>
            <a:chOff x="107504" y="5811442"/>
            <a:chExt cx="2627289" cy="836615"/>
          </a:xfrm>
        </p:grpSpPr>
        <p:grpSp>
          <p:nvGrpSpPr>
            <p:cNvPr id="26" name="Group 16"/>
            <p:cNvGrpSpPr>
              <a:grpSpLocks/>
            </p:cNvGrpSpPr>
            <p:nvPr/>
          </p:nvGrpSpPr>
          <p:grpSpPr bwMode="auto">
            <a:xfrm rot="521782">
              <a:off x="547999" y="5811442"/>
              <a:ext cx="486877" cy="336341"/>
              <a:chOff x="1395112" y="805968"/>
              <a:chExt cx="1377653" cy="982258"/>
            </a:xfrm>
            <a:effectLst>
              <a:outerShdw blurRad="25400" dist="25400" dir="2700000" algn="ctr" rotWithShape="0">
                <a:srgbClr val="000000">
                  <a:alpha val="43000"/>
                </a:srgbClr>
              </a:outerShdw>
            </a:effectLst>
          </p:grpSpPr>
          <p:sp>
            <p:nvSpPr>
              <p:cNvPr id="31" name="Rounded Rectangle 30"/>
              <p:cNvSpPr/>
              <p:nvPr/>
            </p:nvSpPr>
            <p:spPr>
              <a:xfrm rot="2700000">
                <a:off x="1127634" y="1250439"/>
                <a:ext cx="687284" cy="152327"/>
              </a:xfrm>
              <a:prstGeom prst="roundRect">
                <a:avLst>
                  <a:gd name="adj" fmla="val 50000"/>
                </a:avLst>
              </a:prstGeom>
              <a:solidFill>
                <a:srgbClr val="4F81BD">
                  <a:lumMod val="75000"/>
                </a:srgbClr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 rot="16200000">
                <a:off x="1512955" y="1073446"/>
                <a:ext cx="687284" cy="152327"/>
              </a:xfrm>
              <a:prstGeom prst="roundRect">
                <a:avLst>
                  <a:gd name="adj" fmla="val 50000"/>
                </a:avLst>
              </a:prstGeom>
              <a:solidFill>
                <a:srgbClr val="4F81BD">
                  <a:lumMod val="75000"/>
                </a:srgbClr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3" name="Rounded Rectangle 32"/>
              <p:cNvSpPr/>
              <p:nvPr/>
            </p:nvSpPr>
            <p:spPr>
              <a:xfrm rot="18900000">
                <a:off x="1903871" y="1245087"/>
                <a:ext cx="686212" cy="151171"/>
              </a:xfrm>
              <a:prstGeom prst="roundRect">
                <a:avLst>
                  <a:gd name="adj" fmla="val 50000"/>
                </a:avLst>
              </a:prstGeom>
              <a:solidFill>
                <a:srgbClr val="4F81BD">
                  <a:lumMod val="75000"/>
                </a:srgbClr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4" name="Rounded Rectangle 33"/>
              <p:cNvSpPr/>
              <p:nvPr/>
            </p:nvSpPr>
            <p:spPr>
              <a:xfrm>
                <a:off x="2085042" y="1632568"/>
                <a:ext cx="687723" cy="154290"/>
              </a:xfrm>
              <a:prstGeom prst="roundRect">
                <a:avLst>
                  <a:gd name="adj" fmla="val 50000"/>
                </a:avLst>
              </a:prstGeom>
              <a:solidFill>
                <a:srgbClr val="4F81BD">
                  <a:lumMod val="75000"/>
                </a:srgbClr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5" name="Oval 4"/>
              <p:cNvSpPr/>
              <p:nvPr/>
            </p:nvSpPr>
            <p:spPr>
              <a:xfrm>
                <a:off x="1775581" y="1603897"/>
                <a:ext cx="171197" cy="184329"/>
              </a:xfrm>
              <a:prstGeom prst="ellipse">
                <a:avLst/>
              </a:prstGeom>
              <a:solidFill>
                <a:srgbClr val="FFFF00"/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7" name="Rounded Rectangle 26"/>
            <p:cNvSpPr/>
            <p:nvPr/>
          </p:nvSpPr>
          <p:spPr bwMode="auto">
            <a:xfrm>
              <a:off x="107504" y="6150657"/>
              <a:ext cx="322998" cy="312716"/>
            </a:xfrm>
            <a:prstGeom prst="roundRect">
              <a:avLst/>
            </a:prstGeom>
            <a:noFill/>
            <a:ln w="31750" cap="flat" cmpd="sng" algn="ctr">
              <a:solidFill>
                <a:srgbClr val="E04625"/>
              </a:solidFill>
              <a:prstDash val="solid"/>
            </a:ln>
            <a:effectLst>
              <a:outerShdw blurRad="25400" dist="25400" dir="2700000" algn="ctr" rotWithShape="0">
                <a:srgbClr val="000000">
                  <a:alpha val="43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480709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Rounded Rectangle 27"/>
            <p:cNvSpPr/>
            <p:nvPr/>
          </p:nvSpPr>
          <p:spPr bwMode="auto">
            <a:xfrm>
              <a:off x="188520" y="6020448"/>
              <a:ext cx="322998" cy="312716"/>
            </a:xfrm>
            <a:prstGeom prst="roundRect">
              <a:avLst/>
            </a:prstGeom>
            <a:noFill/>
            <a:ln w="31750" cap="flat" cmpd="sng" algn="ctr">
              <a:solidFill>
                <a:srgbClr val="00B0F0"/>
              </a:solidFill>
              <a:prstDash val="solid"/>
            </a:ln>
            <a:effectLst>
              <a:outerShdw blurRad="25400" dist="25400" dir="2700000" algn="ctr" rotWithShape="0">
                <a:srgbClr val="000000">
                  <a:alpha val="43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480709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Rounded Rectangle 28"/>
            <p:cNvSpPr/>
            <p:nvPr/>
          </p:nvSpPr>
          <p:spPr bwMode="auto">
            <a:xfrm>
              <a:off x="322836" y="6229103"/>
              <a:ext cx="322998" cy="312716"/>
            </a:xfrm>
            <a:prstGeom prst="roundRect">
              <a:avLst/>
            </a:prstGeom>
            <a:noFill/>
            <a:ln w="31750" cap="flat" cmpd="sng" algn="ctr">
              <a:solidFill>
                <a:srgbClr val="00FF00"/>
              </a:solidFill>
              <a:prstDash val="solid"/>
            </a:ln>
            <a:effectLst>
              <a:outerShdw blurRad="25400" dist="25400" dir="2700000" algn="ctr" rotWithShape="0">
                <a:srgbClr val="000000">
                  <a:alpha val="43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480709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TextBox 116"/>
            <p:cNvSpPr txBox="1">
              <a:spLocks noChangeArrowheads="1"/>
            </p:cNvSpPr>
            <p:nvPr/>
          </p:nvSpPr>
          <p:spPr bwMode="auto">
            <a:xfrm>
              <a:off x="702932" y="6155614"/>
              <a:ext cx="2031861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25400" dist="25400" dir="2700000" algn="ctr" rotWithShape="0">
                <a:srgbClr val="000000">
                  <a:alpha val="4300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Arial Rounded MT Bold" pitchFamily="34" charset="0"/>
                  <a:cs typeface="Aharoni" pitchFamily="2" charset="-79"/>
                </a:rPr>
                <a:t> </a:t>
              </a:r>
              <a:r>
                <a:rPr kumimoji="0" lang="en-CA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Arial Rounded MT Bold" pitchFamily="34" charset="0"/>
                  <a:cs typeface="Aharoni" pitchFamily="2" charset="-79"/>
                </a:rPr>
                <a:t>SUNLAB</a:t>
              </a:r>
            </a:p>
          </p:txBody>
        </p:sp>
      </p:grpSp>
      <p:sp>
        <p:nvSpPr>
          <p:cNvPr id="37" name="Rectangle 36"/>
          <p:cNvSpPr/>
          <p:nvPr/>
        </p:nvSpPr>
        <p:spPr bwMode="auto">
          <a:xfrm>
            <a:off x="1763687" y="1483200"/>
            <a:ext cx="10426583" cy="1224136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1800000" y="1483200"/>
            <a:ext cx="78511" cy="1224136"/>
          </a:xfrm>
          <a:prstGeom prst="rect">
            <a:avLst/>
          </a:prstGeom>
          <a:solidFill>
            <a:srgbClr val="E04625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A69C95"/>
              </a:solidFill>
              <a:effectLst/>
              <a:latin typeface="Times" pitchFamily="-110" charset="0"/>
            </a:endParaRPr>
          </a:p>
        </p:txBody>
      </p:sp>
      <p:sp>
        <p:nvSpPr>
          <p:cNvPr id="3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1980000" y="2292288"/>
            <a:ext cx="10210270" cy="394026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4"/>
          </p:nvPr>
        </p:nvSpPr>
        <p:spPr>
          <a:xfrm>
            <a:off x="1085850" y="3355596"/>
            <a:ext cx="10258425" cy="1979991"/>
          </a:xfrm>
        </p:spPr>
        <p:txBody>
          <a:bodyPr/>
          <a:lstStyle>
            <a:lvl1pPr marL="0" indent="0" algn="ctr">
              <a:buNone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ctr"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algn="ctr"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algn="ctr"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000" y="1483200"/>
            <a:ext cx="10209600" cy="740253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59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 bwMode="auto">
          <a:xfrm>
            <a:off x="0" y="5706000"/>
            <a:ext cx="12193200" cy="950222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 bwMode="auto">
          <a:xfrm>
            <a:off x="0" y="5704704"/>
            <a:ext cx="12193200" cy="950222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" pitchFamily="-110" charset="0"/>
              </a:rPr>
              <a:t> 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0240697" y="5947834"/>
            <a:ext cx="1697622" cy="454368"/>
            <a:chOff x="7209367" y="5947834"/>
            <a:chExt cx="1697622" cy="454368"/>
          </a:xfrm>
        </p:grpSpPr>
        <p:pic>
          <p:nvPicPr>
            <p:cNvPr id="23" name="Picture 22" descr="uOttawa_HOR_WG7.png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9367" y="5947834"/>
              <a:ext cx="1697566" cy="454040"/>
            </a:xfrm>
            <a:prstGeom prst="rect">
              <a:avLst/>
            </a:prstGeom>
          </p:spPr>
        </p:pic>
        <p:pic>
          <p:nvPicPr>
            <p:cNvPr id="24" name="Picture 23" descr="uOttawa_HOR_WHITE.pn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13600" y="5949280"/>
              <a:ext cx="1693389" cy="452922"/>
            </a:xfrm>
            <a:prstGeom prst="rect">
              <a:avLst/>
            </a:prstGeom>
          </p:spPr>
        </p:pic>
      </p:grpSp>
      <p:grpSp>
        <p:nvGrpSpPr>
          <p:cNvPr id="25" name="Group 24"/>
          <p:cNvGrpSpPr/>
          <p:nvPr/>
        </p:nvGrpSpPr>
        <p:grpSpPr>
          <a:xfrm>
            <a:off x="107504" y="5801394"/>
            <a:ext cx="2627289" cy="836615"/>
            <a:chOff x="107504" y="5811442"/>
            <a:chExt cx="2627289" cy="836615"/>
          </a:xfrm>
        </p:grpSpPr>
        <p:grpSp>
          <p:nvGrpSpPr>
            <p:cNvPr id="26" name="Group 16"/>
            <p:cNvGrpSpPr>
              <a:grpSpLocks/>
            </p:cNvGrpSpPr>
            <p:nvPr/>
          </p:nvGrpSpPr>
          <p:grpSpPr bwMode="auto">
            <a:xfrm rot="521782">
              <a:off x="547999" y="5811442"/>
              <a:ext cx="486877" cy="336341"/>
              <a:chOff x="1395112" y="805968"/>
              <a:chExt cx="1377653" cy="982258"/>
            </a:xfrm>
            <a:effectLst>
              <a:outerShdw blurRad="25400" dist="25400" dir="2700000" algn="ctr" rotWithShape="0">
                <a:srgbClr val="000000">
                  <a:alpha val="43000"/>
                </a:srgbClr>
              </a:outerShdw>
            </a:effectLst>
          </p:grpSpPr>
          <p:sp>
            <p:nvSpPr>
              <p:cNvPr id="31" name="Rounded Rectangle 30"/>
              <p:cNvSpPr/>
              <p:nvPr/>
            </p:nvSpPr>
            <p:spPr>
              <a:xfrm rot="2700000">
                <a:off x="1127634" y="1250439"/>
                <a:ext cx="687284" cy="152327"/>
              </a:xfrm>
              <a:prstGeom prst="roundRect">
                <a:avLst>
                  <a:gd name="adj" fmla="val 50000"/>
                </a:avLst>
              </a:prstGeom>
              <a:solidFill>
                <a:srgbClr val="4F81BD">
                  <a:lumMod val="75000"/>
                </a:srgbClr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 rot="16200000">
                <a:off x="1512955" y="1073446"/>
                <a:ext cx="687284" cy="152327"/>
              </a:xfrm>
              <a:prstGeom prst="roundRect">
                <a:avLst>
                  <a:gd name="adj" fmla="val 50000"/>
                </a:avLst>
              </a:prstGeom>
              <a:solidFill>
                <a:srgbClr val="4F81BD">
                  <a:lumMod val="75000"/>
                </a:srgbClr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3" name="Rounded Rectangle 32"/>
              <p:cNvSpPr/>
              <p:nvPr/>
            </p:nvSpPr>
            <p:spPr>
              <a:xfrm rot="18900000">
                <a:off x="1903871" y="1245087"/>
                <a:ext cx="686212" cy="151171"/>
              </a:xfrm>
              <a:prstGeom prst="roundRect">
                <a:avLst>
                  <a:gd name="adj" fmla="val 50000"/>
                </a:avLst>
              </a:prstGeom>
              <a:solidFill>
                <a:srgbClr val="4F81BD">
                  <a:lumMod val="75000"/>
                </a:srgbClr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4" name="Rounded Rectangle 33"/>
              <p:cNvSpPr/>
              <p:nvPr/>
            </p:nvSpPr>
            <p:spPr>
              <a:xfrm>
                <a:off x="2085042" y="1632568"/>
                <a:ext cx="687723" cy="154290"/>
              </a:xfrm>
              <a:prstGeom prst="roundRect">
                <a:avLst>
                  <a:gd name="adj" fmla="val 50000"/>
                </a:avLst>
              </a:prstGeom>
              <a:solidFill>
                <a:srgbClr val="4F81BD">
                  <a:lumMod val="75000"/>
                </a:srgbClr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5" name="Oval 4"/>
              <p:cNvSpPr/>
              <p:nvPr/>
            </p:nvSpPr>
            <p:spPr>
              <a:xfrm>
                <a:off x="1775581" y="1603897"/>
                <a:ext cx="171197" cy="184329"/>
              </a:xfrm>
              <a:prstGeom prst="ellipse">
                <a:avLst/>
              </a:prstGeom>
              <a:solidFill>
                <a:srgbClr val="FFFF00"/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7" name="Rounded Rectangle 26"/>
            <p:cNvSpPr/>
            <p:nvPr/>
          </p:nvSpPr>
          <p:spPr bwMode="auto">
            <a:xfrm>
              <a:off x="107504" y="6150657"/>
              <a:ext cx="322998" cy="312716"/>
            </a:xfrm>
            <a:prstGeom prst="roundRect">
              <a:avLst/>
            </a:prstGeom>
            <a:noFill/>
            <a:ln w="31750" cap="flat" cmpd="sng" algn="ctr">
              <a:solidFill>
                <a:srgbClr val="E04625"/>
              </a:solidFill>
              <a:prstDash val="solid"/>
            </a:ln>
            <a:effectLst>
              <a:outerShdw blurRad="25400" dist="25400" dir="2700000" algn="ctr" rotWithShape="0">
                <a:srgbClr val="000000">
                  <a:alpha val="43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480709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Rounded Rectangle 27"/>
            <p:cNvSpPr/>
            <p:nvPr/>
          </p:nvSpPr>
          <p:spPr bwMode="auto">
            <a:xfrm>
              <a:off x="188520" y="6020448"/>
              <a:ext cx="322998" cy="312716"/>
            </a:xfrm>
            <a:prstGeom prst="roundRect">
              <a:avLst/>
            </a:prstGeom>
            <a:noFill/>
            <a:ln w="31750" cap="flat" cmpd="sng" algn="ctr">
              <a:solidFill>
                <a:srgbClr val="00B0F0"/>
              </a:solidFill>
              <a:prstDash val="solid"/>
            </a:ln>
            <a:effectLst>
              <a:outerShdw blurRad="25400" dist="25400" dir="2700000" algn="ctr" rotWithShape="0">
                <a:srgbClr val="000000">
                  <a:alpha val="43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480709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Rounded Rectangle 28"/>
            <p:cNvSpPr/>
            <p:nvPr/>
          </p:nvSpPr>
          <p:spPr bwMode="auto">
            <a:xfrm>
              <a:off x="322836" y="6229103"/>
              <a:ext cx="322998" cy="312716"/>
            </a:xfrm>
            <a:prstGeom prst="roundRect">
              <a:avLst/>
            </a:prstGeom>
            <a:noFill/>
            <a:ln w="31750" cap="flat" cmpd="sng" algn="ctr">
              <a:solidFill>
                <a:srgbClr val="00FF00"/>
              </a:solidFill>
              <a:prstDash val="solid"/>
            </a:ln>
            <a:effectLst>
              <a:outerShdw blurRad="25400" dist="25400" dir="2700000" algn="ctr" rotWithShape="0">
                <a:srgbClr val="000000">
                  <a:alpha val="43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480709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TextBox 116"/>
            <p:cNvSpPr txBox="1">
              <a:spLocks noChangeArrowheads="1"/>
            </p:cNvSpPr>
            <p:nvPr/>
          </p:nvSpPr>
          <p:spPr bwMode="auto">
            <a:xfrm>
              <a:off x="702932" y="6155614"/>
              <a:ext cx="2031861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25400" dist="25400" dir="2700000" algn="ctr" rotWithShape="0">
                <a:srgbClr val="000000">
                  <a:alpha val="43000"/>
                </a:srgbClr>
              </a:outerShdw>
            </a:effectLst>
          </p:spPr>
          <p:txBody>
            <a:bodyPr wrap="square" lIns="0" tIns="0" rIns="0" bIns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Arial Rounded MT Bold" pitchFamily="34" charset="0"/>
                  <a:cs typeface="Aharoni" pitchFamily="2" charset="-79"/>
                </a:rPr>
                <a:t> </a:t>
              </a:r>
              <a:r>
                <a:rPr kumimoji="0" lang="en-CA" sz="32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Arial Rounded MT Bold" pitchFamily="34" charset="0"/>
                  <a:cs typeface="Aharoni" pitchFamily="2" charset="-79"/>
                </a:rPr>
                <a:t>SUNLAB</a:t>
              </a:r>
            </a:p>
          </p:txBody>
        </p:sp>
      </p:grpSp>
      <p:sp>
        <p:nvSpPr>
          <p:cNvPr id="37" name="Rectangle 36"/>
          <p:cNvSpPr/>
          <p:nvPr/>
        </p:nvSpPr>
        <p:spPr bwMode="auto">
          <a:xfrm>
            <a:off x="1763687" y="1483200"/>
            <a:ext cx="10426583" cy="1224136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" pitchFamily="-110" charset="0"/>
            </a:endParaRPr>
          </a:p>
        </p:txBody>
      </p:sp>
      <p:sp>
        <p:nvSpPr>
          <p:cNvPr id="38" name="Rectangle 37"/>
          <p:cNvSpPr/>
          <p:nvPr/>
        </p:nvSpPr>
        <p:spPr bwMode="auto">
          <a:xfrm>
            <a:off x="1800000" y="1483200"/>
            <a:ext cx="78511" cy="1224136"/>
          </a:xfrm>
          <a:prstGeom prst="rect">
            <a:avLst/>
          </a:prstGeom>
          <a:solidFill>
            <a:srgbClr val="E04625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A69C95"/>
              </a:solidFill>
              <a:effectLst/>
              <a:latin typeface="Times" pitchFamily="-110" charset="0"/>
            </a:endParaRPr>
          </a:p>
        </p:txBody>
      </p:sp>
      <p:sp>
        <p:nvSpPr>
          <p:cNvPr id="41" name="Text Placeholder 40"/>
          <p:cNvSpPr>
            <a:spLocks noGrp="1"/>
          </p:cNvSpPr>
          <p:nvPr>
            <p:ph type="body" sz="quarter" idx="14"/>
          </p:nvPr>
        </p:nvSpPr>
        <p:spPr>
          <a:xfrm>
            <a:off x="1085850" y="3355596"/>
            <a:ext cx="10258425" cy="1979991"/>
          </a:xfrm>
        </p:spPr>
        <p:txBody>
          <a:bodyPr/>
          <a:lstStyle>
            <a:lvl1pPr marL="0" indent="0" algn="ctr">
              <a:buNone/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algn="ctr"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algn="ctr"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algn="ctr"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algn="ctr">
              <a:defRPr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0000" y="1483200"/>
            <a:ext cx="10209600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9722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4006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1709738"/>
            <a:ext cx="111120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000" y="4589463"/>
            <a:ext cx="111120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50895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14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8385" y="1440000"/>
            <a:ext cx="5481415" cy="475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40000"/>
            <a:ext cx="5482800" cy="475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52979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8385" y="1962787"/>
            <a:ext cx="5481415" cy="4229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962000"/>
            <a:ext cx="5482800" cy="423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2"/>
          <p:cNvSpPr>
            <a:spLocks noGrp="1"/>
          </p:cNvSpPr>
          <p:nvPr>
            <p:ph type="body" idx="10"/>
          </p:nvPr>
        </p:nvSpPr>
        <p:spPr>
          <a:xfrm>
            <a:off x="538385" y="1440000"/>
            <a:ext cx="5481415" cy="515587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idx="11"/>
          </p:nvPr>
        </p:nvSpPr>
        <p:spPr>
          <a:xfrm>
            <a:off x="6174000" y="1440000"/>
            <a:ext cx="5481415" cy="515587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89744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190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8272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457200"/>
            <a:ext cx="42320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46881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0000" y="2057400"/>
            <a:ext cx="42320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1591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000" y="453313"/>
            <a:ext cx="42288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4688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0000" y="2057400"/>
            <a:ext cx="4228849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36220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4837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9271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8384" y="365125"/>
            <a:ext cx="8034117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648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8385" y="360000"/>
            <a:ext cx="11115230" cy="107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8385" y="1440000"/>
            <a:ext cx="11115230" cy="475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50864"/>
            <a:ext cx="12193200" cy="21400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0" y="0"/>
            <a:ext cx="12193200" cy="360000"/>
            <a:chOff x="0" y="0"/>
            <a:chExt cx="12193200" cy="360000"/>
          </a:xfrm>
        </p:grpSpPr>
        <p:sp>
          <p:nvSpPr>
            <p:cNvPr id="11" name="Rectangle 10"/>
            <p:cNvSpPr/>
            <p:nvPr userDrawn="1"/>
          </p:nvSpPr>
          <p:spPr>
            <a:xfrm>
              <a:off x="0" y="0"/>
              <a:ext cx="3533775" cy="360000"/>
            </a:xfrm>
            <a:prstGeom prst="rect">
              <a:avLst/>
            </a:prstGeom>
            <a:solidFill>
              <a:srgbClr val="A21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 userDrawn="1"/>
          </p:nvSpPr>
          <p:spPr>
            <a:xfrm>
              <a:off x="0" y="0"/>
              <a:ext cx="12193200" cy="144000"/>
            </a:xfrm>
            <a:prstGeom prst="rect">
              <a:avLst/>
            </a:prstGeom>
            <a:solidFill>
              <a:srgbClr val="A215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157380" y="35956"/>
              <a:ext cx="3325206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300" b="1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Université d’Ottawa    </a:t>
              </a:r>
              <a:r>
                <a:rPr lang="en-CA" sz="1000" b="1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en-CA" sz="1300" b="1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|</a:t>
              </a:r>
              <a:r>
                <a:rPr lang="en-CA" sz="1000" b="1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en-CA" sz="1300" b="1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 </a:t>
              </a:r>
              <a:r>
                <a:rPr lang="en-CA" sz="1300" b="1" baseline="0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</a:t>
              </a:r>
              <a:r>
                <a:rPr lang="en-CA" sz="1300" b="1" dirty="0">
                  <a:solidFill>
                    <a:schemeClr val="bg1"/>
                  </a:solidFill>
                  <a:latin typeface="Calibri Light" panose="020F0302020204030204" pitchFamily="34" charset="0"/>
                  <a:cs typeface="Calibri Light" panose="020F0302020204030204" pitchFamily="34" charset="0"/>
                </a:rPr>
                <a:t> University of Ottawa</a:t>
              </a:r>
              <a:endParaRPr lang="en-US" sz="1300" b="1" dirty="0">
                <a:solidFill>
                  <a:schemeClr val="bg1"/>
                </a:solidFill>
                <a:latin typeface="Calibri Light" panose="020F0302020204030204" pitchFamily="34" charset="0"/>
                <a:cs typeface="Calibri Light" panose="020F0302020204030204" pitchFamily="34" charset="0"/>
              </a:endParaRPr>
            </a:p>
          </p:txBody>
        </p:sp>
      </p:grpSp>
      <p:grpSp>
        <p:nvGrpSpPr>
          <p:cNvPr id="47" name="Group 20"/>
          <p:cNvGrpSpPr>
            <a:grpSpLocks noChangeAspect="1"/>
          </p:cNvGrpSpPr>
          <p:nvPr/>
        </p:nvGrpSpPr>
        <p:grpSpPr bwMode="auto">
          <a:xfrm>
            <a:off x="58723" y="6328033"/>
            <a:ext cx="1008000" cy="316835"/>
            <a:chOff x="385586" y="324609"/>
            <a:chExt cx="10456248" cy="3390368"/>
          </a:xfrm>
        </p:grpSpPr>
        <p:grpSp>
          <p:nvGrpSpPr>
            <p:cNvPr id="48" name="Group 16"/>
            <p:cNvGrpSpPr>
              <a:grpSpLocks/>
            </p:cNvGrpSpPr>
            <p:nvPr/>
          </p:nvGrpSpPr>
          <p:grpSpPr bwMode="auto">
            <a:xfrm rot="521782">
              <a:off x="2138695" y="324609"/>
              <a:ext cx="1937704" cy="1382107"/>
              <a:chOff x="1395112" y="805968"/>
              <a:chExt cx="1377653" cy="982258"/>
            </a:xfrm>
          </p:grpSpPr>
          <p:sp>
            <p:nvSpPr>
              <p:cNvPr id="53" name="Rounded Rectangle 52"/>
              <p:cNvSpPr/>
              <p:nvPr/>
            </p:nvSpPr>
            <p:spPr>
              <a:xfrm rot="2700000">
                <a:off x="1127634" y="1250439"/>
                <a:ext cx="687284" cy="152327"/>
              </a:xfrm>
              <a:prstGeom prst="roundRect">
                <a:avLst>
                  <a:gd name="adj" fmla="val 50000"/>
                </a:avLst>
              </a:prstGeom>
              <a:solidFill>
                <a:srgbClr val="4F81BD">
                  <a:lumMod val="75000"/>
                </a:srgbClr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4" name="Rounded Rectangle 53"/>
              <p:cNvSpPr/>
              <p:nvPr/>
            </p:nvSpPr>
            <p:spPr>
              <a:xfrm rot="16200000">
                <a:off x="1512955" y="1073446"/>
                <a:ext cx="687284" cy="152327"/>
              </a:xfrm>
              <a:prstGeom prst="roundRect">
                <a:avLst>
                  <a:gd name="adj" fmla="val 50000"/>
                </a:avLst>
              </a:prstGeom>
              <a:solidFill>
                <a:srgbClr val="4F81BD">
                  <a:lumMod val="75000"/>
                </a:srgbClr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Rounded Rectangle 54"/>
              <p:cNvSpPr/>
              <p:nvPr/>
            </p:nvSpPr>
            <p:spPr>
              <a:xfrm rot="18900000">
                <a:off x="1903871" y="1245087"/>
                <a:ext cx="686212" cy="151171"/>
              </a:xfrm>
              <a:prstGeom prst="roundRect">
                <a:avLst>
                  <a:gd name="adj" fmla="val 50000"/>
                </a:avLst>
              </a:prstGeom>
              <a:solidFill>
                <a:srgbClr val="4F81BD">
                  <a:lumMod val="75000"/>
                </a:srgbClr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6" name="Rounded Rectangle 55"/>
              <p:cNvSpPr/>
              <p:nvPr/>
            </p:nvSpPr>
            <p:spPr>
              <a:xfrm>
                <a:off x="2085042" y="1632568"/>
                <a:ext cx="687723" cy="154290"/>
              </a:xfrm>
              <a:prstGeom prst="roundRect">
                <a:avLst>
                  <a:gd name="adj" fmla="val 50000"/>
                </a:avLst>
              </a:prstGeom>
              <a:solidFill>
                <a:srgbClr val="4F81BD">
                  <a:lumMod val="75000"/>
                </a:srgbClr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Oval 4"/>
              <p:cNvSpPr/>
              <p:nvPr/>
            </p:nvSpPr>
            <p:spPr>
              <a:xfrm>
                <a:off x="1775581" y="1603897"/>
                <a:ext cx="171197" cy="184329"/>
              </a:xfrm>
              <a:prstGeom prst="ellipse">
                <a:avLst/>
              </a:prstGeom>
              <a:solidFill>
                <a:srgbClr val="FFFF00"/>
              </a:solidFill>
              <a:ln w="26425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marL="0" marR="0" lvl="0" indent="0" algn="ctr" defTabSz="4807092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CA" sz="100" b="0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49" name="Rounded Rectangle 48"/>
            <p:cNvSpPr/>
            <p:nvPr/>
          </p:nvSpPr>
          <p:spPr bwMode="auto">
            <a:xfrm>
              <a:off x="385586" y="1718525"/>
              <a:ext cx="1285486" cy="1285025"/>
            </a:xfrm>
            <a:prstGeom prst="roundRect">
              <a:avLst/>
            </a:prstGeom>
            <a:noFill/>
            <a:ln w="19050" cap="flat" cmpd="sng" algn="ctr">
              <a:solidFill>
                <a:srgbClr val="E04625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480709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Rounded Rectangle 49"/>
            <p:cNvSpPr/>
            <p:nvPr/>
          </p:nvSpPr>
          <p:spPr bwMode="auto">
            <a:xfrm>
              <a:off x="708018" y="1183464"/>
              <a:ext cx="1285486" cy="1285026"/>
            </a:xfrm>
            <a:prstGeom prst="roundRect">
              <a:avLst/>
            </a:prstGeom>
            <a:noFill/>
            <a:ln w="19050" cap="flat" cmpd="sng" algn="ctr">
              <a:solidFill>
                <a:srgbClr val="00B0F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480709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1" name="Rounded Rectangle 50"/>
            <p:cNvSpPr/>
            <p:nvPr/>
          </p:nvSpPr>
          <p:spPr bwMode="auto">
            <a:xfrm>
              <a:off x="1242577" y="2040879"/>
              <a:ext cx="1285486" cy="1285025"/>
            </a:xfrm>
            <a:prstGeom prst="roundRect">
              <a:avLst/>
            </a:prstGeom>
            <a:noFill/>
            <a:ln w="19050" cap="flat" cmpd="sng" algn="ctr">
              <a:solidFill>
                <a:srgbClr val="00FF0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480709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2" name="TextBox 116"/>
            <p:cNvSpPr txBox="1">
              <a:spLocks noChangeArrowheads="1"/>
            </p:cNvSpPr>
            <p:nvPr/>
          </p:nvSpPr>
          <p:spPr bwMode="auto">
            <a:xfrm>
              <a:off x="2755308" y="1738892"/>
              <a:ext cx="8086526" cy="19760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Arial Rounded MT Bold" pitchFamily="34" charset="0"/>
                  <a:cs typeface="Aharoni" pitchFamily="2" charset="-79"/>
                </a:rPr>
                <a:t> </a:t>
              </a:r>
              <a:r>
                <a:rPr kumimoji="0" lang="en-CA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4F81BD">
                      <a:lumMod val="75000"/>
                    </a:srgbClr>
                  </a:solidFill>
                  <a:effectLst/>
                  <a:uLnTx/>
                  <a:uFillTx/>
                  <a:latin typeface="Arial Rounded MT Bold" pitchFamily="34" charset="0"/>
                  <a:cs typeface="Aharoni" pitchFamily="2" charset="-79"/>
                </a:rPr>
                <a:t>SUNLAB</a:t>
              </a:r>
            </a:p>
          </p:txBody>
        </p:sp>
      </p:grpSp>
      <p:pic>
        <p:nvPicPr>
          <p:cNvPr id="58" name="Picture 57" descr="uOttawa_HOR_WG7.pn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3639" y="6341358"/>
            <a:ext cx="1097878" cy="2936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801112" y="6660390"/>
            <a:ext cx="340405" cy="184666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 rtl="0"/>
            <a:fld id="{9528317B-B1FF-4603-9D44-987C9AB81385}" type="slidenum">
              <a:rPr lang="en-US" sz="1200" smtClean="0">
                <a:solidFill>
                  <a:schemeClr val="bg1"/>
                </a:solidFill>
              </a:rPr>
              <a:pPr rtl="0"/>
              <a:t>‹N°›</a:t>
            </a:fld>
            <a:endParaRPr lang="en-US" sz="12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0" y="6660000"/>
            <a:ext cx="1885187" cy="184666"/>
          </a:xfrm>
          <a:prstGeom prst="rect">
            <a:avLst/>
          </a:prstGeom>
          <a:noFill/>
        </p:spPr>
        <p:txBody>
          <a:bodyPr wrap="none" lIns="72000" tIns="0" rIns="0" bIns="0" rtlCol="0">
            <a:spAutoFit/>
          </a:bodyPr>
          <a:lstStyle/>
          <a:p>
            <a:pPr rtl="0"/>
            <a:r>
              <a:rPr lang="en-CA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sunlab.eecs.uottawa.ca</a:t>
            </a:r>
            <a:endParaRPr lang="en-US" sz="12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2361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PlMcGUy_Vr8?feature=oembed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8AE6FC69-5080-48E8-89AA-43D4C0D1AD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5850" y="3355596"/>
            <a:ext cx="10258425" cy="1979991"/>
          </a:xfrm>
        </p:spPr>
        <p:txBody>
          <a:bodyPr/>
          <a:lstStyle/>
          <a:p>
            <a:r>
              <a:rPr lang="en-US" dirty="0"/>
              <a:t>AE (TA) = Gavin Forcade + Nick </a:t>
            </a:r>
            <a:r>
              <a:rPr lang="en-US" dirty="0" err="1"/>
              <a:t>Ilow</a:t>
            </a:r>
            <a:endParaRPr lang="en-US" dirty="0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887A1082-0BA9-4FC3-805B-C7615E041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0000" y="1483200"/>
            <a:ext cx="10209600" cy="1224136"/>
          </a:xfrm>
        </p:spPr>
        <p:txBody>
          <a:bodyPr>
            <a:normAutofit fontScale="90000"/>
          </a:bodyPr>
          <a:lstStyle/>
          <a:p>
            <a:r>
              <a:rPr lang="en-US" dirty="0"/>
              <a:t>Lab 3 – Conservation de </a:t>
            </a:r>
            <a:r>
              <a:rPr lang="en-US" dirty="0" err="1"/>
              <a:t>l’énergie</a:t>
            </a:r>
            <a:r>
              <a:rPr lang="en-US" dirty="0"/>
              <a:t> et de la </a:t>
            </a:r>
            <a:r>
              <a:rPr lang="en-US" dirty="0" err="1"/>
              <a:t>quantité</a:t>
            </a:r>
            <a:r>
              <a:rPr lang="en-US" dirty="0"/>
              <a:t> de </a:t>
            </a:r>
            <a:r>
              <a:rPr lang="en-US" dirty="0" err="1"/>
              <a:t>mouvement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37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B8BBD1-A664-45AA-ADBF-314FCB666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Erreur</a:t>
            </a:r>
            <a:r>
              <a:rPr lang="en-US" dirty="0"/>
              <a:t> </a:t>
            </a:r>
            <a:r>
              <a:rPr lang="en-US" dirty="0" err="1"/>
              <a:t>commun</a:t>
            </a:r>
            <a:endParaRPr lang="en-C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89734E-6B94-4CFF-BBD2-FF03EE8B3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Unites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Question == Discussion </a:t>
            </a:r>
          </a:p>
          <a:p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2F5A62-FA29-4937-8CEF-206AAD4E2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85" y="3079346"/>
            <a:ext cx="11402546" cy="1968785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A017BE-E821-4932-8C91-9F54D8FB13C2}"/>
              </a:ext>
            </a:extLst>
          </p:cNvPr>
          <p:cNvSpPr/>
          <p:nvPr/>
        </p:nvSpPr>
        <p:spPr>
          <a:xfrm>
            <a:off x="438544" y="4232953"/>
            <a:ext cx="11402546" cy="822378"/>
          </a:xfrm>
          <a:prstGeom prst="roundRect">
            <a:avLst/>
          </a:prstGeom>
          <a:noFill/>
          <a:ln w="53975">
            <a:solidFill>
              <a:srgbClr val="6CFC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530D0B-9D0F-4034-837D-D3C7673C9E32}"/>
              </a:ext>
            </a:extLst>
          </p:cNvPr>
          <p:cNvCxnSpPr>
            <a:cxnSpLocks/>
            <a:stCxn id="11" idx="2"/>
            <a:endCxn id="15" idx="2"/>
          </p:cNvCxnSpPr>
          <p:nvPr/>
        </p:nvCxnSpPr>
        <p:spPr>
          <a:xfrm>
            <a:off x="6139817" y="5055331"/>
            <a:ext cx="1425954" cy="854942"/>
          </a:xfrm>
          <a:prstGeom prst="straightConnector1">
            <a:avLst/>
          </a:prstGeom>
          <a:ln w="38100">
            <a:solidFill>
              <a:srgbClr val="6CFC2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886587F2-8120-43A5-855C-F1582D35F4A6}"/>
              </a:ext>
            </a:extLst>
          </p:cNvPr>
          <p:cNvSpPr/>
          <p:nvPr/>
        </p:nvSpPr>
        <p:spPr>
          <a:xfrm>
            <a:off x="7565771" y="5442798"/>
            <a:ext cx="4181582" cy="934949"/>
          </a:xfrm>
          <a:prstGeom prst="ellipse">
            <a:avLst/>
          </a:prstGeom>
          <a:noFill/>
          <a:ln w="38100">
            <a:solidFill>
              <a:srgbClr val="6CFC24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%</a:t>
            </a:r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erreur</a:t>
            </a: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/ %diff &lt; 5%</a:t>
            </a:r>
            <a:endParaRPr lang="en-CA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2FB05DB-B2DD-4841-A363-DBE548CD93F8}"/>
              </a:ext>
            </a:extLst>
          </p:cNvPr>
          <p:cNvSpPr/>
          <p:nvPr/>
        </p:nvSpPr>
        <p:spPr>
          <a:xfrm>
            <a:off x="926690" y="5464935"/>
            <a:ext cx="4181582" cy="934949"/>
          </a:xfrm>
          <a:prstGeom prst="ellipse">
            <a:avLst/>
          </a:prstGeom>
          <a:noFill/>
          <a:ln w="38100">
            <a:solidFill>
              <a:srgbClr val="6CFC24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Interval </a:t>
            </a:r>
            <a:r>
              <a:rPr lang="en-US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d’incertitude</a:t>
            </a:r>
            <a:endParaRPr lang="en-CA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F8CC916-6D66-4A93-9D03-E969AE7BFA6D}"/>
              </a:ext>
            </a:extLst>
          </p:cNvPr>
          <p:cNvCxnSpPr>
            <a:cxnSpLocks/>
            <a:stCxn id="11" idx="2"/>
            <a:endCxn id="18" idx="6"/>
          </p:cNvCxnSpPr>
          <p:nvPr/>
        </p:nvCxnSpPr>
        <p:spPr>
          <a:xfrm flipH="1">
            <a:off x="5108272" y="5055331"/>
            <a:ext cx="1031545" cy="877079"/>
          </a:xfrm>
          <a:prstGeom prst="straightConnector1">
            <a:avLst/>
          </a:prstGeom>
          <a:ln w="38100">
            <a:solidFill>
              <a:srgbClr val="6CFC24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308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5516A-6B5E-4FF0-8A96-2366B8DD0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Chiffres</a:t>
            </a:r>
            <a:r>
              <a:rPr lang="en-US" dirty="0"/>
              <a:t> sig. </a:t>
            </a:r>
            <a:endParaRPr lang="en-C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E30806-B2A9-461C-B544-3C2D254AE3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8385" y="1592494"/>
                <a:ext cx="11115230" cy="429128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3600" dirty="0"/>
                  <a:t>Quand?</a:t>
                </a:r>
              </a:p>
              <a:p>
                <a:pPr lvl="1"/>
                <a:r>
                  <a:rPr lang="en-US" sz="3200" dirty="0"/>
                  <a:t>Rapport de lab</a:t>
                </a:r>
              </a:p>
              <a:p>
                <a:pPr lvl="2"/>
                <a:r>
                  <a:rPr lang="en-US" sz="2800" dirty="0" err="1"/>
                  <a:t>Reponse</a:t>
                </a:r>
                <a:r>
                  <a:rPr lang="en-US" sz="2800" dirty="0"/>
                  <a:t> avec incertitude</a:t>
                </a:r>
              </a:p>
              <a:p>
                <a:pPr lvl="2"/>
                <a:endParaRPr lang="en-US" sz="2800" dirty="0"/>
              </a:p>
              <a:p>
                <a:endParaRPr lang="en-US" sz="3600" dirty="0"/>
              </a:p>
              <a:p>
                <a:r>
                  <a:rPr lang="en-US" sz="3600" dirty="0" err="1"/>
                  <a:t>Pourquoi</a:t>
                </a:r>
                <a:r>
                  <a:rPr lang="en-US" sz="3600" dirty="0"/>
                  <a:t>?</a:t>
                </a:r>
              </a:p>
              <a:p>
                <a:pPr lvl="1"/>
                <a:r>
                  <a:rPr lang="en-US" sz="3200" dirty="0"/>
                  <a:t>Presenter </a:t>
                </a:r>
                <a:r>
                  <a:rPr lang="en-US" sz="3200" dirty="0" err="1"/>
                  <a:t>resultats</a:t>
                </a:r>
                <a:r>
                  <a:rPr lang="en-US" sz="3200" dirty="0"/>
                  <a:t> </a:t>
                </a:r>
                <a:r>
                  <a:rPr lang="en-US" sz="3200" dirty="0" err="1"/>
                  <a:t>concisement</a:t>
                </a:r>
                <a:endParaRPr lang="en-US" sz="3200" dirty="0"/>
              </a:p>
              <a:p>
                <a:pPr lvl="1"/>
                <a:endParaRPr lang="en-US" sz="3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0.8258126484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±0.09488085</m:t>
                    </m:r>
                  </m:oMath>
                </a14:m>
                <a:r>
                  <a:rPr lang="en-US" sz="3200" dirty="0"/>
                  <a:t>    </a:t>
                </a:r>
                <a:r>
                  <a:rPr lang="en-US" sz="3200" dirty="0" err="1"/>
                  <a:t>ou</a:t>
                </a:r>
                <a:r>
                  <a:rPr lang="en-US" sz="3200" dirty="0"/>
                  <a:t>  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0.83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±0.09</m:t>
                    </m:r>
                  </m:oMath>
                </a14:m>
                <a:endParaRPr lang="en-US" sz="3200" dirty="0"/>
              </a:p>
              <a:p>
                <a:endParaRPr lang="en-US" sz="1400" dirty="0"/>
              </a:p>
              <a:p>
                <a:endParaRPr lang="en-CA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E30806-B2A9-461C-B544-3C2D254AE3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8385" y="1592494"/>
                <a:ext cx="11115230" cy="4291282"/>
              </a:xfrm>
              <a:blipFill>
                <a:blip r:embed="rId2"/>
                <a:stretch>
                  <a:fillRect l="-1316" t="-4403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696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222D2-102C-4FA6-88D9-A839753B4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 1: </a:t>
            </a:r>
            <a:r>
              <a:rPr lang="en-US" dirty="0" err="1"/>
              <a:t>Balles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chute libre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577F31-1CE4-4EDE-B977-9A9D01EF2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150" y="1598958"/>
            <a:ext cx="8705850" cy="5229225"/>
          </a:xfrm>
          <a:prstGeom prst="rect">
            <a:avLst/>
          </a:prstGeom>
        </p:spPr>
      </p:pic>
      <p:pic>
        <p:nvPicPr>
          <p:cNvPr id="1026" name="Picture 2" descr="110mm World Cup Individual Replacement Bocce Ball – Paramount Industries,  Inc.">
            <a:extLst>
              <a:ext uri="{FF2B5EF4-FFF2-40B4-BE49-F238E27FC236}">
                <a16:creationId xmlns:a16="http://schemas.microsoft.com/office/drawing/2014/main" id="{7E6364AA-BB48-4D87-8351-EC0CCAF883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89"/>
          <a:stretch/>
        </p:blipFill>
        <p:spPr bwMode="auto">
          <a:xfrm>
            <a:off x="948498" y="1409879"/>
            <a:ext cx="2143125" cy="195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municipalisation tracker">
            <a:extLst>
              <a:ext uri="{FF2B5EF4-FFF2-40B4-BE49-F238E27FC236}">
                <a16:creationId xmlns:a16="http://schemas.microsoft.com/office/drawing/2014/main" id="{42C044E3-A07B-4DCC-B61A-86A0176032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50" y="5172075"/>
            <a:ext cx="2705100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E0F25D1-6842-4A00-B66E-95861D422DF2}"/>
              </a:ext>
            </a:extLst>
          </p:cNvPr>
          <p:cNvCxnSpPr>
            <a:cxnSpLocks/>
          </p:cNvCxnSpPr>
          <p:nvPr/>
        </p:nvCxnSpPr>
        <p:spPr>
          <a:xfrm flipH="1">
            <a:off x="2020060" y="3253870"/>
            <a:ext cx="2" cy="2471681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AC2E9EE-1A29-4F18-8B59-0E4DFCDEDCC5}"/>
              </a:ext>
            </a:extLst>
          </p:cNvPr>
          <p:cNvSpPr txBox="1"/>
          <p:nvPr/>
        </p:nvSpPr>
        <p:spPr>
          <a:xfrm>
            <a:off x="2095714" y="4150773"/>
            <a:ext cx="1788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Hauteur</a:t>
            </a:r>
            <a:endParaRPr lang="en-CA" sz="2800" dirty="0"/>
          </a:p>
        </p:txBody>
      </p:sp>
      <p:pic>
        <p:nvPicPr>
          <p:cNvPr id="3" name="Picture 2" descr="500 plombs sphériques Gamo, 4.5 mm">
            <a:extLst>
              <a:ext uri="{FF2B5EF4-FFF2-40B4-BE49-F238E27FC236}">
                <a16:creationId xmlns:a16="http://schemas.microsoft.com/office/drawing/2014/main" id="{ED558923-0F2A-4689-96FD-014ACED97D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72" t="33858" r="34750" b="41273"/>
          <a:stretch/>
        </p:blipFill>
        <p:spPr bwMode="auto">
          <a:xfrm>
            <a:off x="4951286" y="4866980"/>
            <a:ext cx="591811" cy="61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110mm World Cup Individual Replacement Bocce Ball – Paramount Industries,  Inc.">
            <a:extLst>
              <a:ext uri="{FF2B5EF4-FFF2-40B4-BE49-F238E27FC236}">
                <a16:creationId xmlns:a16="http://schemas.microsoft.com/office/drawing/2014/main" id="{437F2EA5-DD85-4867-994A-DB0AE2711A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93" b="11945"/>
          <a:stretch/>
        </p:blipFill>
        <p:spPr bwMode="auto">
          <a:xfrm>
            <a:off x="4853780" y="3010430"/>
            <a:ext cx="812922" cy="61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858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F8EF2-0A6A-44C8-97A9-96F10B7C7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Exp1 : </a:t>
            </a:r>
            <a:r>
              <a:rPr lang="en-US" dirty="0" err="1"/>
              <a:t>Balles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chute libre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F3D0E6-B09A-4ACA-B843-CC226CCD3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01" y="2434713"/>
            <a:ext cx="12099599" cy="230929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1C8E462-6941-49A2-8CB2-6F780278E5E5}"/>
              </a:ext>
            </a:extLst>
          </p:cNvPr>
          <p:cNvSpPr/>
          <p:nvPr/>
        </p:nvSpPr>
        <p:spPr>
          <a:xfrm>
            <a:off x="1972639" y="3284816"/>
            <a:ext cx="1541123" cy="424155"/>
          </a:xfrm>
          <a:prstGeom prst="roundRect">
            <a:avLst/>
          </a:prstGeom>
          <a:solidFill>
            <a:srgbClr val="FFFF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EAD4FD-F1FF-41BF-8D53-69AF9EB12A7C}"/>
              </a:ext>
            </a:extLst>
          </p:cNvPr>
          <p:cNvSpPr/>
          <p:nvPr/>
        </p:nvSpPr>
        <p:spPr>
          <a:xfrm>
            <a:off x="9666270" y="2860661"/>
            <a:ext cx="330485" cy="424155"/>
          </a:xfrm>
          <a:prstGeom prst="roundRect">
            <a:avLst/>
          </a:prstGeom>
          <a:solidFill>
            <a:srgbClr val="FFFF00">
              <a:alpha val="4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3D1DD5-85D3-43F0-95CF-3C1269AA18E4}"/>
                  </a:ext>
                </a:extLst>
              </p:cNvPr>
              <p:cNvSpPr txBox="1"/>
              <p:nvPr/>
            </p:nvSpPr>
            <p:spPr>
              <a:xfrm>
                <a:off x="6801493" y="4633537"/>
                <a:ext cx="4982967" cy="1610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𝑚𝑔h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𝑔h</m:t>
                          </m:r>
                        </m:e>
                      </m:rad>
                    </m:oMath>
                  </m:oMathPara>
                </a14:m>
                <a:endParaRPr lang="en-CA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3D1DD5-85D3-43F0-95CF-3C1269AA1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1493" y="4633537"/>
                <a:ext cx="4982967" cy="161069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&quot;Not Allowed&quot; Symbol 2">
            <a:extLst>
              <a:ext uri="{FF2B5EF4-FFF2-40B4-BE49-F238E27FC236}">
                <a16:creationId xmlns:a16="http://schemas.microsoft.com/office/drawing/2014/main" id="{23E7D219-AFA9-401D-A7AF-A44D27649226}"/>
              </a:ext>
            </a:extLst>
          </p:cNvPr>
          <p:cNvSpPr/>
          <p:nvPr/>
        </p:nvSpPr>
        <p:spPr>
          <a:xfrm>
            <a:off x="8054940" y="4184168"/>
            <a:ext cx="2565954" cy="2565954"/>
          </a:xfrm>
          <a:prstGeom prst="noSmoking">
            <a:avLst>
              <a:gd name="adj" fmla="val 72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270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7FEE6-D2FA-4247-B9D7-477EED53A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 2: Collisions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seule</a:t>
            </a:r>
            <a:r>
              <a:rPr lang="en-US" dirty="0"/>
              <a:t> dimension</a:t>
            </a:r>
            <a:endParaRPr lang="en-CA" dirty="0"/>
          </a:p>
        </p:txBody>
      </p:sp>
      <p:pic>
        <p:nvPicPr>
          <p:cNvPr id="4" name="Online Media 3" title="Lab 3  - Collisions en 1D - 1D Collisions">
            <a:hlinkClick r:id="" action="ppaction://media"/>
            <a:extLst>
              <a:ext uri="{FF2B5EF4-FFF2-40B4-BE49-F238E27FC236}">
                <a16:creationId xmlns:a16="http://schemas.microsoft.com/office/drawing/2014/main" id="{E9CA6690-F080-4400-B593-49216E43C180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423104" y="1296025"/>
            <a:ext cx="9345791" cy="5280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019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7D460-AB38-4EAA-9541-E100A8E55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 2: Collisions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seule</a:t>
            </a:r>
            <a:r>
              <a:rPr lang="en-US" dirty="0"/>
              <a:t> dimension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CDEE6-29C9-47EF-A8E0-F86D5C54C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 pour importer .csv dans Logger pro</a:t>
            </a:r>
          </a:p>
          <a:p>
            <a:endParaRPr lang="en-US" dirty="0"/>
          </a:p>
          <a:p>
            <a:r>
              <a:rPr lang="en-US" dirty="0"/>
              <a:t>Ex de linear fit des donner</a:t>
            </a:r>
          </a:p>
          <a:p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02239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AD8354-1357-45C4-9B22-5910AD23EE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𝑚𝑔h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=1±2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𝑘𝑔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=9.8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=4±5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𝑚𝑔h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∆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𝑚h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∆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𝑚h</m:t>
                          </m:r>
                        </m:e>
                      </m:d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AD8354-1357-45C4-9B22-5910AD23EE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9524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1CA7A-1078-4AA3-BF4C-5F65745E6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385" y="367200"/>
            <a:ext cx="11115230" cy="1072800"/>
          </a:xfrm>
        </p:spPr>
        <p:txBody>
          <a:bodyPr/>
          <a:lstStyle/>
          <a:p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D8B5B6-879B-4688-AC7F-EE3CC45BDE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𝑒𝑥𝑝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=9.7±0.2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𝑡h𝑒𝑜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=9.8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𝑒𝑥𝑝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9.5,9.9</m:t>
                          </m:r>
                        </m:e>
                      </m:d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𝑡h𝑒𝑜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</m:sub>
                      </m:sSub>
                    </m:oMath>
                  </m:oMathPara>
                </a14:m>
                <a:endParaRPr lang="en-CA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9.5 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𝑡h𝑒𝑜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&lt;9.9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D8B5B6-879B-4688-AC7F-EE3CC45BDE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1223173"/>
      </p:ext>
    </p:extLst>
  </p:cSld>
  <p:clrMapOvr>
    <a:masterClrMapping/>
  </p:clrMapOvr>
</p:sld>
</file>

<file path=ppt/theme/theme1.xml><?xml version="1.0" encoding="utf-8"?>
<a:theme xmlns:a="http://schemas.openxmlformats.org/drawingml/2006/main" name="SUNLAB_Presentation_Template_202004_Widescreen_NoBkgrnds">
  <a:themeElements>
    <a:clrScheme name="uOttawa-SUNLAB_20170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21522"/>
      </a:accent1>
      <a:accent2>
        <a:srgbClr val="E04625"/>
      </a:accent2>
      <a:accent3>
        <a:srgbClr val="3F3F3F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uOttaw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UNLAB_Presentation_Template_201709_Widescreen_NoBkgrnds.potx" id="{FD2CCBF4-77D5-48BF-9C02-51DEB4162EBF}" vid="{724771E4-5D2D-4858-B60C-2E8928AF424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33E70434C6AD4C927CB25C8445382E" ma:contentTypeVersion="6" ma:contentTypeDescription="Create a new document." ma:contentTypeScope="" ma:versionID="dc87fe451b3953ada2f2412028255b58">
  <xsd:schema xmlns:xsd="http://www.w3.org/2001/XMLSchema" xmlns:xs="http://www.w3.org/2001/XMLSchema" xmlns:p="http://schemas.microsoft.com/office/2006/metadata/properties" xmlns:ns2="1ecf5ad6-4101-4d7f-9683-09babf6deada" targetNamespace="http://schemas.microsoft.com/office/2006/metadata/properties" ma:root="true" ma:fieldsID="f126d4244c633de6e761228fc36440fb" ns2:_="">
    <xsd:import namespace="1ecf5ad6-4101-4d7f-9683-09babf6dea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cf5ad6-4101-4d7f-9683-09babf6dea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097988F-4BDD-4C5B-BDB0-F971872843C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551715D-98BC-4AD1-9A02-01FF3609B8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6CA7CA-9F33-442C-8A6F-FF81BB5C6A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cf5ad6-4101-4d7f-9683-09babf6dea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164</Words>
  <Application>Microsoft Office PowerPoint</Application>
  <PresentationFormat>Grand écran</PresentationFormat>
  <Paragraphs>39</Paragraphs>
  <Slides>9</Slides>
  <Notes>0</Notes>
  <HiddenSlides>0</HiddenSlides>
  <MMClips>1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6" baseType="lpstr">
      <vt:lpstr>Arial</vt:lpstr>
      <vt:lpstr>Arial Rounded MT Bold</vt:lpstr>
      <vt:lpstr>Calibri Light</vt:lpstr>
      <vt:lpstr>Cambria Math</vt:lpstr>
      <vt:lpstr>Times</vt:lpstr>
      <vt:lpstr>Verdana</vt:lpstr>
      <vt:lpstr>SUNLAB_Presentation_Template_202004_Widescreen_NoBkgrnds</vt:lpstr>
      <vt:lpstr>Lab 3 – Conservation de l’énergie et de la quantité de mouvement</vt:lpstr>
      <vt:lpstr>Erreur commun</vt:lpstr>
      <vt:lpstr>Chiffres sig. </vt:lpstr>
      <vt:lpstr>Exp 1: Balles en chute libre</vt:lpstr>
      <vt:lpstr>Exp1 : Balles en chute libre</vt:lpstr>
      <vt:lpstr>Exp 2: Collisions en une seule dimension</vt:lpstr>
      <vt:lpstr>Exp 2: Collisions en une seule dimension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</dc:title>
  <dc:creator>Gavin Forcade</dc:creator>
  <cp:lastModifiedBy>Decaho Gbegbe</cp:lastModifiedBy>
  <cp:revision>1</cp:revision>
  <dcterms:created xsi:type="dcterms:W3CDTF">2021-01-23T20:48:40Z</dcterms:created>
  <dcterms:modified xsi:type="dcterms:W3CDTF">2021-03-06T19:46:56Z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0x0101003033E70434C6AD4C927CB25C8445382E</vt:lpwstr>
  </property>
</Properties>
</file>