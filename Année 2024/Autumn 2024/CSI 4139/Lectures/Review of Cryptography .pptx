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1.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6.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20" r:id="rId1"/>
    <p:sldMasterId id="2147484032" r:id="rId2"/>
  </p:sldMasterIdLst>
  <p:notesMasterIdLst>
    <p:notesMasterId r:id="rId109"/>
  </p:notesMasterIdLst>
  <p:sldIdLst>
    <p:sldId id="398" r:id="rId3"/>
    <p:sldId id="257" r:id="rId4"/>
    <p:sldId id="261" r:id="rId5"/>
    <p:sldId id="262" r:id="rId6"/>
    <p:sldId id="263" r:id="rId7"/>
    <p:sldId id="264" r:id="rId8"/>
    <p:sldId id="265" r:id="rId9"/>
    <p:sldId id="266" r:id="rId10"/>
    <p:sldId id="267" r:id="rId11"/>
    <p:sldId id="268" r:id="rId12"/>
    <p:sldId id="269" r:id="rId13"/>
    <p:sldId id="270" r:id="rId14"/>
    <p:sldId id="271" r:id="rId15"/>
    <p:sldId id="420" r:id="rId16"/>
    <p:sldId id="274" r:id="rId17"/>
    <p:sldId id="275" r:id="rId18"/>
    <p:sldId id="276" r:id="rId19"/>
    <p:sldId id="277" r:id="rId20"/>
    <p:sldId id="278" r:id="rId21"/>
    <p:sldId id="279" r:id="rId22"/>
    <p:sldId id="421" r:id="rId23"/>
    <p:sldId id="280" r:id="rId24"/>
    <p:sldId id="281" r:id="rId25"/>
    <p:sldId id="282" r:id="rId26"/>
    <p:sldId id="283" r:id="rId27"/>
    <p:sldId id="284" r:id="rId28"/>
    <p:sldId id="286" r:id="rId29"/>
    <p:sldId id="287" r:id="rId30"/>
    <p:sldId id="288" r:id="rId31"/>
    <p:sldId id="289" r:id="rId32"/>
    <p:sldId id="290" r:id="rId33"/>
    <p:sldId id="291" r:id="rId34"/>
    <p:sldId id="292" r:id="rId35"/>
    <p:sldId id="293" r:id="rId36"/>
    <p:sldId id="294" r:id="rId37"/>
    <p:sldId id="295" r:id="rId38"/>
    <p:sldId id="355" r:id="rId39"/>
    <p:sldId id="296" r:id="rId40"/>
    <p:sldId id="357" r:id="rId41"/>
    <p:sldId id="358" r:id="rId42"/>
    <p:sldId id="424" r:id="rId43"/>
    <p:sldId id="425" r:id="rId44"/>
    <p:sldId id="426" r:id="rId45"/>
    <p:sldId id="364" r:id="rId46"/>
    <p:sldId id="304" r:id="rId47"/>
    <p:sldId id="298" r:id="rId48"/>
    <p:sldId id="299" r:id="rId49"/>
    <p:sldId id="300" r:id="rId50"/>
    <p:sldId id="306" r:id="rId51"/>
    <p:sldId id="353" r:id="rId52"/>
    <p:sldId id="354" r:id="rId53"/>
    <p:sldId id="308" r:id="rId54"/>
    <p:sldId id="309" r:id="rId55"/>
    <p:sldId id="359" r:id="rId56"/>
    <p:sldId id="311" r:id="rId57"/>
    <p:sldId id="360" r:id="rId58"/>
    <p:sldId id="312" r:id="rId59"/>
    <p:sldId id="313" r:id="rId60"/>
    <p:sldId id="369" r:id="rId61"/>
    <p:sldId id="370" r:id="rId62"/>
    <p:sldId id="371" r:id="rId63"/>
    <p:sldId id="314" r:id="rId64"/>
    <p:sldId id="374" r:id="rId65"/>
    <p:sldId id="302" r:id="rId66"/>
    <p:sldId id="301" r:id="rId67"/>
    <p:sldId id="315" r:id="rId68"/>
    <p:sldId id="316" r:id="rId69"/>
    <p:sldId id="317" r:id="rId70"/>
    <p:sldId id="321" r:id="rId71"/>
    <p:sldId id="322" r:id="rId72"/>
    <p:sldId id="318" r:id="rId73"/>
    <p:sldId id="361" r:id="rId74"/>
    <p:sldId id="363" r:id="rId75"/>
    <p:sldId id="362" r:id="rId76"/>
    <p:sldId id="320" r:id="rId77"/>
    <p:sldId id="305" r:id="rId78"/>
    <p:sldId id="372" r:id="rId79"/>
    <p:sldId id="373" r:id="rId80"/>
    <p:sldId id="323" r:id="rId81"/>
    <p:sldId id="326" r:id="rId82"/>
    <p:sldId id="335" r:id="rId83"/>
    <p:sldId id="365" r:id="rId84"/>
    <p:sldId id="336" r:id="rId85"/>
    <p:sldId id="337" r:id="rId86"/>
    <p:sldId id="338" r:id="rId87"/>
    <p:sldId id="427" r:id="rId88"/>
    <p:sldId id="428" r:id="rId89"/>
    <p:sldId id="429" r:id="rId90"/>
    <p:sldId id="339" r:id="rId91"/>
    <p:sldId id="340" r:id="rId92"/>
    <p:sldId id="341" r:id="rId93"/>
    <p:sldId id="366" r:id="rId94"/>
    <p:sldId id="343" r:id="rId95"/>
    <p:sldId id="342" r:id="rId96"/>
    <p:sldId id="344" r:id="rId97"/>
    <p:sldId id="345" r:id="rId98"/>
    <p:sldId id="346" r:id="rId99"/>
    <p:sldId id="422" r:id="rId100"/>
    <p:sldId id="297" r:id="rId101"/>
    <p:sldId id="423" r:id="rId102"/>
    <p:sldId id="347" r:id="rId103"/>
    <p:sldId id="348" r:id="rId104"/>
    <p:sldId id="349" r:id="rId105"/>
    <p:sldId id="350" r:id="rId106"/>
    <p:sldId id="352" r:id="rId107"/>
    <p:sldId id="351" r:id="rId10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E43B8B5-4B88-4EE0-9AD0-5F5B703D0559}">
          <p14:sldIdLst>
            <p14:sldId id="398"/>
            <p14:sldId id="257"/>
            <p14:sldId id="261"/>
            <p14:sldId id="262"/>
            <p14:sldId id="263"/>
            <p14:sldId id="264"/>
            <p14:sldId id="265"/>
            <p14:sldId id="266"/>
            <p14:sldId id="267"/>
            <p14:sldId id="268"/>
            <p14:sldId id="269"/>
            <p14:sldId id="270"/>
            <p14:sldId id="271"/>
            <p14:sldId id="420"/>
            <p14:sldId id="274"/>
            <p14:sldId id="275"/>
            <p14:sldId id="276"/>
            <p14:sldId id="277"/>
            <p14:sldId id="278"/>
            <p14:sldId id="279"/>
            <p14:sldId id="421"/>
            <p14:sldId id="280"/>
            <p14:sldId id="281"/>
            <p14:sldId id="282"/>
            <p14:sldId id="283"/>
            <p14:sldId id="284"/>
            <p14:sldId id="286"/>
            <p14:sldId id="287"/>
            <p14:sldId id="288"/>
            <p14:sldId id="289"/>
            <p14:sldId id="290"/>
            <p14:sldId id="291"/>
            <p14:sldId id="292"/>
            <p14:sldId id="293"/>
            <p14:sldId id="294"/>
            <p14:sldId id="295"/>
            <p14:sldId id="355"/>
            <p14:sldId id="296"/>
            <p14:sldId id="357"/>
            <p14:sldId id="358"/>
            <p14:sldId id="424"/>
            <p14:sldId id="425"/>
            <p14:sldId id="426"/>
            <p14:sldId id="364"/>
            <p14:sldId id="304"/>
            <p14:sldId id="298"/>
            <p14:sldId id="299"/>
            <p14:sldId id="300"/>
            <p14:sldId id="306"/>
            <p14:sldId id="353"/>
            <p14:sldId id="354"/>
            <p14:sldId id="308"/>
            <p14:sldId id="309"/>
            <p14:sldId id="359"/>
            <p14:sldId id="311"/>
            <p14:sldId id="360"/>
            <p14:sldId id="312"/>
            <p14:sldId id="313"/>
            <p14:sldId id="369"/>
            <p14:sldId id="370"/>
            <p14:sldId id="371"/>
            <p14:sldId id="314"/>
            <p14:sldId id="374"/>
            <p14:sldId id="302"/>
            <p14:sldId id="301"/>
            <p14:sldId id="315"/>
            <p14:sldId id="316"/>
            <p14:sldId id="317"/>
            <p14:sldId id="321"/>
            <p14:sldId id="322"/>
            <p14:sldId id="318"/>
            <p14:sldId id="361"/>
            <p14:sldId id="363"/>
            <p14:sldId id="362"/>
            <p14:sldId id="320"/>
            <p14:sldId id="305"/>
            <p14:sldId id="372"/>
            <p14:sldId id="373"/>
            <p14:sldId id="323"/>
            <p14:sldId id="326"/>
            <p14:sldId id="335"/>
            <p14:sldId id="365"/>
            <p14:sldId id="336"/>
            <p14:sldId id="337"/>
            <p14:sldId id="338"/>
            <p14:sldId id="427"/>
            <p14:sldId id="428"/>
            <p14:sldId id="429"/>
            <p14:sldId id="339"/>
            <p14:sldId id="340"/>
            <p14:sldId id="341"/>
            <p14:sldId id="366"/>
            <p14:sldId id="343"/>
            <p14:sldId id="342"/>
            <p14:sldId id="344"/>
            <p14:sldId id="345"/>
            <p14:sldId id="346"/>
            <p14:sldId id="422"/>
            <p14:sldId id="297"/>
            <p14:sldId id="423"/>
            <p14:sldId id="347"/>
            <p14:sldId id="348"/>
            <p14:sldId id="349"/>
            <p14:sldId id="350"/>
            <p14:sldId id="352"/>
            <p14:sldId id="35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791" autoAdjust="0"/>
  </p:normalViewPr>
  <p:slideViewPr>
    <p:cSldViewPr snapToGrid="0">
      <p:cViewPr varScale="1">
        <p:scale>
          <a:sx n="90" d="100"/>
          <a:sy n="90" d="100"/>
        </p:scale>
        <p:origin x="2157" y="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theme" Target="theme/theme1.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tableStyles" Target="tableStyles.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notesMaster" Target="notesMasters/notesMaster1.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A86D5E-4CEC-4462-9E9A-824387DC0A8E}"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7AB5CD5B-3C01-4E45-9317-5145DFA6DB98}">
      <dgm:prSet/>
      <dgm:spPr/>
      <dgm:t>
        <a:bodyPr/>
        <a:lstStyle/>
        <a:p>
          <a:r>
            <a:rPr lang="en-CA"/>
            <a:t>Columnar Transpositions (cont.)</a:t>
          </a:r>
          <a:endParaRPr lang="en-US"/>
        </a:p>
      </dgm:t>
    </dgm:pt>
    <dgm:pt modelId="{94D7B098-3CA1-47A3-BF4C-CC88FB8EB35E}" type="parTrans" cxnId="{FB2F2162-239E-4BF8-8F76-95C9C11BBF0B}">
      <dgm:prSet/>
      <dgm:spPr/>
      <dgm:t>
        <a:bodyPr/>
        <a:lstStyle/>
        <a:p>
          <a:endParaRPr lang="en-US"/>
        </a:p>
      </dgm:t>
    </dgm:pt>
    <dgm:pt modelId="{FEA3F47A-0C76-4186-9213-F912FA81DAD6}" type="sibTrans" cxnId="{FB2F2162-239E-4BF8-8F76-95C9C11BBF0B}">
      <dgm:prSet/>
      <dgm:spPr/>
      <dgm:t>
        <a:bodyPr/>
        <a:lstStyle/>
        <a:p>
          <a:endParaRPr lang="en-US"/>
        </a:p>
      </dgm:t>
    </dgm:pt>
    <dgm:pt modelId="{0CC57F77-BF93-4C5D-9F3D-3BC5A3B3E38F}">
      <dgm:prSet/>
      <dgm:spPr/>
      <dgm:t>
        <a:bodyPr/>
        <a:lstStyle/>
        <a:p>
          <a:r>
            <a:rPr lang="en-CA"/>
            <a:t>Complexity</a:t>
          </a:r>
          <a:endParaRPr lang="en-US"/>
        </a:p>
      </dgm:t>
    </dgm:pt>
    <dgm:pt modelId="{E27E870E-82B2-4EEA-A900-36BADDBF547E}" type="parTrans" cxnId="{13602882-1440-441E-B876-DB5DD37B4A00}">
      <dgm:prSet/>
      <dgm:spPr/>
      <dgm:t>
        <a:bodyPr/>
        <a:lstStyle/>
        <a:p>
          <a:endParaRPr lang="en-US"/>
        </a:p>
      </dgm:t>
    </dgm:pt>
    <dgm:pt modelId="{F5632BAA-7B99-435F-A061-163C563EE31F}" type="sibTrans" cxnId="{13602882-1440-441E-B876-DB5DD37B4A00}">
      <dgm:prSet/>
      <dgm:spPr/>
      <dgm:t>
        <a:bodyPr/>
        <a:lstStyle/>
        <a:p>
          <a:endParaRPr lang="en-US"/>
        </a:p>
      </dgm:t>
    </dgm:pt>
    <dgm:pt modelId="{673122D6-8FD1-4FC4-8CD5-DA7AE9AE5378}">
      <dgm:prSet/>
      <dgm:spPr/>
      <dgm:t>
        <a:bodyPr/>
        <a:lstStyle/>
        <a:p>
          <a:r>
            <a:rPr lang="en-CA"/>
            <a:t>The time needed to apply the algorithm is proportional to the length of the message</a:t>
          </a:r>
          <a:endParaRPr lang="en-US"/>
        </a:p>
      </dgm:t>
    </dgm:pt>
    <dgm:pt modelId="{AC3EE2BB-D165-4FA1-BB51-8B005B0CACA1}" type="parTrans" cxnId="{0E082756-B747-4C6B-8A91-C56942FEBCFA}">
      <dgm:prSet/>
      <dgm:spPr/>
      <dgm:t>
        <a:bodyPr/>
        <a:lstStyle/>
        <a:p>
          <a:endParaRPr lang="en-US"/>
        </a:p>
      </dgm:t>
    </dgm:pt>
    <dgm:pt modelId="{BBA24519-4D81-45D5-8349-CB6FE4A3406C}" type="sibTrans" cxnId="{0E082756-B747-4C6B-8A91-C56942FEBCFA}">
      <dgm:prSet/>
      <dgm:spPr/>
      <dgm:t>
        <a:bodyPr/>
        <a:lstStyle/>
        <a:p>
          <a:endParaRPr lang="en-US"/>
        </a:p>
      </dgm:t>
    </dgm:pt>
    <dgm:pt modelId="{86FBC579-7D22-408E-B675-2DAF06E37ED1}">
      <dgm:prSet/>
      <dgm:spPr/>
      <dgm:t>
        <a:bodyPr/>
        <a:lstStyle/>
        <a:p>
          <a:r>
            <a:rPr lang="en-CA"/>
            <a:t>Substitution cipher requires only a constant amount of space (26</a:t>
          </a:r>
          <a:r>
            <a:rPr lang="en-CA" baseline="30000"/>
            <a:t>2</a:t>
          </a:r>
          <a:r>
            <a:rPr lang="en-CA"/>
            <a:t> locations)</a:t>
          </a:r>
          <a:endParaRPr lang="en-US"/>
        </a:p>
      </dgm:t>
    </dgm:pt>
    <dgm:pt modelId="{723CDF7F-85DC-48AE-BD69-AC8B123B346F}" type="parTrans" cxnId="{B2A4D03D-01CB-41F4-86A0-C58D7D47681E}">
      <dgm:prSet/>
      <dgm:spPr/>
      <dgm:t>
        <a:bodyPr/>
        <a:lstStyle/>
        <a:p>
          <a:endParaRPr lang="en-US"/>
        </a:p>
      </dgm:t>
    </dgm:pt>
    <dgm:pt modelId="{24C3E9A1-EAE3-409B-9D2E-BFAE760033FC}" type="sibTrans" cxnId="{B2A4D03D-01CB-41F4-86A0-C58D7D47681E}">
      <dgm:prSet/>
      <dgm:spPr/>
      <dgm:t>
        <a:bodyPr/>
        <a:lstStyle/>
        <a:p>
          <a:endParaRPr lang="en-US"/>
        </a:p>
      </dgm:t>
    </dgm:pt>
    <dgm:pt modelId="{243460F5-3179-4657-B567-85593C779A13}">
      <dgm:prSet/>
      <dgm:spPr/>
      <dgm:t>
        <a:bodyPr/>
        <a:lstStyle/>
        <a:p>
          <a:r>
            <a:rPr lang="en-CA"/>
            <a:t>Columnar Transposition requires storage for all characters of the message, so it depends on the length of the message</a:t>
          </a:r>
          <a:endParaRPr lang="en-US"/>
        </a:p>
      </dgm:t>
    </dgm:pt>
    <dgm:pt modelId="{0A0D6611-7016-431E-8695-A0BBF2F8029D}" type="parTrans" cxnId="{047890D9-762F-44BD-9098-3F454615426A}">
      <dgm:prSet/>
      <dgm:spPr/>
      <dgm:t>
        <a:bodyPr/>
        <a:lstStyle/>
        <a:p>
          <a:endParaRPr lang="en-US"/>
        </a:p>
      </dgm:t>
    </dgm:pt>
    <dgm:pt modelId="{7CD78EED-7969-4191-88B4-015DCD6119FB}" type="sibTrans" cxnId="{047890D9-762F-44BD-9098-3F454615426A}">
      <dgm:prSet/>
      <dgm:spPr/>
      <dgm:t>
        <a:bodyPr/>
        <a:lstStyle/>
        <a:p>
          <a:endParaRPr lang="en-US"/>
        </a:p>
      </dgm:t>
    </dgm:pt>
    <dgm:pt modelId="{11A88238-6972-4F2F-9262-2279444A4759}">
      <dgm:prSet/>
      <dgm:spPr/>
      <dgm:t>
        <a:bodyPr/>
        <a:lstStyle/>
        <a:p>
          <a:r>
            <a:rPr lang="en-CA"/>
            <a:t>The delay associated with Columnar Transposition also depends on the length of the message</a:t>
          </a:r>
          <a:endParaRPr lang="en-US"/>
        </a:p>
      </dgm:t>
    </dgm:pt>
    <dgm:pt modelId="{72BA194A-7E37-462A-AD02-8474EFF75C78}" type="parTrans" cxnId="{9AFBC6CF-6ADC-4DA3-BA44-27AD34FBFF0C}">
      <dgm:prSet/>
      <dgm:spPr/>
      <dgm:t>
        <a:bodyPr/>
        <a:lstStyle/>
        <a:p>
          <a:endParaRPr lang="en-US"/>
        </a:p>
      </dgm:t>
    </dgm:pt>
    <dgm:pt modelId="{AE2AA7E3-7C1A-4984-AC74-FAE8ACCF707D}" type="sibTrans" cxnId="{9AFBC6CF-6ADC-4DA3-BA44-27AD34FBFF0C}">
      <dgm:prSet/>
      <dgm:spPr/>
      <dgm:t>
        <a:bodyPr/>
        <a:lstStyle/>
        <a:p>
          <a:endParaRPr lang="en-US"/>
        </a:p>
      </dgm:t>
    </dgm:pt>
    <dgm:pt modelId="{4230E7D3-374F-410E-B95F-186B3DF64A40}">
      <dgm:prSet/>
      <dgm:spPr/>
      <dgm:t>
        <a:bodyPr/>
        <a:lstStyle/>
        <a:p>
          <a:r>
            <a:rPr lang="en-CA"/>
            <a:t>Difference between Substitution and Transposition</a:t>
          </a:r>
          <a:endParaRPr lang="en-US"/>
        </a:p>
      </dgm:t>
    </dgm:pt>
    <dgm:pt modelId="{67054CEB-0AA4-472B-95FE-12FE8251CFCA}" type="parTrans" cxnId="{99120285-1F69-4D56-867E-42FCCA037323}">
      <dgm:prSet/>
      <dgm:spPr/>
      <dgm:t>
        <a:bodyPr/>
        <a:lstStyle/>
        <a:p>
          <a:endParaRPr lang="en-US"/>
        </a:p>
      </dgm:t>
    </dgm:pt>
    <dgm:pt modelId="{A1DC9920-EE0E-4798-8FC9-04F124DCDA0E}" type="sibTrans" cxnId="{99120285-1F69-4D56-867E-42FCCA037323}">
      <dgm:prSet/>
      <dgm:spPr/>
      <dgm:t>
        <a:bodyPr/>
        <a:lstStyle/>
        <a:p>
          <a:endParaRPr lang="en-US"/>
        </a:p>
      </dgm:t>
    </dgm:pt>
    <dgm:pt modelId="{0E04DA61-1124-4637-839A-015A350CD53F}">
      <dgm:prSet/>
      <dgm:spPr/>
      <dgm:t>
        <a:bodyPr/>
        <a:lstStyle/>
        <a:p>
          <a:r>
            <a:rPr lang="en-CA" b="1"/>
            <a:t>Substitution</a:t>
          </a:r>
          <a:r>
            <a:rPr lang="en-CA"/>
            <a:t>: each letter </a:t>
          </a:r>
          <a:r>
            <a:rPr lang="en-CA" b="1"/>
            <a:t>retains its position </a:t>
          </a:r>
          <a:r>
            <a:rPr lang="en-CA"/>
            <a:t>but </a:t>
          </a:r>
          <a:r>
            <a:rPr lang="en-CA" b="1"/>
            <a:t>changes its identity</a:t>
          </a:r>
          <a:r>
            <a:rPr lang="en-CA"/>
            <a:t>,</a:t>
          </a:r>
          <a:endParaRPr lang="en-US"/>
        </a:p>
      </dgm:t>
    </dgm:pt>
    <dgm:pt modelId="{3DB1200B-C3B4-406C-8BF9-086386B9D1B2}" type="parTrans" cxnId="{A3B253A1-C67D-4B64-9E24-E9A320FBCD46}">
      <dgm:prSet/>
      <dgm:spPr/>
      <dgm:t>
        <a:bodyPr/>
        <a:lstStyle/>
        <a:p>
          <a:endParaRPr lang="en-US"/>
        </a:p>
      </dgm:t>
    </dgm:pt>
    <dgm:pt modelId="{E4AD6CDF-C0B3-4041-B212-21471FCAE81C}" type="sibTrans" cxnId="{A3B253A1-C67D-4B64-9E24-E9A320FBCD46}">
      <dgm:prSet/>
      <dgm:spPr/>
      <dgm:t>
        <a:bodyPr/>
        <a:lstStyle/>
        <a:p>
          <a:endParaRPr lang="en-US"/>
        </a:p>
      </dgm:t>
    </dgm:pt>
    <dgm:pt modelId="{82D56026-7F34-4751-BF6A-403D431A27F0}">
      <dgm:prSet/>
      <dgm:spPr/>
      <dgm:t>
        <a:bodyPr/>
        <a:lstStyle/>
        <a:p>
          <a:r>
            <a:rPr lang="en-CA" b="1"/>
            <a:t>Transposition</a:t>
          </a:r>
          <a:r>
            <a:rPr lang="en-CA"/>
            <a:t>: each letter </a:t>
          </a:r>
          <a:r>
            <a:rPr lang="en-CA" b="1"/>
            <a:t>retains its identity </a:t>
          </a:r>
          <a:r>
            <a:rPr lang="en-CA"/>
            <a:t>but </a:t>
          </a:r>
          <a:r>
            <a:rPr lang="en-CA" b="1"/>
            <a:t>changes its position</a:t>
          </a:r>
          <a:r>
            <a:rPr lang="en-CA"/>
            <a:t>.</a:t>
          </a:r>
          <a:endParaRPr lang="en-US"/>
        </a:p>
      </dgm:t>
    </dgm:pt>
    <dgm:pt modelId="{156BDF0E-7A9E-4375-99DA-6A1335FD52D8}" type="parTrans" cxnId="{00F3AA7C-BAA0-4F3A-97FC-94DF34EE92A1}">
      <dgm:prSet/>
      <dgm:spPr/>
      <dgm:t>
        <a:bodyPr/>
        <a:lstStyle/>
        <a:p>
          <a:endParaRPr lang="en-US"/>
        </a:p>
      </dgm:t>
    </dgm:pt>
    <dgm:pt modelId="{256EF0C3-A33F-4C86-BEAD-FF2D17327D3B}" type="sibTrans" cxnId="{00F3AA7C-BAA0-4F3A-97FC-94DF34EE92A1}">
      <dgm:prSet/>
      <dgm:spPr/>
      <dgm:t>
        <a:bodyPr/>
        <a:lstStyle/>
        <a:p>
          <a:endParaRPr lang="en-US"/>
        </a:p>
      </dgm:t>
    </dgm:pt>
    <dgm:pt modelId="{7B997D19-8B3D-4ECD-AAAE-CE619ECA1ABA}" type="pres">
      <dgm:prSet presAssocID="{93A86D5E-4CEC-4462-9E9A-824387DC0A8E}" presName="linear" presStyleCnt="0">
        <dgm:presLayoutVars>
          <dgm:dir/>
          <dgm:animLvl val="lvl"/>
          <dgm:resizeHandles val="exact"/>
        </dgm:presLayoutVars>
      </dgm:prSet>
      <dgm:spPr/>
    </dgm:pt>
    <dgm:pt modelId="{41745DA7-9089-4EA8-82E0-A90FC13F25F1}" type="pres">
      <dgm:prSet presAssocID="{7AB5CD5B-3C01-4E45-9317-5145DFA6DB98}" presName="parentLin" presStyleCnt="0"/>
      <dgm:spPr/>
    </dgm:pt>
    <dgm:pt modelId="{D7676B8E-63F3-4FAC-B1F2-92788EBE7755}" type="pres">
      <dgm:prSet presAssocID="{7AB5CD5B-3C01-4E45-9317-5145DFA6DB98}" presName="parentLeftMargin" presStyleLbl="node1" presStyleIdx="0" presStyleCnt="2"/>
      <dgm:spPr/>
    </dgm:pt>
    <dgm:pt modelId="{C5200F81-C9CA-4B7E-8181-D9420B0CBE84}" type="pres">
      <dgm:prSet presAssocID="{7AB5CD5B-3C01-4E45-9317-5145DFA6DB98}" presName="parentText" presStyleLbl="node1" presStyleIdx="0" presStyleCnt="2">
        <dgm:presLayoutVars>
          <dgm:chMax val="0"/>
          <dgm:bulletEnabled val="1"/>
        </dgm:presLayoutVars>
      </dgm:prSet>
      <dgm:spPr/>
    </dgm:pt>
    <dgm:pt modelId="{69A80C7D-8EB7-4490-8911-2F24D9D2B714}" type="pres">
      <dgm:prSet presAssocID="{7AB5CD5B-3C01-4E45-9317-5145DFA6DB98}" presName="negativeSpace" presStyleCnt="0"/>
      <dgm:spPr/>
    </dgm:pt>
    <dgm:pt modelId="{87070361-0545-4BD1-9802-FE9BB158CE37}" type="pres">
      <dgm:prSet presAssocID="{7AB5CD5B-3C01-4E45-9317-5145DFA6DB98}" presName="childText" presStyleLbl="conFgAcc1" presStyleIdx="0" presStyleCnt="2">
        <dgm:presLayoutVars>
          <dgm:bulletEnabled val="1"/>
        </dgm:presLayoutVars>
      </dgm:prSet>
      <dgm:spPr/>
    </dgm:pt>
    <dgm:pt modelId="{AC783CE0-74A9-4F0C-A2AD-BE6C39D87EA2}" type="pres">
      <dgm:prSet presAssocID="{FEA3F47A-0C76-4186-9213-F912FA81DAD6}" presName="spaceBetweenRectangles" presStyleCnt="0"/>
      <dgm:spPr/>
    </dgm:pt>
    <dgm:pt modelId="{764384F5-F7D8-49CC-A3B6-11BE9B86EA44}" type="pres">
      <dgm:prSet presAssocID="{4230E7D3-374F-410E-B95F-186B3DF64A40}" presName="parentLin" presStyleCnt="0"/>
      <dgm:spPr/>
    </dgm:pt>
    <dgm:pt modelId="{BF8290E3-781B-42A6-8834-3D4B42337A11}" type="pres">
      <dgm:prSet presAssocID="{4230E7D3-374F-410E-B95F-186B3DF64A40}" presName="parentLeftMargin" presStyleLbl="node1" presStyleIdx="0" presStyleCnt="2"/>
      <dgm:spPr/>
    </dgm:pt>
    <dgm:pt modelId="{A6DB3A12-3762-40FD-8809-439CAB1F4FD2}" type="pres">
      <dgm:prSet presAssocID="{4230E7D3-374F-410E-B95F-186B3DF64A40}" presName="parentText" presStyleLbl="node1" presStyleIdx="1" presStyleCnt="2">
        <dgm:presLayoutVars>
          <dgm:chMax val="0"/>
          <dgm:bulletEnabled val="1"/>
        </dgm:presLayoutVars>
      </dgm:prSet>
      <dgm:spPr/>
    </dgm:pt>
    <dgm:pt modelId="{EE93BFD4-4C39-40CB-8443-8A464D944DE2}" type="pres">
      <dgm:prSet presAssocID="{4230E7D3-374F-410E-B95F-186B3DF64A40}" presName="negativeSpace" presStyleCnt="0"/>
      <dgm:spPr/>
    </dgm:pt>
    <dgm:pt modelId="{89B051B7-AA77-4C2D-8947-FCDFB67FC1A3}" type="pres">
      <dgm:prSet presAssocID="{4230E7D3-374F-410E-B95F-186B3DF64A40}" presName="childText" presStyleLbl="conFgAcc1" presStyleIdx="1" presStyleCnt="2">
        <dgm:presLayoutVars>
          <dgm:bulletEnabled val="1"/>
        </dgm:presLayoutVars>
      </dgm:prSet>
      <dgm:spPr/>
    </dgm:pt>
  </dgm:ptLst>
  <dgm:cxnLst>
    <dgm:cxn modelId="{36B48002-1DD8-42CF-876B-C56B5C8AA801}" type="presOf" srcId="{0CC57F77-BF93-4C5D-9F3D-3BC5A3B3E38F}" destId="{87070361-0545-4BD1-9802-FE9BB158CE37}" srcOrd="0" destOrd="0" presId="urn:microsoft.com/office/officeart/2005/8/layout/list1"/>
    <dgm:cxn modelId="{58837B14-5541-45BE-AD7A-8AE5211CE44B}" type="presOf" srcId="{7AB5CD5B-3C01-4E45-9317-5145DFA6DB98}" destId="{D7676B8E-63F3-4FAC-B1F2-92788EBE7755}" srcOrd="0" destOrd="0" presId="urn:microsoft.com/office/officeart/2005/8/layout/list1"/>
    <dgm:cxn modelId="{8570B71E-5119-4CA7-AA94-4F9C70E36793}" type="presOf" srcId="{243460F5-3179-4657-B567-85593C779A13}" destId="{87070361-0545-4BD1-9802-FE9BB158CE37}" srcOrd="0" destOrd="3" presId="urn:microsoft.com/office/officeart/2005/8/layout/list1"/>
    <dgm:cxn modelId="{B2A4D03D-01CB-41F4-86A0-C58D7D47681E}" srcId="{0CC57F77-BF93-4C5D-9F3D-3BC5A3B3E38F}" destId="{86FBC579-7D22-408E-B675-2DAF06E37ED1}" srcOrd="1" destOrd="0" parTransId="{723CDF7F-85DC-48AE-BD69-AC8B123B346F}" sibTransId="{24C3E9A1-EAE3-409B-9D2E-BFAE760033FC}"/>
    <dgm:cxn modelId="{FB2F2162-239E-4BF8-8F76-95C9C11BBF0B}" srcId="{93A86D5E-4CEC-4462-9E9A-824387DC0A8E}" destId="{7AB5CD5B-3C01-4E45-9317-5145DFA6DB98}" srcOrd="0" destOrd="0" parTransId="{94D7B098-3CA1-47A3-BF4C-CC88FB8EB35E}" sibTransId="{FEA3F47A-0C76-4186-9213-F912FA81DAD6}"/>
    <dgm:cxn modelId="{AD8FD672-3703-4495-B615-DDE327BBB785}" type="presOf" srcId="{7AB5CD5B-3C01-4E45-9317-5145DFA6DB98}" destId="{C5200F81-C9CA-4B7E-8181-D9420B0CBE84}" srcOrd="1" destOrd="0" presId="urn:microsoft.com/office/officeart/2005/8/layout/list1"/>
    <dgm:cxn modelId="{A4579E55-CEB8-4F4C-A3F8-A508926166DE}" type="presOf" srcId="{93A86D5E-4CEC-4462-9E9A-824387DC0A8E}" destId="{7B997D19-8B3D-4ECD-AAAE-CE619ECA1ABA}" srcOrd="0" destOrd="0" presId="urn:microsoft.com/office/officeart/2005/8/layout/list1"/>
    <dgm:cxn modelId="{0E082756-B747-4C6B-8A91-C56942FEBCFA}" srcId="{0CC57F77-BF93-4C5D-9F3D-3BC5A3B3E38F}" destId="{673122D6-8FD1-4FC4-8CD5-DA7AE9AE5378}" srcOrd="0" destOrd="0" parTransId="{AC3EE2BB-D165-4FA1-BB51-8B005B0CACA1}" sibTransId="{BBA24519-4D81-45D5-8349-CB6FE4A3406C}"/>
    <dgm:cxn modelId="{00F3AA7C-BAA0-4F3A-97FC-94DF34EE92A1}" srcId="{4230E7D3-374F-410E-B95F-186B3DF64A40}" destId="{82D56026-7F34-4751-BF6A-403D431A27F0}" srcOrd="1" destOrd="0" parTransId="{156BDF0E-7A9E-4375-99DA-6A1335FD52D8}" sibTransId="{256EF0C3-A33F-4C86-BEAD-FF2D17327D3B}"/>
    <dgm:cxn modelId="{0DBE1980-1F1B-4C01-AE87-153C42253EAF}" type="presOf" srcId="{0E04DA61-1124-4637-839A-015A350CD53F}" destId="{89B051B7-AA77-4C2D-8947-FCDFB67FC1A3}" srcOrd="0" destOrd="0" presId="urn:microsoft.com/office/officeart/2005/8/layout/list1"/>
    <dgm:cxn modelId="{13602882-1440-441E-B876-DB5DD37B4A00}" srcId="{7AB5CD5B-3C01-4E45-9317-5145DFA6DB98}" destId="{0CC57F77-BF93-4C5D-9F3D-3BC5A3B3E38F}" srcOrd="0" destOrd="0" parTransId="{E27E870E-82B2-4EEA-A900-36BADDBF547E}" sibTransId="{F5632BAA-7B99-435F-A061-163C563EE31F}"/>
    <dgm:cxn modelId="{99120285-1F69-4D56-867E-42FCCA037323}" srcId="{93A86D5E-4CEC-4462-9E9A-824387DC0A8E}" destId="{4230E7D3-374F-410E-B95F-186B3DF64A40}" srcOrd="1" destOrd="0" parTransId="{67054CEB-0AA4-472B-95FE-12FE8251CFCA}" sibTransId="{A1DC9920-EE0E-4798-8FC9-04F124DCDA0E}"/>
    <dgm:cxn modelId="{497F119F-7701-41AF-A243-B36866C9E619}" type="presOf" srcId="{4230E7D3-374F-410E-B95F-186B3DF64A40}" destId="{BF8290E3-781B-42A6-8834-3D4B42337A11}" srcOrd="0" destOrd="0" presId="urn:microsoft.com/office/officeart/2005/8/layout/list1"/>
    <dgm:cxn modelId="{A3B253A1-C67D-4B64-9E24-E9A320FBCD46}" srcId="{4230E7D3-374F-410E-B95F-186B3DF64A40}" destId="{0E04DA61-1124-4637-839A-015A350CD53F}" srcOrd="0" destOrd="0" parTransId="{3DB1200B-C3B4-406C-8BF9-086386B9D1B2}" sibTransId="{E4AD6CDF-C0B3-4041-B212-21471FCAE81C}"/>
    <dgm:cxn modelId="{D5C273AB-A852-4478-8CDE-582685AD3C6F}" type="presOf" srcId="{86FBC579-7D22-408E-B675-2DAF06E37ED1}" destId="{87070361-0545-4BD1-9802-FE9BB158CE37}" srcOrd="0" destOrd="2" presId="urn:microsoft.com/office/officeart/2005/8/layout/list1"/>
    <dgm:cxn modelId="{DB100BAD-C338-49F7-ADCC-C8FC938A9ECA}" type="presOf" srcId="{11A88238-6972-4F2F-9262-2279444A4759}" destId="{87070361-0545-4BD1-9802-FE9BB158CE37}" srcOrd="0" destOrd="4" presId="urn:microsoft.com/office/officeart/2005/8/layout/list1"/>
    <dgm:cxn modelId="{958516C1-7B53-46B0-ADE8-3DCBD6E65640}" type="presOf" srcId="{4230E7D3-374F-410E-B95F-186B3DF64A40}" destId="{A6DB3A12-3762-40FD-8809-439CAB1F4FD2}" srcOrd="1" destOrd="0" presId="urn:microsoft.com/office/officeart/2005/8/layout/list1"/>
    <dgm:cxn modelId="{9AFBC6CF-6ADC-4DA3-BA44-27AD34FBFF0C}" srcId="{0CC57F77-BF93-4C5D-9F3D-3BC5A3B3E38F}" destId="{11A88238-6972-4F2F-9262-2279444A4759}" srcOrd="3" destOrd="0" parTransId="{72BA194A-7E37-462A-AD02-8474EFF75C78}" sibTransId="{AE2AA7E3-7C1A-4984-AC74-FAE8ACCF707D}"/>
    <dgm:cxn modelId="{047890D9-762F-44BD-9098-3F454615426A}" srcId="{0CC57F77-BF93-4C5D-9F3D-3BC5A3B3E38F}" destId="{243460F5-3179-4657-B567-85593C779A13}" srcOrd="2" destOrd="0" parTransId="{0A0D6611-7016-431E-8695-A0BBF2F8029D}" sibTransId="{7CD78EED-7969-4191-88B4-015DCD6119FB}"/>
    <dgm:cxn modelId="{278BD3E9-1284-4237-916C-2884D0A97475}" type="presOf" srcId="{82D56026-7F34-4751-BF6A-403D431A27F0}" destId="{89B051B7-AA77-4C2D-8947-FCDFB67FC1A3}" srcOrd="0" destOrd="1" presId="urn:microsoft.com/office/officeart/2005/8/layout/list1"/>
    <dgm:cxn modelId="{28DEA5F7-707F-4CCF-87BE-AFF8509BAE94}" type="presOf" srcId="{673122D6-8FD1-4FC4-8CD5-DA7AE9AE5378}" destId="{87070361-0545-4BD1-9802-FE9BB158CE37}" srcOrd="0" destOrd="1" presId="urn:microsoft.com/office/officeart/2005/8/layout/list1"/>
    <dgm:cxn modelId="{4DCB1C8E-E346-4CEC-993A-36228CA35003}" type="presParOf" srcId="{7B997D19-8B3D-4ECD-AAAE-CE619ECA1ABA}" destId="{41745DA7-9089-4EA8-82E0-A90FC13F25F1}" srcOrd="0" destOrd="0" presId="urn:microsoft.com/office/officeart/2005/8/layout/list1"/>
    <dgm:cxn modelId="{A7264AF4-41BD-4E58-BA9B-81CAB9E7ECFB}" type="presParOf" srcId="{41745DA7-9089-4EA8-82E0-A90FC13F25F1}" destId="{D7676B8E-63F3-4FAC-B1F2-92788EBE7755}" srcOrd="0" destOrd="0" presId="urn:microsoft.com/office/officeart/2005/8/layout/list1"/>
    <dgm:cxn modelId="{7F594DDD-0C40-4536-ACA2-E9DB456B2BF1}" type="presParOf" srcId="{41745DA7-9089-4EA8-82E0-A90FC13F25F1}" destId="{C5200F81-C9CA-4B7E-8181-D9420B0CBE84}" srcOrd="1" destOrd="0" presId="urn:microsoft.com/office/officeart/2005/8/layout/list1"/>
    <dgm:cxn modelId="{E266CBD2-05F8-4A67-B477-9EC2D4CB7057}" type="presParOf" srcId="{7B997D19-8B3D-4ECD-AAAE-CE619ECA1ABA}" destId="{69A80C7D-8EB7-4490-8911-2F24D9D2B714}" srcOrd="1" destOrd="0" presId="urn:microsoft.com/office/officeart/2005/8/layout/list1"/>
    <dgm:cxn modelId="{F89F20F0-A39C-45FC-AA47-44359E16F57E}" type="presParOf" srcId="{7B997D19-8B3D-4ECD-AAAE-CE619ECA1ABA}" destId="{87070361-0545-4BD1-9802-FE9BB158CE37}" srcOrd="2" destOrd="0" presId="urn:microsoft.com/office/officeart/2005/8/layout/list1"/>
    <dgm:cxn modelId="{2D228BBE-B598-4F05-BF1A-87E3F61B16B8}" type="presParOf" srcId="{7B997D19-8B3D-4ECD-AAAE-CE619ECA1ABA}" destId="{AC783CE0-74A9-4F0C-A2AD-BE6C39D87EA2}" srcOrd="3" destOrd="0" presId="urn:microsoft.com/office/officeart/2005/8/layout/list1"/>
    <dgm:cxn modelId="{A3220F50-2132-4763-B273-3B7E0EE93C42}" type="presParOf" srcId="{7B997D19-8B3D-4ECD-AAAE-CE619ECA1ABA}" destId="{764384F5-F7D8-49CC-A3B6-11BE9B86EA44}" srcOrd="4" destOrd="0" presId="urn:microsoft.com/office/officeart/2005/8/layout/list1"/>
    <dgm:cxn modelId="{6A80E951-4460-43B4-9BCE-59CFA30E2E25}" type="presParOf" srcId="{764384F5-F7D8-49CC-A3B6-11BE9B86EA44}" destId="{BF8290E3-781B-42A6-8834-3D4B42337A11}" srcOrd="0" destOrd="0" presId="urn:microsoft.com/office/officeart/2005/8/layout/list1"/>
    <dgm:cxn modelId="{973BF4CF-FA8A-44B7-937B-08320D4C6454}" type="presParOf" srcId="{764384F5-F7D8-49CC-A3B6-11BE9B86EA44}" destId="{A6DB3A12-3762-40FD-8809-439CAB1F4FD2}" srcOrd="1" destOrd="0" presId="urn:microsoft.com/office/officeart/2005/8/layout/list1"/>
    <dgm:cxn modelId="{14DC8F5D-697B-4564-8B27-8AF37F231710}" type="presParOf" srcId="{7B997D19-8B3D-4ECD-AAAE-CE619ECA1ABA}" destId="{EE93BFD4-4C39-40CB-8443-8A464D944DE2}" srcOrd="5" destOrd="0" presId="urn:microsoft.com/office/officeart/2005/8/layout/list1"/>
    <dgm:cxn modelId="{54DC6F2A-2D69-4FA8-8EA5-96640C5BEE59}" type="presParOf" srcId="{7B997D19-8B3D-4ECD-AAAE-CE619ECA1ABA}" destId="{89B051B7-AA77-4C2D-8947-FCDFB67FC1A3}" srcOrd="6"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949C71-B9A0-4CCE-BD8C-0689FF048B5F}"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en-US"/>
        </a:p>
      </dgm:t>
    </dgm:pt>
    <dgm:pt modelId="{0226368D-BF9C-4681-A3E4-286738C924E5}">
      <dgm:prSet/>
      <dgm:spPr/>
      <dgm:t>
        <a:bodyPr/>
        <a:lstStyle/>
        <a:p>
          <a:r>
            <a:rPr lang="en-CA"/>
            <a:t>Advantages</a:t>
          </a:r>
          <a:endParaRPr lang="en-US"/>
        </a:p>
      </dgm:t>
    </dgm:pt>
    <dgm:pt modelId="{2F25F755-150B-4EC2-A18F-C3D28BE57E29}" type="parTrans" cxnId="{BCE01FCE-246F-4E18-BD84-32118530FD1B}">
      <dgm:prSet/>
      <dgm:spPr/>
      <dgm:t>
        <a:bodyPr/>
        <a:lstStyle/>
        <a:p>
          <a:endParaRPr lang="en-US"/>
        </a:p>
      </dgm:t>
    </dgm:pt>
    <dgm:pt modelId="{4F4AF2D2-7A18-4D5E-B7C4-FE7E1AF728FB}" type="sibTrans" cxnId="{BCE01FCE-246F-4E18-BD84-32118530FD1B}">
      <dgm:prSet/>
      <dgm:spPr/>
      <dgm:t>
        <a:bodyPr/>
        <a:lstStyle/>
        <a:p>
          <a:endParaRPr lang="en-US"/>
        </a:p>
      </dgm:t>
    </dgm:pt>
    <dgm:pt modelId="{6F53BEB9-592A-4D18-B2AC-4A5E57FB7142}">
      <dgm:prSet/>
      <dgm:spPr/>
      <dgm:t>
        <a:bodyPr/>
        <a:lstStyle/>
        <a:p>
          <a:r>
            <a:rPr lang="en-CA"/>
            <a:t>Stream</a:t>
          </a:r>
          <a:endParaRPr lang="en-US"/>
        </a:p>
      </dgm:t>
    </dgm:pt>
    <dgm:pt modelId="{333C52C5-C065-45ED-A1CB-AD92877893A7}" type="parTrans" cxnId="{1AD0A91C-26A0-448C-91FF-D4EFD60275D5}">
      <dgm:prSet/>
      <dgm:spPr/>
      <dgm:t>
        <a:bodyPr/>
        <a:lstStyle/>
        <a:p>
          <a:endParaRPr lang="en-US"/>
        </a:p>
      </dgm:t>
    </dgm:pt>
    <dgm:pt modelId="{2E28E779-AA92-4649-A9A7-E22FC92FC32B}" type="sibTrans" cxnId="{1AD0A91C-26A0-448C-91FF-D4EFD60275D5}">
      <dgm:prSet/>
      <dgm:spPr/>
      <dgm:t>
        <a:bodyPr/>
        <a:lstStyle/>
        <a:p>
          <a:endParaRPr lang="en-US"/>
        </a:p>
      </dgm:t>
    </dgm:pt>
    <dgm:pt modelId="{84F5104C-F059-4D65-A857-75E58D5E8E45}">
      <dgm:prSet/>
      <dgm:spPr/>
      <dgm:t>
        <a:bodyPr/>
        <a:lstStyle/>
        <a:p>
          <a:r>
            <a:rPr lang="en-CA"/>
            <a:t>Speed of transformation</a:t>
          </a:r>
          <a:endParaRPr lang="en-US"/>
        </a:p>
      </dgm:t>
    </dgm:pt>
    <dgm:pt modelId="{88C2675C-B668-4088-AA11-6E3644930DDB}" type="parTrans" cxnId="{717822FF-0E8D-42F0-BA45-B24CAEB5A09E}">
      <dgm:prSet/>
      <dgm:spPr/>
      <dgm:t>
        <a:bodyPr/>
        <a:lstStyle/>
        <a:p>
          <a:endParaRPr lang="en-US"/>
        </a:p>
      </dgm:t>
    </dgm:pt>
    <dgm:pt modelId="{2DA0DB3A-C36B-472B-B8FF-D08910BE3F77}" type="sibTrans" cxnId="{717822FF-0E8D-42F0-BA45-B24CAEB5A09E}">
      <dgm:prSet/>
      <dgm:spPr/>
      <dgm:t>
        <a:bodyPr/>
        <a:lstStyle/>
        <a:p>
          <a:endParaRPr lang="en-US"/>
        </a:p>
      </dgm:t>
    </dgm:pt>
    <dgm:pt modelId="{E4B8C1A2-AFF4-4553-8125-6CF7E17EA31D}">
      <dgm:prSet/>
      <dgm:spPr/>
      <dgm:t>
        <a:bodyPr/>
        <a:lstStyle/>
        <a:p>
          <a:r>
            <a:rPr lang="en-CA"/>
            <a:t>Low error propagation</a:t>
          </a:r>
          <a:endParaRPr lang="en-US"/>
        </a:p>
      </dgm:t>
    </dgm:pt>
    <dgm:pt modelId="{B9C06C2A-B9E6-425D-AE4D-B7B92ACDF060}" type="parTrans" cxnId="{8D36B66E-6B9F-4B0F-8C55-0B997F7009A9}">
      <dgm:prSet/>
      <dgm:spPr/>
      <dgm:t>
        <a:bodyPr/>
        <a:lstStyle/>
        <a:p>
          <a:endParaRPr lang="en-US"/>
        </a:p>
      </dgm:t>
    </dgm:pt>
    <dgm:pt modelId="{944F85C5-DA01-42EB-86CD-BE909F891489}" type="sibTrans" cxnId="{8D36B66E-6B9F-4B0F-8C55-0B997F7009A9}">
      <dgm:prSet/>
      <dgm:spPr/>
      <dgm:t>
        <a:bodyPr/>
        <a:lstStyle/>
        <a:p>
          <a:endParaRPr lang="en-US"/>
        </a:p>
      </dgm:t>
    </dgm:pt>
    <dgm:pt modelId="{47BC8626-03A0-44A2-B209-9A7C7CA8F0F6}">
      <dgm:prSet/>
      <dgm:spPr/>
      <dgm:t>
        <a:bodyPr/>
        <a:lstStyle/>
        <a:p>
          <a:r>
            <a:rPr lang="en-CA"/>
            <a:t>Block</a:t>
          </a:r>
          <a:endParaRPr lang="en-US"/>
        </a:p>
      </dgm:t>
    </dgm:pt>
    <dgm:pt modelId="{24926EB3-3FFA-4B6B-9E75-64FA0B50320F}" type="parTrans" cxnId="{031F3EDF-D50B-42DC-8AC1-7C1B6EBEF2EB}">
      <dgm:prSet/>
      <dgm:spPr/>
      <dgm:t>
        <a:bodyPr/>
        <a:lstStyle/>
        <a:p>
          <a:endParaRPr lang="en-US"/>
        </a:p>
      </dgm:t>
    </dgm:pt>
    <dgm:pt modelId="{A5333272-5238-4B56-AAC6-715099A594DB}" type="sibTrans" cxnId="{031F3EDF-D50B-42DC-8AC1-7C1B6EBEF2EB}">
      <dgm:prSet/>
      <dgm:spPr/>
      <dgm:t>
        <a:bodyPr/>
        <a:lstStyle/>
        <a:p>
          <a:endParaRPr lang="en-US"/>
        </a:p>
      </dgm:t>
    </dgm:pt>
    <dgm:pt modelId="{5FD27BF5-1B64-4E57-ADA4-8A9C71562CE6}">
      <dgm:prSet/>
      <dgm:spPr/>
      <dgm:t>
        <a:bodyPr/>
        <a:lstStyle/>
        <a:p>
          <a:r>
            <a:rPr lang="en-CA"/>
            <a:t>High diffusion</a:t>
          </a:r>
          <a:endParaRPr lang="en-US"/>
        </a:p>
      </dgm:t>
    </dgm:pt>
    <dgm:pt modelId="{E708E212-FB8C-4A5A-A988-6DADACE0556A}" type="parTrans" cxnId="{7FEF3D49-7282-46C9-86AC-244ADD9226C8}">
      <dgm:prSet/>
      <dgm:spPr/>
      <dgm:t>
        <a:bodyPr/>
        <a:lstStyle/>
        <a:p>
          <a:endParaRPr lang="en-US"/>
        </a:p>
      </dgm:t>
    </dgm:pt>
    <dgm:pt modelId="{74B4125E-FB01-4D59-8325-2275489084E7}" type="sibTrans" cxnId="{7FEF3D49-7282-46C9-86AC-244ADD9226C8}">
      <dgm:prSet/>
      <dgm:spPr/>
      <dgm:t>
        <a:bodyPr/>
        <a:lstStyle/>
        <a:p>
          <a:endParaRPr lang="en-US"/>
        </a:p>
      </dgm:t>
    </dgm:pt>
    <dgm:pt modelId="{80A162BB-1B1A-42DE-BB83-3CCD283B6044}">
      <dgm:prSet/>
      <dgm:spPr/>
      <dgm:t>
        <a:bodyPr/>
        <a:lstStyle/>
        <a:p>
          <a:r>
            <a:rPr lang="en-CA"/>
            <a:t>Immunity to insertion of symbols</a:t>
          </a:r>
          <a:endParaRPr lang="en-US"/>
        </a:p>
      </dgm:t>
    </dgm:pt>
    <dgm:pt modelId="{8AF86B60-84B7-49A3-ADF4-A76C076CF418}" type="parTrans" cxnId="{8428C7C3-0E82-433B-9943-377ECB310D03}">
      <dgm:prSet/>
      <dgm:spPr/>
      <dgm:t>
        <a:bodyPr/>
        <a:lstStyle/>
        <a:p>
          <a:endParaRPr lang="en-US"/>
        </a:p>
      </dgm:t>
    </dgm:pt>
    <dgm:pt modelId="{3B658455-D564-416E-830C-008D299CDE65}" type="sibTrans" cxnId="{8428C7C3-0E82-433B-9943-377ECB310D03}">
      <dgm:prSet/>
      <dgm:spPr/>
      <dgm:t>
        <a:bodyPr/>
        <a:lstStyle/>
        <a:p>
          <a:endParaRPr lang="en-US"/>
        </a:p>
      </dgm:t>
    </dgm:pt>
    <dgm:pt modelId="{F3D7B587-1510-4CDB-AE38-5D6BE9D128C7}">
      <dgm:prSet/>
      <dgm:spPr/>
      <dgm:t>
        <a:bodyPr/>
        <a:lstStyle/>
        <a:p>
          <a:r>
            <a:rPr lang="en-CA"/>
            <a:t>Disadvantages</a:t>
          </a:r>
          <a:endParaRPr lang="en-US"/>
        </a:p>
      </dgm:t>
    </dgm:pt>
    <dgm:pt modelId="{0C271A7F-177C-4DAA-8731-604ADDDB9A9C}" type="parTrans" cxnId="{D45B2BEE-AB7D-43C8-8D42-202D66DE575B}">
      <dgm:prSet/>
      <dgm:spPr/>
      <dgm:t>
        <a:bodyPr/>
        <a:lstStyle/>
        <a:p>
          <a:endParaRPr lang="en-US"/>
        </a:p>
      </dgm:t>
    </dgm:pt>
    <dgm:pt modelId="{D21AE2DA-741F-49E5-B074-55C42041CA1F}" type="sibTrans" cxnId="{D45B2BEE-AB7D-43C8-8D42-202D66DE575B}">
      <dgm:prSet/>
      <dgm:spPr/>
      <dgm:t>
        <a:bodyPr/>
        <a:lstStyle/>
        <a:p>
          <a:endParaRPr lang="en-US"/>
        </a:p>
      </dgm:t>
    </dgm:pt>
    <dgm:pt modelId="{AAB63BB3-8451-48F1-A145-0E3B3CB2898C}">
      <dgm:prSet/>
      <dgm:spPr/>
      <dgm:t>
        <a:bodyPr/>
        <a:lstStyle/>
        <a:p>
          <a:r>
            <a:rPr lang="en-CA"/>
            <a:t>Stream</a:t>
          </a:r>
          <a:endParaRPr lang="en-US"/>
        </a:p>
      </dgm:t>
    </dgm:pt>
    <dgm:pt modelId="{A3739BDB-551B-4D1C-A5DD-4ECE2E1B3515}" type="parTrans" cxnId="{8143075B-587D-4838-A25D-2110CAE1739F}">
      <dgm:prSet/>
      <dgm:spPr/>
      <dgm:t>
        <a:bodyPr/>
        <a:lstStyle/>
        <a:p>
          <a:endParaRPr lang="en-US"/>
        </a:p>
      </dgm:t>
    </dgm:pt>
    <dgm:pt modelId="{EDD4FE40-9B2B-42FA-9C84-D7F2E5D3C72B}" type="sibTrans" cxnId="{8143075B-587D-4838-A25D-2110CAE1739F}">
      <dgm:prSet/>
      <dgm:spPr/>
      <dgm:t>
        <a:bodyPr/>
        <a:lstStyle/>
        <a:p>
          <a:endParaRPr lang="en-US"/>
        </a:p>
      </dgm:t>
    </dgm:pt>
    <dgm:pt modelId="{A2BFAF0D-A37E-4DFF-ABE7-F9B954853F65}">
      <dgm:prSet/>
      <dgm:spPr/>
      <dgm:t>
        <a:bodyPr/>
        <a:lstStyle/>
        <a:p>
          <a:r>
            <a:rPr lang="en-CA"/>
            <a:t>Low diffusion</a:t>
          </a:r>
          <a:endParaRPr lang="en-US"/>
        </a:p>
      </dgm:t>
    </dgm:pt>
    <dgm:pt modelId="{0F567FF9-BBAA-443F-9D2F-611FF6DFFC33}" type="parTrans" cxnId="{FC19D7DE-B096-4841-B1D6-E8B5487A2388}">
      <dgm:prSet/>
      <dgm:spPr/>
      <dgm:t>
        <a:bodyPr/>
        <a:lstStyle/>
        <a:p>
          <a:endParaRPr lang="en-US"/>
        </a:p>
      </dgm:t>
    </dgm:pt>
    <dgm:pt modelId="{F84DE4FD-F0B7-4BCD-9F1F-4E9F4AA7AF76}" type="sibTrans" cxnId="{FC19D7DE-B096-4841-B1D6-E8B5487A2388}">
      <dgm:prSet/>
      <dgm:spPr/>
      <dgm:t>
        <a:bodyPr/>
        <a:lstStyle/>
        <a:p>
          <a:endParaRPr lang="en-US"/>
        </a:p>
      </dgm:t>
    </dgm:pt>
    <dgm:pt modelId="{28696178-F2D6-4BB7-8D3E-229A6E4E2868}">
      <dgm:prSet/>
      <dgm:spPr/>
      <dgm:t>
        <a:bodyPr/>
        <a:lstStyle/>
        <a:p>
          <a:r>
            <a:rPr lang="en-CA" dirty="0"/>
            <a:t>Susceptibility to malicious insertions</a:t>
          </a:r>
          <a:endParaRPr lang="en-US" dirty="0"/>
        </a:p>
      </dgm:t>
    </dgm:pt>
    <dgm:pt modelId="{4BECFED5-0ADB-48C8-9701-9A6F57DED887}" type="parTrans" cxnId="{E476ED66-DDF5-426B-8E6F-E34E3C7D886A}">
      <dgm:prSet/>
      <dgm:spPr/>
      <dgm:t>
        <a:bodyPr/>
        <a:lstStyle/>
        <a:p>
          <a:endParaRPr lang="en-US"/>
        </a:p>
      </dgm:t>
    </dgm:pt>
    <dgm:pt modelId="{13140DAF-6844-4854-B75C-1DF945859E03}" type="sibTrans" cxnId="{E476ED66-DDF5-426B-8E6F-E34E3C7D886A}">
      <dgm:prSet/>
      <dgm:spPr/>
      <dgm:t>
        <a:bodyPr/>
        <a:lstStyle/>
        <a:p>
          <a:endParaRPr lang="en-US"/>
        </a:p>
      </dgm:t>
    </dgm:pt>
    <dgm:pt modelId="{7D7A4137-A887-4AA3-B491-427CEE888FAD}">
      <dgm:prSet/>
      <dgm:spPr/>
      <dgm:t>
        <a:bodyPr/>
        <a:lstStyle/>
        <a:p>
          <a:r>
            <a:rPr lang="en-CA"/>
            <a:t>Block</a:t>
          </a:r>
          <a:endParaRPr lang="en-US"/>
        </a:p>
      </dgm:t>
    </dgm:pt>
    <dgm:pt modelId="{63B9B743-614F-455E-B1D6-99E161669294}" type="parTrans" cxnId="{B803AC4B-FE89-495B-86A2-B302A85A47C4}">
      <dgm:prSet/>
      <dgm:spPr/>
      <dgm:t>
        <a:bodyPr/>
        <a:lstStyle/>
        <a:p>
          <a:endParaRPr lang="en-US"/>
        </a:p>
      </dgm:t>
    </dgm:pt>
    <dgm:pt modelId="{278C6A24-03B0-4258-B16D-68F9C7302021}" type="sibTrans" cxnId="{B803AC4B-FE89-495B-86A2-B302A85A47C4}">
      <dgm:prSet/>
      <dgm:spPr/>
      <dgm:t>
        <a:bodyPr/>
        <a:lstStyle/>
        <a:p>
          <a:endParaRPr lang="en-US"/>
        </a:p>
      </dgm:t>
    </dgm:pt>
    <dgm:pt modelId="{EE75A441-609B-47A0-9F84-AE78FDFAAF8D}">
      <dgm:prSet/>
      <dgm:spPr/>
      <dgm:t>
        <a:bodyPr/>
        <a:lstStyle/>
        <a:p>
          <a:r>
            <a:rPr lang="en-CA"/>
            <a:t>Slowness of encryption.</a:t>
          </a:r>
          <a:endParaRPr lang="en-US"/>
        </a:p>
      </dgm:t>
    </dgm:pt>
    <dgm:pt modelId="{691887E7-3F48-49CA-A1A4-01A6329D8D28}" type="parTrans" cxnId="{7AF36F70-C5CB-4F55-8197-8C6C3C745746}">
      <dgm:prSet/>
      <dgm:spPr/>
      <dgm:t>
        <a:bodyPr/>
        <a:lstStyle/>
        <a:p>
          <a:endParaRPr lang="en-US"/>
        </a:p>
      </dgm:t>
    </dgm:pt>
    <dgm:pt modelId="{819BF365-47DE-4D50-9FB0-2D36FC4994A5}" type="sibTrans" cxnId="{7AF36F70-C5CB-4F55-8197-8C6C3C745746}">
      <dgm:prSet/>
      <dgm:spPr/>
      <dgm:t>
        <a:bodyPr/>
        <a:lstStyle/>
        <a:p>
          <a:endParaRPr lang="en-US"/>
        </a:p>
      </dgm:t>
    </dgm:pt>
    <dgm:pt modelId="{488A92C0-443A-4736-BBDB-1FB58826C7E1}">
      <dgm:prSet/>
      <dgm:spPr/>
      <dgm:t>
        <a:bodyPr/>
        <a:lstStyle/>
        <a:p>
          <a:r>
            <a:rPr lang="en-CA"/>
            <a:t>Error propagation</a:t>
          </a:r>
          <a:endParaRPr lang="en-US"/>
        </a:p>
      </dgm:t>
    </dgm:pt>
    <dgm:pt modelId="{4A0C3E97-829E-400F-A6A9-944F8378B6AE}" type="parTrans" cxnId="{59100223-B341-41A3-B69F-E1C656909E3A}">
      <dgm:prSet/>
      <dgm:spPr/>
      <dgm:t>
        <a:bodyPr/>
        <a:lstStyle/>
        <a:p>
          <a:endParaRPr lang="en-US"/>
        </a:p>
      </dgm:t>
    </dgm:pt>
    <dgm:pt modelId="{83CA2428-10AE-4715-B605-81D533A5074E}" type="sibTrans" cxnId="{59100223-B341-41A3-B69F-E1C656909E3A}">
      <dgm:prSet/>
      <dgm:spPr/>
      <dgm:t>
        <a:bodyPr/>
        <a:lstStyle/>
        <a:p>
          <a:endParaRPr lang="en-US"/>
        </a:p>
      </dgm:t>
    </dgm:pt>
    <dgm:pt modelId="{381706DC-6740-4333-B84C-5336B8FC9C27}" type="pres">
      <dgm:prSet presAssocID="{63949C71-B9A0-4CCE-BD8C-0689FF048B5F}" presName="Name0" presStyleCnt="0">
        <dgm:presLayoutVars>
          <dgm:dir/>
          <dgm:animLvl val="lvl"/>
          <dgm:resizeHandles val="exact"/>
        </dgm:presLayoutVars>
      </dgm:prSet>
      <dgm:spPr/>
    </dgm:pt>
    <dgm:pt modelId="{97CBAD2E-D18C-454A-BC50-8E8E165D9DE6}" type="pres">
      <dgm:prSet presAssocID="{0226368D-BF9C-4681-A3E4-286738C924E5}" presName="composite" presStyleCnt="0"/>
      <dgm:spPr/>
    </dgm:pt>
    <dgm:pt modelId="{3DFE05A0-CEF1-4D35-954C-7C4C6201002B}" type="pres">
      <dgm:prSet presAssocID="{0226368D-BF9C-4681-A3E4-286738C924E5}" presName="parTx" presStyleLbl="alignNode1" presStyleIdx="0" presStyleCnt="2">
        <dgm:presLayoutVars>
          <dgm:chMax val="0"/>
          <dgm:chPref val="0"/>
          <dgm:bulletEnabled val="1"/>
        </dgm:presLayoutVars>
      </dgm:prSet>
      <dgm:spPr/>
    </dgm:pt>
    <dgm:pt modelId="{E35E4E20-13CA-4D63-A1EB-024C3448C8B3}" type="pres">
      <dgm:prSet presAssocID="{0226368D-BF9C-4681-A3E4-286738C924E5}" presName="desTx" presStyleLbl="alignAccFollowNode1" presStyleIdx="0" presStyleCnt="2">
        <dgm:presLayoutVars>
          <dgm:bulletEnabled val="1"/>
        </dgm:presLayoutVars>
      </dgm:prSet>
      <dgm:spPr/>
    </dgm:pt>
    <dgm:pt modelId="{D773E536-F3C8-4BEC-B548-E70C7A941A96}" type="pres">
      <dgm:prSet presAssocID="{4F4AF2D2-7A18-4D5E-B7C4-FE7E1AF728FB}" presName="space" presStyleCnt="0"/>
      <dgm:spPr/>
    </dgm:pt>
    <dgm:pt modelId="{EA76C5FE-98E6-47E4-99AE-F94DC057AE24}" type="pres">
      <dgm:prSet presAssocID="{F3D7B587-1510-4CDB-AE38-5D6BE9D128C7}" presName="composite" presStyleCnt="0"/>
      <dgm:spPr/>
    </dgm:pt>
    <dgm:pt modelId="{05B960C7-8355-4BE0-9784-F658E1E9937A}" type="pres">
      <dgm:prSet presAssocID="{F3D7B587-1510-4CDB-AE38-5D6BE9D128C7}" presName="parTx" presStyleLbl="alignNode1" presStyleIdx="1" presStyleCnt="2">
        <dgm:presLayoutVars>
          <dgm:chMax val="0"/>
          <dgm:chPref val="0"/>
          <dgm:bulletEnabled val="1"/>
        </dgm:presLayoutVars>
      </dgm:prSet>
      <dgm:spPr/>
    </dgm:pt>
    <dgm:pt modelId="{5D5941EE-8C92-4D67-9C30-72D4EA4BB3E6}" type="pres">
      <dgm:prSet presAssocID="{F3D7B587-1510-4CDB-AE38-5D6BE9D128C7}" presName="desTx" presStyleLbl="alignAccFollowNode1" presStyleIdx="1" presStyleCnt="2">
        <dgm:presLayoutVars>
          <dgm:bulletEnabled val="1"/>
        </dgm:presLayoutVars>
      </dgm:prSet>
      <dgm:spPr/>
    </dgm:pt>
  </dgm:ptLst>
  <dgm:cxnLst>
    <dgm:cxn modelId="{4A16ED16-C185-411B-9464-193AE89D979B}" type="presOf" srcId="{7D7A4137-A887-4AA3-B491-427CEE888FAD}" destId="{5D5941EE-8C92-4D67-9C30-72D4EA4BB3E6}" srcOrd="0" destOrd="3" presId="urn:microsoft.com/office/officeart/2005/8/layout/hList1"/>
    <dgm:cxn modelId="{1AD0A91C-26A0-448C-91FF-D4EFD60275D5}" srcId="{0226368D-BF9C-4681-A3E4-286738C924E5}" destId="{6F53BEB9-592A-4D18-B2AC-4A5E57FB7142}" srcOrd="0" destOrd="0" parTransId="{333C52C5-C065-45ED-A1CB-AD92877893A7}" sibTransId="{2E28E779-AA92-4649-A9A7-E22FC92FC32B}"/>
    <dgm:cxn modelId="{59100223-B341-41A3-B69F-E1C656909E3A}" srcId="{7D7A4137-A887-4AA3-B491-427CEE888FAD}" destId="{488A92C0-443A-4736-BBDB-1FB58826C7E1}" srcOrd="1" destOrd="0" parTransId="{4A0C3E97-829E-400F-A6A9-944F8378B6AE}" sibTransId="{83CA2428-10AE-4715-B605-81D533A5074E}"/>
    <dgm:cxn modelId="{E525C328-D099-4047-83F8-EDE83E2C2DBD}" type="presOf" srcId="{84F5104C-F059-4D65-A857-75E58D5E8E45}" destId="{E35E4E20-13CA-4D63-A1EB-024C3448C8B3}" srcOrd="0" destOrd="1" presId="urn:microsoft.com/office/officeart/2005/8/layout/hList1"/>
    <dgm:cxn modelId="{E13C142A-6ED1-462C-9F06-2619E5D5FD04}" type="presOf" srcId="{47BC8626-03A0-44A2-B209-9A7C7CA8F0F6}" destId="{E35E4E20-13CA-4D63-A1EB-024C3448C8B3}" srcOrd="0" destOrd="3" presId="urn:microsoft.com/office/officeart/2005/8/layout/hList1"/>
    <dgm:cxn modelId="{36ED482D-F222-4542-AD24-7527A304149E}" type="presOf" srcId="{5FD27BF5-1B64-4E57-ADA4-8A9C71562CE6}" destId="{E35E4E20-13CA-4D63-A1EB-024C3448C8B3}" srcOrd="0" destOrd="4" presId="urn:microsoft.com/office/officeart/2005/8/layout/hList1"/>
    <dgm:cxn modelId="{03C1FA33-D610-432C-A54E-FBAC8AE0296C}" type="presOf" srcId="{488A92C0-443A-4736-BBDB-1FB58826C7E1}" destId="{5D5941EE-8C92-4D67-9C30-72D4EA4BB3E6}" srcOrd="0" destOrd="5" presId="urn:microsoft.com/office/officeart/2005/8/layout/hList1"/>
    <dgm:cxn modelId="{8143075B-587D-4838-A25D-2110CAE1739F}" srcId="{F3D7B587-1510-4CDB-AE38-5D6BE9D128C7}" destId="{AAB63BB3-8451-48F1-A145-0E3B3CB2898C}" srcOrd="0" destOrd="0" parTransId="{A3739BDB-551B-4D1C-A5DD-4ECE2E1B3515}" sibTransId="{EDD4FE40-9B2B-42FA-9C84-D7F2E5D3C72B}"/>
    <dgm:cxn modelId="{2A501C5F-3D10-4109-BEAC-C1FD2FE9950C}" type="presOf" srcId="{0226368D-BF9C-4681-A3E4-286738C924E5}" destId="{3DFE05A0-CEF1-4D35-954C-7C4C6201002B}" srcOrd="0" destOrd="0" presId="urn:microsoft.com/office/officeart/2005/8/layout/hList1"/>
    <dgm:cxn modelId="{E476ED66-DDF5-426B-8E6F-E34E3C7D886A}" srcId="{AAB63BB3-8451-48F1-A145-0E3B3CB2898C}" destId="{28696178-F2D6-4BB7-8D3E-229A6E4E2868}" srcOrd="1" destOrd="0" parTransId="{4BECFED5-0ADB-48C8-9701-9A6F57DED887}" sibTransId="{13140DAF-6844-4854-B75C-1DF945859E03}"/>
    <dgm:cxn modelId="{7FEF3D49-7282-46C9-86AC-244ADD9226C8}" srcId="{47BC8626-03A0-44A2-B209-9A7C7CA8F0F6}" destId="{5FD27BF5-1B64-4E57-ADA4-8A9C71562CE6}" srcOrd="0" destOrd="0" parTransId="{E708E212-FB8C-4A5A-A988-6DADACE0556A}" sibTransId="{74B4125E-FB01-4D59-8325-2275489084E7}"/>
    <dgm:cxn modelId="{9C0A6649-1B37-4153-85B9-0DA232511DBD}" type="presOf" srcId="{E4B8C1A2-AFF4-4553-8125-6CF7E17EA31D}" destId="{E35E4E20-13CA-4D63-A1EB-024C3448C8B3}" srcOrd="0" destOrd="2" presId="urn:microsoft.com/office/officeart/2005/8/layout/hList1"/>
    <dgm:cxn modelId="{B803AC4B-FE89-495B-86A2-B302A85A47C4}" srcId="{F3D7B587-1510-4CDB-AE38-5D6BE9D128C7}" destId="{7D7A4137-A887-4AA3-B491-427CEE888FAD}" srcOrd="1" destOrd="0" parTransId="{63B9B743-614F-455E-B1D6-99E161669294}" sibTransId="{278C6A24-03B0-4258-B16D-68F9C7302021}"/>
    <dgm:cxn modelId="{8D36B66E-6B9F-4B0F-8C55-0B997F7009A9}" srcId="{6F53BEB9-592A-4D18-B2AC-4A5E57FB7142}" destId="{E4B8C1A2-AFF4-4553-8125-6CF7E17EA31D}" srcOrd="1" destOrd="0" parTransId="{B9C06C2A-B9E6-425D-AE4D-B7B92ACDF060}" sibTransId="{944F85C5-DA01-42EB-86CD-BE909F891489}"/>
    <dgm:cxn modelId="{7AF36F70-C5CB-4F55-8197-8C6C3C745746}" srcId="{7D7A4137-A887-4AA3-B491-427CEE888FAD}" destId="{EE75A441-609B-47A0-9F84-AE78FDFAAF8D}" srcOrd="0" destOrd="0" parTransId="{691887E7-3F48-49CA-A1A4-01A6329D8D28}" sibTransId="{819BF365-47DE-4D50-9FB0-2D36FC4994A5}"/>
    <dgm:cxn modelId="{979BF770-34CE-46F9-8955-A0A3E657B685}" type="presOf" srcId="{6F53BEB9-592A-4D18-B2AC-4A5E57FB7142}" destId="{E35E4E20-13CA-4D63-A1EB-024C3448C8B3}" srcOrd="0" destOrd="0" presId="urn:microsoft.com/office/officeart/2005/8/layout/hList1"/>
    <dgm:cxn modelId="{B7E7C371-8CCE-4BED-B20E-5BBFE026F10D}" type="presOf" srcId="{63949C71-B9A0-4CCE-BD8C-0689FF048B5F}" destId="{381706DC-6740-4333-B84C-5336B8FC9C27}" srcOrd="0" destOrd="0" presId="urn:microsoft.com/office/officeart/2005/8/layout/hList1"/>
    <dgm:cxn modelId="{BD333D97-5B00-4565-839D-CA764BB27890}" type="presOf" srcId="{A2BFAF0D-A37E-4DFF-ABE7-F9B954853F65}" destId="{5D5941EE-8C92-4D67-9C30-72D4EA4BB3E6}" srcOrd="0" destOrd="1" presId="urn:microsoft.com/office/officeart/2005/8/layout/hList1"/>
    <dgm:cxn modelId="{349E7C9C-2060-4E7C-9C52-56F754667B27}" type="presOf" srcId="{F3D7B587-1510-4CDB-AE38-5D6BE9D128C7}" destId="{05B960C7-8355-4BE0-9784-F658E1E9937A}" srcOrd="0" destOrd="0" presId="urn:microsoft.com/office/officeart/2005/8/layout/hList1"/>
    <dgm:cxn modelId="{A4E363BD-3A06-4729-91A9-DF5BE9888F29}" type="presOf" srcId="{28696178-F2D6-4BB7-8D3E-229A6E4E2868}" destId="{5D5941EE-8C92-4D67-9C30-72D4EA4BB3E6}" srcOrd="0" destOrd="2" presId="urn:microsoft.com/office/officeart/2005/8/layout/hList1"/>
    <dgm:cxn modelId="{5D6E72BE-E2EB-4CD8-9ABA-B113E1A4B5BD}" type="presOf" srcId="{80A162BB-1B1A-42DE-BB83-3CCD283B6044}" destId="{E35E4E20-13CA-4D63-A1EB-024C3448C8B3}" srcOrd="0" destOrd="5" presId="urn:microsoft.com/office/officeart/2005/8/layout/hList1"/>
    <dgm:cxn modelId="{8428C7C3-0E82-433B-9943-377ECB310D03}" srcId="{47BC8626-03A0-44A2-B209-9A7C7CA8F0F6}" destId="{80A162BB-1B1A-42DE-BB83-3CCD283B6044}" srcOrd="1" destOrd="0" parTransId="{8AF86B60-84B7-49A3-ADF4-A76C076CF418}" sibTransId="{3B658455-D564-416E-830C-008D299CDE65}"/>
    <dgm:cxn modelId="{56AFD0C7-A72C-4F3A-B046-141C08DD9A47}" type="presOf" srcId="{EE75A441-609B-47A0-9F84-AE78FDFAAF8D}" destId="{5D5941EE-8C92-4D67-9C30-72D4EA4BB3E6}" srcOrd="0" destOrd="4" presId="urn:microsoft.com/office/officeart/2005/8/layout/hList1"/>
    <dgm:cxn modelId="{BCE01FCE-246F-4E18-BD84-32118530FD1B}" srcId="{63949C71-B9A0-4CCE-BD8C-0689FF048B5F}" destId="{0226368D-BF9C-4681-A3E4-286738C924E5}" srcOrd="0" destOrd="0" parTransId="{2F25F755-150B-4EC2-A18F-C3D28BE57E29}" sibTransId="{4F4AF2D2-7A18-4D5E-B7C4-FE7E1AF728FB}"/>
    <dgm:cxn modelId="{FC19D7DE-B096-4841-B1D6-E8B5487A2388}" srcId="{AAB63BB3-8451-48F1-A145-0E3B3CB2898C}" destId="{A2BFAF0D-A37E-4DFF-ABE7-F9B954853F65}" srcOrd="0" destOrd="0" parTransId="{0F567FF9-BBAA-443F-9D2F-611FF6DFFC33}" sibTransId="{F84DE4FD-F0B7-4BCD-9F1F-4E9F4AA7AF76}"/>
    <dgm:cxn modelId="{031F3EDF-D50B-42DC-8AC1-7C1B6EBEF2EB}" srcId="{0226368D-BF9C-4681-A3E4-286738C924E5}" destId="{47BC8626-03A0-44A2-B209-9A7C7CA8F0F6}" srcOrd="1" destOrd="0" parTransId="{24926EB3-3FFA-4B6B-9E75-64FA0B50320F}" sibTransId="{A5333272-5238-4B56-AAC6-715099A594DB}"/>
    <dgm:cxn modelId="{D45B2BEE-AB7D-43C8-8D42-202D66DE575B}" srcId="{63949C71-B9A0-4CCE-BD8C-0689FF048B5F}" destId="{F3D7B587-1510-4CDB-AE38-5D6BE9D128C7}" srcOrd="1" destOrd="0" parTransId="{0C271A7F-177C-4DAA-8731-604ADDDB9A9C}" sibTransId="{D21AE2DA-741F-49E5-B074-55C42041CA1F}"/>
    <dgm:cxn modelId="{5CEBCFF6-96A0-4566-979A-8881C65DFD3A}" type="presOf" srcId="{AAB63BB3-8451-48F1-A145-0E3B3CB2898C}" destId="{5D5941EE-8C92-4D67-9C30-72D4EA4BB3E6}" srcOrd="0" destOrd="0" presId="urn:microsoft.com/office/officeart/2005/8/layout/hList1"/>
    <dgm:cxn modelId="{717822FF-0E8D-42F0-BA45-B24CAEB5A09E}" srcId="{6F53BEB9-592A-4D18-B2AC-4A5E57FB7142}" destId="{84F5104C-F059-4D65-A857-75E58D5E8E45}" srcOrd="0" destOrd="0" parTransId="{88C2675C-B668-4088-AA11-6E3644930DDB}" sibTransId="{2DA0DB3A-C36B-472B-B8FF-D08910BE3F77}"/>
    <dgm:cxn modelId="{9DB268F0-169C-4CC7-90CB-A02D2FA46481}" type="presParOf" srcId="{381706DC-6740-4333-B84C-5336B8FC9C27}" destId="{97CBAD2E-D18C-454A-BC50-8E8E165D9DE6}" srcOrd="0" destOrd="0" presId="urn:microsoft.com/office/officeart/2005/8/layout/hList1"/>
    <dgm:cxn modelId="{E5C6FB81-94A0-4912-BC0A-509D362D5640}" type="presParOf" srcId="{97CBAD2E-D18C-454A-BC50-8E8E165D9DE6}" destId="{3DFE05A0-CEF1-4D35-954C-7C4C6201002B}" srcOrd="0" destOrd="0" presId="urn:microsoft.com/office/officeart/2005/8/layout/hList1"/>
    <dgm:cxn modelId="{D42088D8-AB9B-451C-A60F-EB295DB8DB3F}" type="presParOf" srcId="{97CBAD2E-D18C-454A-BC50-8E8E165D9DE6}" destId="{E35E4E20-13CA-4D63-A1EB-024C3448C8B3}" srcOrd="1" destOrd="0" presId="urn:microsoft.com/office/officeart/2005/8/layout/hList1"/>
    <dgm:cxn modelId="{D5D20160-1B53-40A1-A4C3-51AFCFB819B1}" type="presParOf" srcId="{381706DC-6740-4333-B84C-5336B8FC9C27}" destId="{D773E536-F3C8-4BEC-B548-E70C7A941A96}" srcOrd="1" destOrd="0" presId="urn:microsoft.com/office/officeart/2005/8/layout/hList1"/>
    <dgm:cxn modelId="{D3772E72-F4E0-44E8-BB46-35E752844117}" type="presParOf" srcId="{381706DC-6740-4333-B84C-5336B8FC9C27}" destId="{EA76C5FE-98E6-47E4-99AE-F94DC057AE24}" srcOrd="2" destOrd="0" presId="urn:microsoft.com/office/officeart/2005/8/layout/hList1"/>
    <dgm:cxn modelId="{09168586-C643-4BA2-A626-340635803653}" type="presParOf" srcId="{EA76C5FE-98E6-47E4-99AE-F94DC057AE24}" destId="{05B960C7-8355-4BE0-9784-F658E1E9937A}" srcOrd="0" destOrd="0" presId="urn:microsoft.com/office/officeart/2005/8/layout/hList1"/>
    <dgm:cxn modelId="{DA162916-5F13-4FF3-9944-BEA6712DF18F}" type="presParOf" srcId="{EA76C5FE-98E6-47E4-99AE-F94DC057AE24}" destId="{5D5941EE-8C92-4D67-9C30-72D4EA4BB3E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070361-0545-4BD1-9802-FE9BB158CE37}">
      <dsp:nvSpPr>
        <dsp:cNvPr id="0" name=""/>
        <dsp:cNvSpPr/>
      </dsp:nvSpPr>
      <dsp:spPr>
        <a:xfrm>
          <a:off x="0" y="355868"/>
          <a:ext cx="7886700" cy="2620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333248" rIns="612096" bIns="113792" numCol="1" spcCol="1270" anchor="t" anchorCtr="0">
          <a:noAutofit/>
        </a:bodyPr>
        <a:lstStyle/>
        <a:p>
          <a:pPr marL="171450" lvl="1" indent="-171450" algn="l" defTabSz="711200">
            <a:lnSpc>
              <a:spcPct val="90000"/>
            </a:lnSpc>
            <a:spcBef>
              <a:spcPct val="0"/>
            </a:spcBef>
            <a:spcAft>
              <a:spcPct val="15000"/>
            </a:spcAft>
            <a:buChar char="•"/>
          </a:pPr>
          <a:r>
            <a:rPr lang="en-CA" sz="1600" kern="1200"/>
            <a:t>Complexity</a:t>
          </a:r>
          <a:endParaRPr lang="en-US" sz="1600" kern="1200"/>
        </a:p>
        <a:p>
          <a:pPr marL="342900" lvl="2" indent="-171450" algn="l" defTabSz="711200">
            <a:lnSpc>
              <a:spcPct val="90000"/>
            </a:lnSpc>
            <a:spcBef>
              <a:spcPct val="0"/>
            </a:spcBef>
            <a:spcAft>
              <a:spcPct val="15000"/>
            </a:spcAft>
            <a:buChar char="•"/>
          </a:pPr>
          <a:r>
            <a:rPr lang="en-CA" sz="1600" kern="1200"/>
            <a:t>The time needed to apply the algorithm is proportional to the length of the message</a:t>
          </a:r>
          <a:endParaRPr lang="en-US" sz="1600" kern="1200"/>
        </a:p>
        <a:p>
          <a:pPr marL="342900" lvl="2" indent="-171450" algn="l" defTabSz="711200">
            <a:lnSpc>
              <a:spcPct val="90000"/>
            </a:lnSpc>
            <a:spcBef>
              <a:spcPct val="0"/>
            </a:spcBef>
            <a:spcAft>
              <a:spcPct val="15000"/>
            </a:spcAft>
            <a:buChar char="•"/>
          </a:pPr>
          <a:r>
            <a:rPr lang="en-CA" sz="1600" kern="1200"/>
            <a:t>Substitution cipher requires only a constant amount of space (26</a:t>
          </a:r>
          <a:r>
            <a:rPr lang="en-CA" sz="1600" kern="1200" baseline="30000"/>
            <a:t>2</a:t>
          </a:r>
          <a:r>
            <a:rPr lang="en-CA" sz="1600" kern="1200"/>
            <a:t> locations)</a:t>
          </a:r>
          <a:endParaRPr lang="en-US" sz="1600" kern="1200"/>
        </a:p>
        <a:p>
          <a:pPr marL="342900" lvl="2" indent="-171450" algn="l" defTabSz="711200">
            <a:lnSpc>
              <a:spcPct val="90000"/>
            </a:lnSpc>
            <a:spcBef>
              <a:spcPct val="0"/>
            </a:spcBef>
            <a:spcAft>
              <a:spcPct val="15000"/>
            </a:spcAft>
            <a:buChar char="•"/>
          </a:pPr>
          <a:r>
            <a:rPr lang="en-CA" sz="1600" kern="1200"/>
            <a:t>Columnar Transposition requires storage for all characters of the message, so it depends on the length of the message</a:t>
          </a:r>
          <a:endParaRPr lang="en-US" sz="1600" kern="1200"/>
        </a:p>
        <a:p>
          <a:pPr marL="342900" lvl="2" indent="-171450" algn="l" defTabSz="711200">
            <a:lnSpc>
              <a:spcPct val="90000"/>
            </a:lnSpc>
            <a:spcBef>
              <a:spcPct val="0"/>
            </a:spcBef>
            <a:spcAft>
              <a:spcPct val="15000"/>
            </a:spcAft>
            <a:buChar char="•"/>
          </a:pPr>
          <a:r>
            <a:rPr lang="en-CA" sz="1600" kern="1200"/>
            <a:t>The delay associated with Columnar Transposition also depends on the length of the message</a:t>
          </a:r>
          <a:endParaRPr lang="en-US" sz="1600" kern="1200"/>
        </a:p>
      </dsp:txBody>
      <dsp:txXfrm>
        <a:off x="0" y="355868"/>
        <a:ext cx="7886700" cy="2620800"/>
      </dsp:txXfrm>
    </dsp:sp>
    <dsp:sp modelId="{C5200F81-C9CA-4B7E-8181-D9420B0CBE84}">
      <dsp:nvSpPr>
        <dsp:cNvPr id="0" name=""/>
        <dsp:cNvSpPr/>
      </dsp:nvSpPr>
      <dsp:spPr>
        <a:xfrm>
          <a:off x="394335" y="119708"/>
          <a:ext cx="5520690" cy="47232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11200">
            <a:lnSpc>
              <a:spcPct val="90000"/>
            </a:lnSpc>
            <a:spcBef>
              <a:spcPct val="0"/>
            </a:spcBef>
            <a:spcAft>
              <a:spcPct val="35000"/>
            </a:spcAft>
            <a:buNone/>
          </a:pPr>
          <a:r>
            <a:rPr lang="en-CA" sz="1600" kern="1200"/>
            <a:t>Columnar Transpositions (cont.)</a:t>
          </a:r>
          <a:endParaRPr lang="en-US" sz="1600" kern="1200"/>
        </a:p>
      </dsp:txBody>
      <dsp:txXfrm>
        <a:off x="417392" y="142765"/>
        <a:ext cx="5474576" cy="426206"/>
      </dsp:txXfrm>
    </dsp:sp>
    <dsp:sp modelId="{89B051B7-AA77-4C2D-8947-FCDFB67FC1A3}">
      <dsp:nvSpPr>
        <dsp:cNvPr id="0" name=""/>
        <dsp:cNvSpPr/>
      </dsp:nvSpPr>
      <dsp:spPr>
        <a:xfrm>
          <a:off x="0" y="3299229"/>
          <a:ext cx="7886700" cy="932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12096" tIns="333248" rIns="612096" bIns="113792" numCol="1" spcCol="1270" anchor="t" anchorCtr="0">
          <a:noAutofit/>
        </a:bodyPr>
        <a:lstStyle/>
        <a:p>
          <a:pPr marL="171450" lvl="1" indent="-171450" algn="l" defTabSz="711200">
            <a:lnSpc>
              <a:spcPct val="90000"/>
            </a:lnSpc>
            <a:spcBef>
              <a:spcPct val="0"/>
            </a:spcBef>
            <a:spcAft>
              <a:spcPct val="15000"/>
            </a:spcAft>
            <a:buChar char="•"/>
          </a:pPr>
          <a:r>
            <a:rPr lang="en-CA" sz="1600" b="1" kern="1200"/>
            <a:t>Substitution</a:t>
          </a:r>
          <a:r>
            <a:rPr lang="en-CA" sz="1600" kern="1200"/>
            <a:t>: each letter </a:t>
          </a:r>
          <a:r>
            <a:rPr lang="en-CA" sz="1600" b="1" kern="1200"/>
            <a:t>retains its position </a:t>
          </a:r>
          <a:r>
            <a:rPr lang="en-CA" sz="1600" kern="1200"/>
            <a:t>but </a:t>
          </a:r>
          <a:r>
            <a:rPr lang="en-CA" sz="1600" b="1" kern="1200"/>
            <a:t>changes its identity</a:t>
          </a:r>
          <a:r>
            <a:rPr lang="en-CA" sz="1600" kern="1200"/>
            <a:t>,</a:t>
          </a:r>
          <a:endParaRPr lang="en-US" sz="1600" kern="1200"/>
        </a:p>
        <a:p>
          <a:pPr marL="171450" lvl="1" indent="-171450" algn="l" defTabSz="711200">
            <a:lnSpc>
              <a:spcPct val="90000"/>
            </a:lnSpc>
            <a:spcBef>
              <a:spcPct val="0"/>
            </a:spcBef>
            <a:spcAft>
              <a:spcPct val="15000"/>
            </a:spcAft>
            <a:buChar char="•"/>
          </a:pPr>
          <a:r>
            <a:rPr lang="en-CA" sz="1600" b="1" kern="1200"/>
            <a:t>Transposition</a:t>
          </a:r>
          <a:r>
            <a:rPr lang="en-CA" sz="1600" kern="1200"/>
            <a:t>: each letter </a:t>
          </a:r>
          <a:r>
            <a:rPr lang="en-CA" sz="1600" b="1" kern="1200"/>
            <a:t>retains its identity </a:t>
          </a:r>
          <a:r>
            <a:rPr lang="en-CA" sz="1600" kern="1200"/>
            <a:t>but </a:t>
          </a:r>
          <a:r>
            <a:rPr lang="en-CA" sz="1600" b="1" kern="1200"/>
            <a:t>changes its position</a:t>
          </a:r>
          <a:r>
            <a:rPr lang="en-CA" sz="1600" kern="1200"/>
            <a:t>.</a:t>
          </a:r>
          <a:endParaRPr lang="en-US" sz="1600" kern="1200"/>
        </a:p>
      </dsp:txBody>
      <dsp:txXfrm>
        <a:off x="0" y="3299229"/>
        <a:ext cx="7886700" cy="932400"/>
      </dsp:txXfrm>
    </dsp:sp>
    <dsp:sp modelId="{A6DB3A12-3762-40FD-8809-439CAB1F4FD2}">
      <dsp:nvSpPr>
        <dsp:cNvPr id="0" name=""/>
        <dsp:cNvSpPr/>
      </dsp:nvSpPr>
      <dsp:spPr>
        <a:xfrm>
          <a:off x="394335" y="3063069"/>
          <a:ext cx="5520690" cy="47232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11200">
            <a:lnSpc>
              <a:spcPct val="90000"/>
            </a:lnSpc>
            <a:spcBef>
              <a:spcPct val="0"/>
            </a:spcBef>
            <a:spcAft>
              <a:spcPct val="35000"/>
            </a:spcAft>
            <a:buNone/>
          </a:pPr>
          <a:r>
            <a:rPr lang="en-CA" sz="1600" kern="1200"/>
            <a:t>Difference between Substitution and Transposition</a:t>
          </a:r>
          <a:endParaRPr lang="en-US" sz="1600" kern="1200"/>
        </a:p>
      </dsp:txBody>
      <dsp:txXfrm>
        <a:off x="417392" y="3086126"/>
        <a:ext cx="5474576" cy="4262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FE05A0-CEF1-4D35-954C-7C4C6201002B}">
      <dsp:nvSpPr>
        <dsp:cNvPr id="0" name=""/>
        <dsp:cNvSpPr/>
      </dsp:nvSpPr>
      <dsp:spPr>
        <a:xfrm>
          <a:off x="36" y="18126"/>
          <a:ext cx="3489498" cy="7200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CA" sz="2500" kern="1200"/>
            <a:t>Advantages</a:t>
          </a:r>
          <a:endParaRPr lang="en-US" sz="2500" kern="1200"/>
        </a:p>
      </dsp:txBody>
      <dsp:txXfrm>
        <a:off x="36" y="18126"/>
        <a:ext cx="3489498" cy="720000"/>
      </dsp:txXfrm>
    </dsp:sp>
    <dsp:sp modelId="{E35E4E20-13CA-4D63-A1EB-024C3448C8B3}">
      <dsp:nvSpPr>
        <dsp:cNvPr id="0" name=""/>
        <dsp:cNvSpPr/>
      </dsp:nvSpPr>
      <dsp:spPr>
        <a:xfrm>
          <a:off x="36" y="738126"/>
          <a:ext cx="3489498" cy="411750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CA" sz="2500" kern="1200"/>
            <a:t>Stream</a:t>
          </a:r>
          <a:endParaRPr lang="en-US" sz="2500" kern="1200"/>
        </a:p>
        <a:p>
          <a:pPr marL="457200" lvl="2" indent="-228600" algn="l" defTabSz="1111250">
            <a:lnSpc>
              <a:spcPct val="90000"/>
            </a:lnSpc>
            <a:spcBef>
              <a:spcPct val="0"/>
            </a:spcBef>
            <a:spcAft>
              <a:spcPct val="15000"/>
            </a:spcAft>
            <a:buChar char="•"/>
          </a:pPr>
          <a:r>
            <a:rPr lang="en-CA" sz="2500" kern="1200"/>
            <a:t>Speed of transformation</a:t>
          </a:r>
          <a:endParaRPr lang="en-US" sz="2500" kern="1200"/>
        </a:p>
        <a:p>
          <a:pPr marL="457200" lvl="2" indent="-228600" algn="l" defTabSz="1111250">
            <a:lnSpc>
              <a:spcPct val="90000"/>
            </a:lnSpc>
            <a:spcBef>
              <a:spcPct val="0"/>
            </a:spcBef>
            <a:spcAft>
              <a:spcPct val="15000"/>
            </a:spcAft>
            <a:buChar char="•"/>
          </a:pPr>
          <a:r>
            <a:rPr lang="en-CA" sz="2500" kern="1200"/>
            <a:t>Low error propagation</a:t>
          </a:r>
          <a:endParaRPr lang="en-US" sz="2500" kern="1200"/>
        </a:p>
        <a:p>
          <a:pPr marL="228600" lvl="1" indent="-228600" algn="l" defTabSz="1111250">
            <a:lnSpc>
              <a:spcPct val="90000"/>
            </a:lnSpc>
            <a:spcBef>
              <a:spcPct val="0"/>
            </a:spcBef>
            <a:spcAft>
              <a:spcPct val="15000"/>
            </a:spcAft>
            <a:buChar char="•"/>
          </a:pPr>
          <a:r>
            <a:rPr lang="en-CA" sz="2500" kern="1200"/>
            <a:t>Block</a:t>
          </a:r>
          <a:endParaRPr lang="en-US" sz="2500" kern="1200"/>
        </a:p>
        <a:p>
          <a:pPr marL="457200" lvl="2" indent="-228600" algn="l" defTabSz="1111250">
            <a:lnSpc>
              <a:spcPct val="90000"/>
            </a:lnSpc>
            <a:spcBef>
              <a:spcPct val="0"/>
            </a:spcBef>
            <a:spcAft>
              <a:spcPct val="15000"/>
            </a:spcAft>
            <a:buChar char="•"/>
          </a:pPr>
          <a:r>
            <a:rPr lang="en-CA" sz="2500" kern="1200"/>
            <a:t>High diffusion</a:t>
          </a:r>
          <a:endParaRPr lang="en-US" sz="2500" kern="1200"/>
        </a:p>
        <a:p>
          <a:pPr marL="457200" lvl="2" indent="-228600" algn="l" defTabSz="1111250">
            <a:lnSpc>
              <a:spcPct val="90000"/>
            </a:lnSpc>
            <a:spcBef>
              <a:spcPct val="0"/>
            </a:spcBef>
            <a:spcAft>
              <a:spcPct val="15000"/>
            </a:spcAft>
            <a:buChar char="•"/>
          </a:pPr>
          <a:r>
            <a:rPr lang="en-CA" sz="2500" kern="1200"/>
            <a:t>Immunity to insertion of symbols</a:t>
          </a:r>
          <a:endParaRPr lang="en-US" sz="2500" kern="1200"/>
        </a:p>
      </dsp:txBody>
      <dsp:txXfrm>
        <a:off x="36" y="738126"/>
        <a:ext cx="3489498" cy="4117500"/>
      </dsp:txXfrm>
    </dsp:sp>
    <dsp:sp modelId="{05B960C7-8355-4BE0-9784-F658E1E9937A}">
      <dsp:nvSpPr>
        <dsp:cNvPr id="0" name=""/>
        <dsp:cNvSpPr/>
      </dsp:nvSpPr>
      <dsp:spPr>
        <a:xfrm>
          <a:off x="3978064" y="18126"/>
          <a:ext cx="3489498" cy="7200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CA" sz="2500" kern="1200"/>
            <a:t>Disadvantages</a:t>
          </a:r>
          <a:endParaRPr lang="en-US" sz="2500" kern="1200"/>
        </a:p>
      </dsp:txBody>
      <dsp:txXfrm>
        <a:off x="3978064" y="18126"/>
        <a:ext cx="3489498" cy="720000"/>
      </dsp:txXfrm>
    </dsp:sp>
    <dsp:sp modelId="{5D5941EE-8C92-4D67-9C30-72D4EA4BB3E6}">
      <dsp:nvSpPr>
        <dsp:cNvPr id="0" name=""/>
        <dsp:cNvSpPr/>
      </dsp:nvSpPr>
      <dsp:spPr>
        <a:xfrm>
          <a:off x="3978064" y="738126"/>
          <a:ext cx="3489498" cy="411750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CA" sz="2500" kern="1200"/>
            <a:t>Stream</a:t>
          </a:r>
          <a:endParaRPr lang="en-US" sz="2500" kern="1200"/>
        </a:p>
        <a:p>
          <a:pPr marL="457200" lvl="2" indent="-228600" algn="l" defTabSz="1111250">
            <a:lnSpc>
              <a:spcPct val="90000"/>
            </a:lnSpc>
            <a:spcBef>
              <a:spcPct val="0"/>
            </a:spcBef>
            <a:spcAft>
              <a:spcPct val="15000"/>
            </a:spcAft>
            <a:buChar char="•"/>
          </a:pPr>
          <a:r>
            <a:rPr lang="en-CA" sz="2500" kern="1200"/>
            <a:t>Low diffusion</a:t>
          </a:r>
          <a:endParaRPr lang="en-US" sz="2500" kern="1200"/>
        </a:p>
        <a:p>
          <a:pPr marL="457200" lvl="2" indent="-228600" algn="l" defTabSz="1111250">
            <a:lnSpc>
              <a:spcPct val="90000"/>
            </a:lnSpc>
            <a:spcBef>
              <a:spcPct val="0"/>
            </a:spcBef>
            <a:spcAft>
              <a:spcPct val="15000"/>
            </a:spcAft>
            <a:buChar char="•"/>
          </a:pPr>
          <a:r>
            <a:rPr lang="en-CA" sz="2500" kern="1200" dirty="0"/>
            <a:t>Susceptibility to malicious insertions</a:t>
          </a:r>
          <a:endParaRPr lang="en-US" sz="2500" kern="1200" dirty="0"/>
        </a:p>
        <a:p>
          <a:pPr marL="228600" lvl="1" indent="-228600" algn="l" defTabSz="1111250">
            <a:lnSpc>
              <a:spcPct val="90000"/>
            </a:lnSpc>
            <a:spcBef>
              <a:spcPct val="0"/>
            </a:spcBef>
            <a:spcAft>
              <a:spcPct val="15000"/>
            </a:spcAft>
            <a:buChar char="•"/>
          </a:pPr>
          <a:r>
            <a:rPr lang="en-CA" sz="2500" kern="1200"/>
            <a:t>Block</a:t>
          </a:r>
          <a:endParaRPr lang="en-US" sz="2500" kern="1200"/>
        </a:p>
        <a:p>
          <a:pPr marL="457200" lvl="2" indent="-228600" algn="l" defTabSz="1111250">
            <a:lnSpc>
              <a:spcPct val="90000"/>
            </a:lnSpc>
            <a:spcBef>
              <a:spcPct val="0"/>
            </a:spcBef>
            <a:spcAft>
              <a:spcPct val="15000"/>
            </a:spcAft>
            <a:buChar char="•"/>
          </a:pPr>
          <a:r>
            <a:rPr lang="en-CA" sz="2500" kern="1200"/>
            <a:t>Slowness of encryption.</a:t>
          </a:r>
          <a:endParaRPr lang="en-US" sz="2500" kern="1200"/>
        </a:p>
        <a:p>
          <a:pPr marL="457200" lvl="2" indent="-228600" algn="l" defTabSz="1111250">
            <a:lnSpc>
              <a:spcPct val="90000"/>
            </a:lnSpc>
            <a:spcBef>
              <a:spcPct val="0"/>
            </a:spcBef>
            <a:spcAft>
              <a:spcPct val="15000"/>
            </a:spcAft>
            <a:buChar char="•"/>
          </a:pPr>
          <a:r>
            <a:rPr lang="en-CA" sz="2500" kern="1200"/>
            <a:t>Error propagation</a:t>
          </a:r>
          <a:endParaRPr lang="en-US" sz="2500" kern="1200"/>
        </a:p>
      </dsp:txBody>
      <dsp:txXfrm>
        <a:off x="3978064" y="738126"/>
        <a:ext cx="3489498" cy="41175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14T21:10:56.757"/>
    </inkml:context>
    <inkml:brush xml:id="br0">
      <inkml:brushProperty name="width" value="0.09071" units="cm"/>
      <inkml:brushProperty name="height" value="0.09071" units="cm"/>
    </inkml:brush>
  </inkml:definitions>
  <inkml:trace contextRef="#ctx0" brushRef="#br0">9702 1369 8539,'-3'-29'0,"0"4"0,1 5 0,1 5 0,1 1 0,0 5 0,0 3 0,-1 1 0,-3 0 0,3 3 0,-2 5 0,2 4 0,1 1 0,-1 5 0,-1 4 0,-1 3 0,1 1 0,1 5 0,1-1 0,0 3 0,0 3 0,0-1 788,0 4 0,3 0 0,1 5 0,0 1-519,0 3 1,4 3-1,-3 1 1,1 2-296,0 1 1,-3-1-1,4-3 1,-1-3-1,-1-1-84,-2-1 0,1-4 1,0 2 292,2-4 1,-3-5-1,2 1-127,-1-2 1,2-5 0,-2-3 0,0-2 0,2-3-31,-1-4 0,-2-5-175,3-1 331,-4-4 1,3 3-140,-2-5 0,0-2 1,2-4-1,0-5 895,0-6-684,-3-3 1,6-9 0,-2-2 0,0-2 2,0-1 1,-1-2 0,2 3 0,-1 1-1,-1 4 772,0 5-1868,-3 4 1,2 4-105,-4 3 545,4 6 0,-3 3 190,2 6 1,-2 6 185,-1 6-35,0 7 0,-1 5 0,-2 6 316,-3 3-172,-2 4 1,-1 2-1,-1-1 177,1-3 1,0-6 0,-1-3 0,1-5 94,0-5 210,-1-2 0,0-8 0,-1-1 669,-2-1 0,1-4-572,2-6 0,-3-4-177,-3-5 1,-4-2-217,-2-5 1,-4-7-469,1-2 1,2-3 0,-1 0-1,1-3 434,2-2-3516,6-6 0,6 4 3277,4-3 0,2 3 0,2 1 0,5 0 0,6 0 0</inkml:trace>
</inkml:ink>
</file>

<file path=ppt/ink/ink2.xml><?xml version="1.0" encoding="utf-8"?>
<inkml:ink xmlns:inkml="http://www.w3.org/2003/InkML">
  <inkml:definitions>
    <inkml:context xml:id="ctx0">
      <inkml:inkSource xml:id="inkSrc0">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618.23126" units="1/cm"/>
          <inkml:channelProperty channel="Y" name="resolution" value="620.60608" units="1/cm"/>
          <inkml:channelProperty channel="F" name="resolution" value="0" units="1/dev"/>
          <inkml:channelProperty channel="T" name="resolution" value="1" units="1/dev"/>
        </inkml:channelProperties>
      </inkml:inkSource>
      <inkml:timestamp xml:id="ts0" timeString="2023-02-15T17:28:43.509"/>
    </inkml:context>
    <inkml:brush xml:id="br0">
      <inkml:brushProperty name="width" value="0.05292" units="cm"/>
      <inkml:brushProperty name="height" value="0.05292" units="cm"/>
    </inkml:brush>
  </inkml:definitions>
  <inkml:trace contextRef="#ctx0" brushRef="#br0">16926 6984 12 0,'0'0'0'0,"0"0"0"15,0 0 0-15,0 0 30 0,0 0 2 0,-39 14-1 16,25-9 0-16,-3 4 0 0,3 2-1 0,-5 11 0 16,-4 0 2-16,-8 6-11 0,-5 8 0 0,0-8 1 15,0 8 0-15,-3-5 22 0,-3-6 0 0,-9 9-1 16,-2 7 2-16,3-7 71 0,-6-12 1 0,-2 14-2 15,-4 12 2-15,-2-4-115 0,6-2 2 0,-12 17-1 16,0-6 0-16,-8-3 11 0,3-3-1 0,-6-2 1 0,-3-1-1 16,3 4 10-16,9-7 0 0,-4 1 0 0,4 6 0 15,-9-7 1-15,-3-13 0 0,0 0 0 16,-8 17 1-16,8-15-2 0,6 4 1 0,3 10-1 0,-3-2 1 0,5-3-6 16,12 0 0-16,-3-8 0 0,5 2 0 0,3-10-4 15,9-1 1-15,5-3-1 0,6-2 1 0,5-3-4 16,9-8 1-16,11-4-1 0,2-2 0 0,4 0 8 15,5 0 1-15,0 0 0 0,-3 0 1 0,3 0-18 16,0 0 0-16,0 0 1 0,44-36-1 0,15-3 0 0,-3 6 1 16,-3-3-1-16,-3-9 2 0,-5 6 6 0,5 0 1 15,-3-3 1-15,4 6-1 0,-4-6-2 0,-2 11 0 16,-9 4 0-16,-5 7 1 0,-3 6 3 0,-6 3-1 16,0 5 1-16,-13-2 0 0,-4 8-3 0,-5 0-1 15,0 0 0-15,0-8 1 0,0 8 18 0,0 0 1 0,0 0 1 16,-28 22-1-16,-22 14-14 0,-3 9-1 0,-6 5 1 15,4 0 1-15,4 9-17 0,4-12 0 0,-9 3 0 16,9-2 0-16,5-1 0 0,6-11 0 0,5 0 0 16,9 6 0-16,8-14 0 0,0-6 0 0,5-8 0 15,18 9 0-15,-9-15 0 0,8-2 0 0,6-4 0 16,8 9 0-16,6-11 0 0,9 0 1 0,7-5-1 16,20-1 1-16,9 4 39 0,2-12-1 15,3 5 0-15,6 9 1 0,3 0-13 0,-1-5 0 0,9 5 0 16</inkml:trace>
  <inkml:trace contextRef="#ctx0" brushRef="#br0" timeOffset="12667.81">12785 6708 12 0,'0'0'0'0,"0"0"0"16,0 0 0-16,0 0 0 0,0 0 0 0,0 0 0 16,0 0 0-16,0 0 69 0,0 0 2 0,-28 0 0 15,14 3 0-15,-6 8 80 0,-2-8 2 0,0 5-2 16,-15 25 2-16,-7-5-152 0,2 3 0 0,3 11 0 16,-3-1 0-16,-6-2 9 0,-2-2 0 0,6 2 1 0,-4 8-1 15,1-11 12-15,-1-5 1 0,-2 5-1 0,-3 3 0 16,3-5 3-16,5-12 1 0,0 0-1 0,-8 20 0 15,6-14-6-15,8-6 1 0,-9 6-1 0,1 8 1 0,0-5-4 16,8-9-1-16,-3 0 1 0,3 9 1 0,2-9-5 16,4 1 2-16,8 2-1 0,-3-6 1 0,5-2-4 15,4-6 0-15,8-2 0 0,0-4 0 0,8-2 0 16,-3-3 1-16,6 0-1 0,-3 0 2 0,3 0-10 0,0 0 1 16,0 0-1-16,9-3 2 0,5-8-2 0,3-3 1 15,2 8 1-15,40-27-1 0,10-17 5 0,-7 5 0 16,-9 6 0-16,-11 17 1 0,-3-9 32 0,-9 1 2 15,-2 5-2-15,-5 16 2 0,-4-13-9 0,-5 8-1 16,-5 6 1-16,-7 2 0 0,1 6 9 0,-3-8 2 0,-5 8-1 16,5 0 1-16,0 8-29 0,0-2-1 0,-6-6 1 15,-16 22 0-15,-17 3-12 0,-3 6 2 0,-3 5-2 16,9 3 2-16,2-6-8 0,9-10 0 0,-3 5-1 16,6 2 2-16,2 6 0 0,12-5 1 0,5 2 0 15,-2-5 0-15,10-8 1 0,4 2 0 0,7 0 0 16,10-8 2-16,4 9 0 0,6-7 0 0,4 4 1 15,10-15 0-15,6-5 2 0,2 9 1 0,1-4-1 16,13 18 1-16,-13-23 1 0,-6-14 0 0,14-14 0 0</inkml:trace>
  <inkml:trace contextRef="#ctx0" brushRef="#br0" timeOffset="18655.16">11015 8979 12 0,'0'0'0'0,"0"0"0"16,0 0 0-16,0 0 0 0,0 0 0 0,0 0 0 16,0 0 0-16,0 0 104 0,0 0 2 0,0 0-2 0,-44 8 2 15,5 1 28-15,-3-7 1 0,-11 1 0 0,-9 20 0 16,9-1-25-16,0-3 1 0,-2-2 0 0,-7 3 1 0,-2-1-105 15,5 1 2-15,1 2-1 0,-6 6 1 0,-3-3 8 16,0-3 0-16,-11 3 0 16,-3 9 0-16,0-18-1 0,8 9 2 0,-8-2-1 0,-3 7 1 0,12-7-12 15,2-4 1-15,-2 12-1 16,-1 2 1-16,3-19-1 0,17-8-1 0,0 2 1 16,11 0 1-16,12-2 4 0,2-9 0 0,8-5 0 15,9 5 2-15,6 3 30 0,5 0 2 0,5-11 0 0,-5 3 0 16,8-1-42-16,-5 1 2 0,8-3-1 0,17-12 1 0,17-7-3 0,-6-6 0 15,3 8 1-15,3 5-1 16,-9 4-2-16,0 2 1 0,-5 3 0 0,2 0 0 16,-10 3 3-16,-9 8 0 0,2-5-1 0,-10 8 2 15,-3 0 5-15,2 0 0 0,-5-3 0 0,0 6 0 0,-5 5-10 0,2-5 1 0,3 0 1 16,-20 19-1-16,-19 14 1 0,-8 1 0 0,2-9 0 16,6-1 1-16,11-4 25 0,6-12 1 0,2 3 0 15,12 3 0-15,2 2-5 0,6-8-1 0,3-5 1 16,8 5 1-16,9 8-24 0,-6-13 0 0,8 5 0 15,45 14 1-15,6-8-2 0,-6 2 1 0,2 4 0 16</inkml:trace>
  <inkml:trace contextRef="#ctx0" brushRef="#br0" timeOffset="24659.04">9235 10888 12 0,'0'0'0'0,"0"0"0"0,0 0 0 0,0 30 17 0,0-4 0 16,0 7-1-16,-3 23 1 15,-2-9 104-15,-1-2 2 0,3 5-1 0,3 3 0 0,0 0-55 0,0-3 0 0,-5 0 0 16,5 11 1-16,-3-13-18 0,3-12 1 0,0 3-1 16,0 11 1-16,3-14-14 0,-3-11 0 0,0 3 0 15,0 8 1-15,0-10-12 0,0-10 1 0,0-2-1 16,0 3 1-16,0-11-13 0,0-6 0 0,0 0 1 15</inkml:trace>
  <inkml:trace contextRef="#ctx0" brushRef="#br0" timeOffset="24866.42">9467 10877 438 0,'0'0'0'0,"0"0"0"0,0 0 0 0,39 11 38 16,-28-11 2-16,0 3-2 0,0 10 1 0,3 1 5 0,-5-2 0 15,-4-1-1-15,12 17 2 0,-9-1-14 0,1 1-1 16,2 0 0-16,-3 11 2 0,6-11 8 0,0-3 2 16,-11 6-1-16,5-1 1 0,3-7-20 0,-11-4 0 15,9 1 1-15,-9 5-1 0,0-14-8 0,-6 0 0 16,3 0 1-16</inkml:trace>
  <inkml:trace contextRef="#ctx0" brushRef="#br0" timeOffset="25006.62">9210 10871 515 0,'0'0'0'0,"0"0"0"16,-50 53 0-16,22-33-34 0,5 5 0 0,-7 16 1 15,-7 23 0-15,4-8 14 0,8-3 1 0,3 3-1 16</inkml:trace>
  <inkml:trace contextRef="#ctx0" brushRef="#br0" timeOffset="47742.06">10764 10966 12 0,'0'0'0'0,"0"0"0"0,0 0 0 0,0 0 7 16,0 0-1-16,0 0 1 0,0 0 1 0,0 0 77 15,0 0 2-15,0 0-1 0,0 0 0 0,0 0 113 16,0 0 1-16,-33-11-2 0,16 19 2 0,-14-2-167 15,-2-1 0-15,2 1 1 0,-14 22 0 0,4-9 0 16,-1-5 2-16,-6 3-1 0,-2 8 1 0,0-8-10 0,0-6 1 16,-3 3 0-16,-20 5 0 0,6-8-10 0,3 0 1 15,-3 6-2-15,-11-3 2 0,2-3-5 0,4-2-1 16,-6 2 0-16,-3 0 1 0,0-6-5 0,0 4 0 16,3-6 0-1,-3-3 1-15,3 0-1 0,11-3 0 0,3 3 0 16,5-6 1-16,6 1 0 0,0 2 0 0,11-5 0 15,11 8 0-15,4-6-1 0,4-5-1 0,1 5 1 16,11 3 1-16,8-8 3 0,-3-3 0 0,6 3-1 16,6 6 1-16,-3-1-17 0,8 1 0 0,-3-12 1 15,15 6-1-15,7-9 2 0,4-2 0 0,2-3-1 16,0 11 2-16,1-6 0 0,-7 1 1 0,1 2-2 16,-3 17 2-16,0-14 4 0,-6-5 0 0,0 8 0 0,-8 19 1 15,-5-8 26-15,-1-8 0 0,-2 8 1 0,-6 8 0 16,0-5-11-16,0-3 0 0,-6 0 1 0,-2 14-1 15,-20 5-7-15,-3 3 1 0,0 1-1 0,-24 24 2 16,2 6-12-16,2-6 0 0,1-8 1 0,20-5 0 0,-7-9-3 16,9 0 1-16,6-8-1 0,8 2 1 0,6-8 2 15,-1 1 2-15,4-4-1 0,10 3 0 0,-5 0 6 16,9 0 1-16,-4-8-1 0,18 8 1 0,7-5 3 16,7 2 0-16,2-5 1 0,30 3 0 0,7-1 0 15,5-5-1-15,2-3 1 0</inkml:trace>
  <inkml:trace contextRef="#ctx0" brushRef="#br0" timeOffset="85343.29">10918 11559 12 0,'0'0'0'0,"0"0"0"15,0 0 0-15,0 0 0 0,-42 31 0 0,25-25 0 16,-33 13 0-16,-9-8 155 0,9 3 1 0,-6-8-1 0,9 16 1 15,-1-8-44-15,4 0 0 0,-6 8 0 0,-4 6 2 16,1-3-116-16,-5-5 2 0,2-4-1 0,-11 9 1 16,-5-5 36-16,-7-6 0 0,-4 0 0 0,-1 8 0 0,9 3 0 15,2 0 1-15,6-2 0 0,3-7 0 0,5 4-7 16,1-3 2-16,-9-4-2 0,3-7 1 0,5 2 0 16,14-5 0-16,1 3-1 0,7-6 2 15,4 3 24-15,8-1 0 0,0 1 0 0,8-6 1 0,9 1 34 0,2-1 0 16,6 3 0-16,0-9 0 0,-3 7-60 0,3 2 2 15,0-6-1-15,9 0 1 0,13-5-15 0,0 0 0 16,-5 0 0-16,25-11 1 0,0 2-10 0,-3 6 1 16,-6 0-1-16,-2 3 1 0,-9 11-11 0,-13-5 1 0,-4 5 0 15,-2 0 0-15,3-3-1 0,-6 3 1 0,0 0 0 16,0 0 0-16,0 0 0 0,0 0 0 0,0 0 0 16,-51 19 0-16,-16 12 0 0,0 0 1 0,3-3 0 15,11-3 0-15,6 0 3 0,8-9 0 0,-3 12-1 16,11 3 2-16,0-6 3 0,4-5 0 0,4 2 0 15,9 0-1-15,6-8 3 0,8-8 1 0,0 10-1 16,0-7 1-16,8-4 1 0,6-2 2 0,0 0-1 16,39-6 1-16,11 0-3 0,3-5 0 15,20 2 0-15,16 6 1 0,0 0-2 0,6-16 0 16,6-1 0-16,-26-14 1 0,-89 31-2020 0</inkml:trace>
  <inkml:trace contextRef="#ctx0" brushRef="#br0" timeOffset="134175.93">11311 11136 12 0,'0'0'0'16,"0"0"0"-16,0 0 0 0,0 0 27 0,0 0 0 15,-28-6 0-15,20 12 1 0,-3-1 102 0,0-2 0 16,-1 6 0-16,-13 7 2 0,-22 9 168 0,-1-2 2 16,7-1-1-16,-4-5 1 0,3 2-403 0,-3 1 1 15,1 2-1-15,-1 6 1 0,-5 2 106 0,0-7 0 0,-1 2 0 16,1 11 1-16,3-5 3 0,-3-15 1 0,-9 18 0 15,0 2 0-15,-5-5 92 16,6-6 0-16,-1 0-1 0,-8 11 1 0,8-11-103 0,9-8 1 0,-8 2 0 16,-1 4 1-16,0-18 9 0,9 4 0 0,-8-4 0 15,-12 12 0-15,8-3 30 0,4-9-1 0,2 4 1 16,3 2-1-16,8-8-34 0,9-3-1 0,8 0 1 0,9 0 1 16,7 0-3-16,-2-3 1 0,6-3-1 0,2 4 1 15,6-1 2-15,0-6 1 0,0 4 0 16,6-3 0-16,2 2 2 0,6-8 0 0,3 6 0 0,19-17 0 15,1-6 2-15,-7 9 0 0,4 5-1 0,2 14 2 0,-5-8-3 16,-14 0 0-16,-3 2 0 0,0 15 1 0,13-12 14 16,-4 6-1-16,-9-2 1 0,-6 4 1 0,-8 4-13 15,0 2 1-15,0-8-1 16,-17 14 1-16,-11-5 7 0,6 7 0 0,0 1 1 16,-15 17-1-16,-7-7-12 0,2-7 0 0,6 2 0 0,5 9 1 0,3-6-4 0,-3-14 0 15,9 14 1-15,8-3 0 0,3 1-17 0,3-4 1 16,5 1 0-16,3-3 0 0,8-1-16 0,6 4 0 0,8-6 1 15,37 8 0-15,8-5 11 0,14-6 0 0,25-8 0 16,11 8 1-16,0-11 12 0,-5-14 0 0,2-20 0 16</inkml:trace>
  <inkml:trace contextRef="#ctx0" brushRef="#br0" timeOffset="154665.91">13393 2107 12 0,'0'0'0'0,"0"0"0"0,0 0 0 0,31-42 0 16,-20 25 0-16,3 4 0 0,2-7 0 0,1 3 31 15,-3 3 1-15,0 6-1 0,6-6 2 16,-6 0 51-16,-3 0 1 0,0 9-1 0,0 2 2 0,3-3-15 0,0 1 2 15,-3 2-1-15,6-5 1 0,0 8 3 16,2-6 2-16,-13-2-1 0,2 2 1 0,1 1-46 0,-1 2 1 16,3-6-1-16,6 9 2 0,-3 0-8 0,-9-2 1 15,6-1 0-15,-2 3 0 0,2 3-8 0,-8-1 0 16,2 7 0-16,1-6 0 0,-3 2 7 0,2 1 0 16,-5 2-1-16,0-2 2 0,6 16-19 0,-3-8 1 0,-3 8 0 15,0 14 0-15,-3 9 2 0,-3 2 0 0,1-2 1 16,2 11-1-16,-3-20-2 0,-8 0 0 0,6 6 0 15,0 16 1-15,-6-21 0 0,0-7 0 0,-6 12 0 16,4 0 0-16,-4-6-4 0,9 0 0 0,-9 6-1 16,-2 0 1-16,0 3-1 0,-1-9 1 0,1 3 0 15,-9 3 0-15,3-1 2 0,6-4 1 0,3-12-1 0,-4 19 1 16,1-13 43-16,0-12 0 0,-1 4 0 0,-7 5 1 16,2-6-17-16,5-8 0 0,4-6 0 0,2 6 1 15,6-6 13-15,0-10 2 0,0-9-1 0,2 11 1 0,1-3-32 16,-1 3 0-16,4 8 0 0,5 6 2 0,-9-14-10 15,4 0 2-15,2-6-2 0,0 4 1 0,1-4-2 16,2 1 0-16,-6 2 0 0,6-8 0 0,6-6-11 16,-4 6 0-16,4 0 0 0,2-9 0 0,6-2-1 15,6-1 1-15,-6 4 0 0,2 11 0 0,12-9 5 16,-5 6-1-16,7 2 1 0,7 9 0 0,-1-5 1 0,-5 5-1 16,2 5 1-16,6 9 0 0,3 0-2 0,-6-11 1 15,1 8-1-15,-1 11 1 0,0-8-2 0,-8-5 1 16,3-4 0-16,-1 12 0 0,-2-11-5 0,-11 8 1 15,3-6 0-15,2 14 0 0,0-13-5 0,-8 2-1 16,9-3 0-16</inkml:trace>
  <inkml:trace contextRef="#ctx0" brushRef="#br0" timeOffset="155201.87">14297 1505 501 0,'0'0'0'0,"0"0"0"0,0 0 0 16,0 0 171-16,42 14-1 0,-20-8 1 0,3-4 1 15,9 4-172-15,-3 0 0 0,-4-6 0 0,-4 2 1 0,-1 1-2 16,-8 5-1-16,0-8 1 0,3-8 0 0,2 3-2 16,-10-1-1-16,5 0 1 0,0 4 0 0,2-7-4 15,4-2 1-15,-6 3 1 0,3-6-1 0,10-3 6 16,-1 3 1-16,-7-5 0 0</inkml:trace>
  <inkml:trace contextRef="#ctx0" brushRef="#br0" timeOffset="155482.22">15215 633 300 0,'0'0'0'0,"0"0"0"16,0 0 0-16,14 39 53 0,-3-11 0 0,0 0-1 16,3 8 1-16,3 0-1 0,-3 0 1 0,-6 1-1 15,-2 21 1-15,-3-2-28 0,-3-6 1 16,-3 17-1-16,-5 2 29 0,2-4-26 0,-8-1 0 16,6-6 0-16,-3 1-14 0,-1-1 0 0,-2 4 1 15</inkml:trace>
  <inkml:trace contextRef="#ctx0" brushRef="#br0" timeOffset="156501.01">16580 2205 12 0,'0'0'0'0,"0"0"0"16,0 0 0-16,14 36 29 0,-3-14 0 0,0 6 0 16,-5 22 1-16,-6-14 53 0,-6-13 0 0,6 4 0 15,-8 10 1-15,-4-9-40 0,1-17-1 0,0 14 1 16,3-3 1-16,-1-5-3 0,1-12 0 0,-3-2 0 15,8 8 0-15,-5-5 1 0,2-6 0 0,-8 0-1 16,9 0 2-16,2 3-14 0,-6-6 2 0,4-3-1 16,-1-5 24-16,3 3-30 0,3-3 0 15,3-9-1-15,3-24-1 0,2-7 0 0,6 1 0 0,3 14 0 16,2-11-17-16,4 2 1 0,-1 17-2 0,6 6 2 0,-6-6-6 16,1-3 0-16,-1 17 0 0,6 9 2 0,-3-12-3 15,0 6 0-15,0 8 0 16,0 3 0-16,6 0-2 0,-6 0 2 0,-3 3 0 0,4 17 0 0,-4-7 34 15,-8 1 1-15,0 3-1 0,3 17 0 0,-9-12-11 16,-2 0-1-16,-4 0 1 0,1 12 0 0,-6-12-8 0,1-8 1 16,2 0-2-16,-9 14 2 0,4-6-2 0,-1-13 2 15,3-7 0 1,3 9 0-16,-5-2-10 0,2-4 1 0,-3-5 0 16,6 0 1-16,0-5-3 0,0 5 1 0,-5 0-1 15,2-6 2-15,3-5-2 0,-6-6 0 0,3-2 1 0,12-17 0 0,-1-20-3 0,1 0 0 16,5 6 1-16,0 19-1 0,2 12 4 0,4-1 1 15,-3 9-1-15,2-3 1 0,-8 3-1 0,3 3 1 16,6 8-1-16,-6 0 0 0,0 5-8 0,-6-5 1 0,0 3-1 16,6 11 1-16,0 6 0 0,-5-6 0 0,-4 2 0 15,6 26 0-15,-5-14 0 16,0 0 1-16,-4 2-1 0,10 9 1 0,-10-5-3 0,-2-12 0 0,0 6 0 16,6 19-1-16,-1-16 1 0,7-3 0 15</inkml:trace>
  <inkml:trace contextRef="#ctx0" brushRef="#br0" timeOffset="156783.94">17531 2366 1042 0,'0'0'0'0,"0"0"0"0,0 0 0 0,0 0-8 15,11 36 1-15,3-24 1 0,-5 4-1 0,-1 4 44 16,6-15 0-16,0 4 0 0,8 5 1 0,-8 0-19 0,0-14 1 16,3-14 1-16,5 14-1 0,6-14 30 0,-8 3 2 15,-3-1 0-15,8 12-1 0,0-22-16 0,-3-6 1 16,0 3 0-16,4 17 0 0,-10-14-33 0,-7-6 1 16,-1 0-1-16,-5 11 0 0,-3-11-8 0,-3 6 0 15,-5 0 0-15,2 8 0 0,0 8 2 16,4-2-1-16,-9-1 1 0,-1 9 1 0,1 0 1 0,3-5-1 15,5 5 1-15,-3 5 0 0,4-5 1 0,-4 9 0 0,1-9 0 16</inkml:trace>
  <inkml:trace contextRef="#ctx0" brushRef="#br0" timeOffset="157255.79">18447 2135 653 0,'0'0'0'0,"0"0"0"0,0 0 0 15,0 0 16-15,0 0 1 0,0 0 0 16,0 0 0-16,-28 28-1 0,19-25-1 0,-5 2 1 0,0 9 1 16,-8 6 11-16,-6 2 0 0,6-5 0 0,0 24 0 0,-1-16-2 15,1-8 0-15,8-3 0 0,0 11-1 0,6-8-8 16,-1-9 0-16,4 3 0 0,5 14 1 0,0-8-6 15,0-6 2-15,2-2-1 0,10 5 1 0,-4-6-3 16,0-2 0-16,6-6 0 0,14 0 0 0,3-14 0 16,2-9-1-16,-2 4 0 0,11-3 0 0,3-15-3 0,-1 1 0 15,-2 0 1-15,6 5 0 0,2-8 2 0,-6-5 1 16,-2 7 1-16,-3-13-1 0,-5 3-7 0,2-3 1 16,0-9-1-16,1 1 1 0,-4-6 3 0,1 2 1 15,2 4 0-15,-11 5 0 0,0-3 1 0,-8 3 0 0,0 11 0 16,-6-5 1-16,-6 16 18 0,-2 6 1 0,3 14-1 31,-6 5 0-31,0-2 3 0,-6 3 1 0,6 10 0 0,-3-5-1 0,1 8-15 0,-1-2 0 0,3-6 0 16,-34 59-1-16,1 2-7 0,5 0 0 0,6 9 0 15,8 2 1-15,-3-8-5 0,11-8 1 0,-5 11-2 16,3 0 2-16,-1-9-4 0,4 4 1 0,5-7-1 0,-9 10 2 16,1-15-13-16,0-6 1 0,-6 1 0 0</inkml:trace>
  <inkml:trace contextRef="#ctx0" brushRef="#br0" timeOffset="157693.09">16596 2093 150 0,'0'0'0'0,"0"0"0"0,20 47 0 0,-12-10 81 15,1-1-1-15,-4 6 1 0</inkml:trace>
  <inkml:trace contextRef="#ctx0" brushRef="#br0" timeOffset="158539.37">20620 1566 12 0,'0'0'0'0,"45"0"0"0,8 0 0 15,-3 0 0-15,-5 0 0 0,5-11 0 0,3 0 0 16,-5 0 0-16,-15-3 0 0,6-3 0 0,0-2 0 16,-8 5 0-16,-6 6 0 0,0-6 0 0,-2 0 0 0,-4 0 23 15,-5 11 1-15,-3-3 0 0,0-5 0 0,-11 0 56 16,3 11 1-16,0 0-2 0,0 0 2 0,2-6-7 15,-5 6 1-15,-5 0-1 0,-1 6 2 0,-5 2-31 16,-3 1 1-16,0 5-2 0,-31 33 2 0,-16 3-11 0,8 0 0 16,6 1 0-16,5 7 0 0,-3-8-26 0,3-11 1 15,6 9-1-15,5 2 1 0,-5 3 2 0,5-6 0 16,3 3 1-16,-2-2 0 0,5-4 7 16,2-8 2-16,1 3-1 0,-3 17 0 0,5-20 3 0,-2-2 0 15,5 2-1-15,-2 23 2 0,-4-18 19 0,1-4-1 16,2 13 1-16,7-20 11 0,1-2-45 15,7 0 0-15,-4-6 0 0,7-2-3 0,2-6 1 16,0-6-1-16</inkml:trace>
  <inkml:trace contextRef="#ctx0" brushRef="#br0" timeOffset="158729">20584 1993 1218 0,'0'0'0'0,"0"0"0"0,81-9 0 15,-20 1-1-15,4 8 1 0,-1 0 0 0,-3-6 0 0,-5 6-2 16,-14-5 0-16,5 5-1 0,4-3 1 0,-1-8-53 16,-14 11 0-16,3 11 0 0</inkml:trace>
  <inkml:trace contextRef="#ctx0" brushRef="#br0" timeOffset="159371.24">21017 1472 12 0,'0'0'0'0,"0"0"0"0,0 0 0 0,0 0 0 15,0 0 0-15,0 0 0 0,0 0 0 0,0 0 0 16,-31-3 0-16,25 3 0 0,1 0 0 0,-4 0 0 0,-5-3 0 16,-2 3 0-16,-21-5 0 0,-7-4 0 0,-9 9 0 15,5 0 0-15,7-5 1 0,7-1 12 0,-2 6 1 16,-1 6-1-16,1-12 1 0,0 6 44 0,5 6 1 16,3-1-1-16,-8-2 1 0,5 8 109 0,9-5 0 15,2-1 0-15,4 6 1 0,2-2-134 0,3-4 1 16,2 9 0-16,1 3 0 0,0-11 56 0,2-1 1 15,3-5-1-15,0 8 2 0,1-8-61 0,2 3 2 0,0 3 0 16,0-6 0-16,0 5-12 0,2-5 1 0,4 3-1 16,11-3 2-16,11-3-7 0,5-2 0 0,6-4 0 15,25-4 1-15,0-7-8 0,-5 6 0 0,2 6 1 16,12-1-1-16,-6-7 2 0,-8 5 1 0,5-3-1 16,6-6 1-16,-3 9-7 0,-14 0 2 0,2 5 0 15,12 3 0-15,-8 3-9 0,-9-8 2 0,-2-11-1 0</inkml:trace>
  <inkml:trace contextRef="#ctx0" brushRef="#br0" timeOffset="160169.84">16493 1904 12 0,'0'0'0'0,"0"0"0"15,28 36 0-15,-14-25 53 0,-3 8-1 0,0-5 1 16,26 50 0-16,7 15-34 0,-7-21 1 0,-12-8-1 16</inkml:trace>
  <inkml:trace contextRef="#ctx0" brushRef="#br0" timeOffset="161330.17">14543 4155 12 0,'0'0'0'15,"0"0"0"-15,30-50 0 0,-16 22 7 0,3 0-1 16,3 6 1-16,-9-3 336 0,3 0-6 16,0 3 0-16,-3 8-1 0,0 2-315 0,-3 1 0 15,3-14 0-15,12 14 1 0,-6 0-16 0,-3 3 1 16,-3-1 0-16,0 9 0 0,0-8 41 0,-3 5 0 0,6 0 0 16,-3 9 2-16,9-6-21 0,-6 0 1 0,-8 0 0 15,5 17 1-15,8-1-21 0,-5-2 0 0,0 6 0 16,3 8 0-16,-3 2-1 0,-11-7 1 0,2 2 0 15,4 5 0-15,-1 4-30 0,-5 2 0 0,0-5 0 16,-6-1 0-16,0 7 8 0,0-1 1 0,-5 0 0 0,-6 11 0 16,-6-5 5-1,4-11 2-15,-7 11-2 0,1 16 2 0,-6-11 1 0,0-10 1 0,-8-1 0 0,0 14 1 16,-4 0 20 0,4-11 1-16,-6-2-1 0,3 4 1 0,-5-4 5 15,5-7 0-15,2 9-1 0,4-3 1 0,-3-8 3 0,-9-5 0 0,3-4 0 16,6 3 0-16,-1-13-8 0,10-4 1 0,-1-2-1 15,3 3 0-15,2-6-7 0,9-14 1 0,0 0-1 16,6-3 1-16,-3-2 11 0,8-12 0 0,3 11 1 0,0-16 0 16,6 3 24-16,2 8 2 0,6 0 0 0,8-6-1 0,1 9-28 15,-1-1-1-15,6-2 1 0,8 14-1 0,-5-3-22 16,-3-8 0-16,2 8 0 0,7 8 0 0,-1-2-26 16,-8-6 2-16,2 9-1 0,-2 10 0 0,3-10 6 15,-9 2 0-15,1 3 0 0,5 11 1 0,0-8 6 16,-6 5 0-16,-8 0 0 0,8 9 7 15,3 3 10-15,9-6-5 0,2 2 0 0,-5 4 11 0,-3-3 2 16,0 2-1-16,5-5 0 0,1 0 3 0,-7 0 0 16,4-3-1-16,-3 6 1 0,3-3-3 0,-9-3 0 15,0 0 1-15,6-3 0 0,-3-8-13 0,-2 0 0 16,10-5 0-16</inkml:trace>
  <inkml:trace contextRef="#ctx0" brushRef="#br0" timeOffset="161814.6">16418 3955 363 0,'0'0'0'0,"0"0"0"0,0 0 0 16,0 0 45-16,0 0 0 0,-39 27 0 0,19-7 0 0,1 8 5 0,-9 5 1 15,0 1-1-15,-3 2 2 0,6 0-17 0,3-5-1 16,-6 11 1-16,0 2 1 0,0-5 72 0,3-3 1 16,3 9-1-16,-3 22 1 0,-1-11-68 0,1-20-1 15,0 0 1-15,3 11-1 0,0-13-13 0,-1-6 0 16,9 8 0-16,-8 0 1 0,0-2-2 0,2-9 1 0,6 0-2 15,-3-3 2-15,6-8-12 0,3-3 1 0,-1-2-2 16,-4-7 2-16,4 4-20 0,4-6 1 0,2 0 0 16,3-6-1-16,0 1-5 0,0-1 2 0,-6 6-1 15</inkml:trace>
  <inkml:trace contextRef="#ctx0" brushRef="#br0" timeOffset="162034.81">15955 3941 1017 0,'0'0'0'0,"0"0"0"0,0 0 0 0,28 14-8 15,-20-12 2-15,0 4-2 0,3 8 1 0,-2 3 8 16,5 8 2-16,-11-3-1 0,8 23 0 0,3 2 31 16,0 0 0-16,-3-5 1 0,3 5 0 0,5-10 22 15,-5-1 1-15,9 6 0 0,-1 16 0 0,0-8 58 0,-8-13 0 16,3-1 0-16,2 11 0 0,-5-11-90 0,6-5 0 15,5-3 0-15,6 8 0 0,-12 0-15 0,-2-13 1 16,3-9-1-16</inkml:trace>
  <inkml:trace contextRef="#ctx0" brushRef="#br0" timeOffset="162460.37">16982 3576 803 0,'0'0'0'0,"0"0"0"0,0 0 0 0,0 0 74 16,27 27 1-16,-27-4-1 0,3 13 1 0,3-8-30 15,-6 8 0-15,-6 6 0 0,3 19 0 0,-2-11 6 0,-1-2 0 16,4 2 0-16,-4 14 0 0,0 3 7 0,4-6-1 16,2 6 0-1,2 3 1-15,1-15-9 0,-3 7 0 16,-3 7-1-16,1 4 2 0,2-17-19 0,0-12 0 15,0-2 1-15,0 3 0 0,0-4-5 0,0 4 1 0,0-9 0 16,-6-2 0-16,3-12-10 0,3 0 0 0,0 6 0 16,0-6 0-16,-8-8-6 0,5-5-1 0,3-1 0 15,0-2 1-15,0-6-12 0,0 0 0 0,0 0 0 16</inkml:trace>
  <inkml:trace contextRef="#ctx0" brushRef="#br0" timeOffset="163184.15">16973 3576 640 0,'0'0'0'0,"0"0"0"0,53-20 0 0,-11 9 89 15,-3 8 0-15,9 0-1 0,5-2 1 0,-12 2-82 16,4-3 0-16,0-2 0 0,8-3 1 0,-3 3 2 0,0-4 0 16,0 7 0-16,9-6 2 0,0 8 8 0,-6-3 1 15,11 6 0-15,8-11 1 0,1 3-7 16,-14-1 2-16,13 7-1 0,1-15 1 0,-4 6 114 0,-4 2 0 16,7-2 1-16,9 3 0 0,-3 0-91 0,-5 2 0 0,-1-8-1 15,-5 6 2-15,-8-6 17 0,-9 0 1 0,-5 5-1 16,-6 1 1-16,-6 3-19 0,-5-9 2 0,-5 8 0 15,-9 12-1-15,-3-6-24 0,0-9 0 0,-3 9 0 16,-2 3 1-16,-3 3-14 0,2-6-1 0,-5 5 1 16,0-5-2-16,0 3-4 0,0 3 1 15,-11-1 0-15,0 17-3 0,0 1 0 0,2-1 0 0,1-5 1 16,0 16-8-16,-1-5 1 0,4-6-1 0,5 1 1 16,0-4-15-16,-6-2 2 0,3 2-1 0,3 9 1 15,0-3 5-15,0 0 0 0,0 0 0 0,0 14 2 16,9-8 3-16,-7-6 2 0,1 6 0 0,6 8 0 0,-4-11 5 15,6 0 1-15,-2-1 0 0,2 24-1 0,-3-15 5 16,-2 0 0-16,5 0 0 0,0 6 0 0,0 0 0 16,0-6 0-16,3 0 0 0,-2 1 0 0,2 4 0 15,-1-4 0-15,-4-1 0 0,-4 14 0 0,1-11 8 0,-3-11 0 16,2 5 0-16,-5 4 1 0,0-15-11 0,0 6 1 16,0-12 0-16,0 4 1 0,0-12-2 0,0 1 0 15,0 2-1-15,-5 3 2 0,5-3-1 0,-3-8 0 16,3 5 0-16,-11 6 0 0,0-6 0 0,0-5 1 15,-1 0 0-15,-2 8 0 0,-5 0 0 0,2-8 1 16,-8 3-1-16,-8-6 1 0,-4 5 4 0,1-5 1 0,0 11-1 16,2-5 1-16,-2-1 1 0,0 1 2 15,-3-9-1-15,-12-5 1 0,7 8 5 0,-7 0 2 0,1-9-1 16,3 1 1-16,-3 8 2 0,-1 8 1 0,-4-5-1 16,2-3 1-16,2 6-17 0,-2 5 1 0,-5-3 0 15,2 1 0-15,-6-6-2 0,-2-3 2 0,-5 5-2 16,-1-5 1-16,0 6-1 0,3-1 0 0,0 4 0 15,8-9 0-15,1 0 5 0,8 0 2 0,5 0 0 16,0 0-1-16,3 0 2 0,1 0 0 0,-4 0 0 0,0 0 1 16,6 8 1-16,6-5 1 0,2 13 1 0</inkml:trace>
  <inkml:trace contextRef="#ctx0" brushRef="#br0" timeOffset="166433.51">19870 4378 12 0,'0'0'0'0,"0"0"0"15,0 0 0-15,36 9 0 0,-19-9 0 0,2 0 0 16,-5 0 0-16,3 0 23 0,-3 0 1 0,3 0 0 16,2 0 0-16,-5-3 29 0,3 0 0 0,2 3-1 15,4-3 2-15,-1-2 2 0,0 2 1 0,-2-6-1 16,-3 4 0-16,-3-9 19 0,-3 6 0 0,0-1 0 15,3 9 2 1,-6-5-32-16,1-1 1 0,-1-2-2 0,3-3 2 16,-2-1-21-16,-4 7 0 0,4-4-1 0,-4 4 1 15,1-1-7-15,-3 1 1 0,-1 2-1 0</inkml:trace>
  <inkml:trace contextRef="#ctx0" brushRef="#br0" timeOffset="166702.53">19839 3955 728 0,'0'0'0'0,"0"0"0"0,0 0 0 16,0 0-6-16,0 0 1 0,0 0-1 0,31 2 1 0,-20 4 7 15,0-12-1-15,3 6 0 0,11 6 0 0,9-3 2 16,2-3 2-16,0 0-1 0,9 11 1 0,-3-11 12 16,-3 0 1-16,0 0-2 0,3 14 2 0,-6-14 17 15,-3 0 0-15,12 0 0 0</inkml:trace>
  <inkml:trace contextRef="#ctx0" brushRef="#br0" timeOffset="167634.63">20207 4356 12 0,'0'0'0'0,"0"0"0"16,0 0 0-16,-36 0 37 0,14 0 1 0,5 0 0 15,-8 0 0-15,3 0 52 0,-1-6 1 0,1 1-1 16,0 5 1-16,-1 5-24 0,7-5 0 0,2-5 1 15,-6 5-1-15,6-3-23 0,3 3 1 0,5 0 0 0,-2 0-1 16,-3 0 33-16,8 0 0 0,3 0-1 0,0 0 2 16,0 0-48-16,0 0 1 0,0 0-1 0,0 0 1 15,0 0-12-15,0 0 0 0,0 0 0 0,0 0 2 16,0 0-8-16,8 0 2 0,1 0-2 0,10 0 2 0,6 0-5 16,9-6 0-16,2 4 0 0,3-1 0 15,-2-3 1-15,-10 1 1 0,1 5-1 0,-5 0 0 0,-4-6-11 16,-2-2 0-16,-3 2 0 0</inkml:trace>
  <inkml:trace contextRef="#ctx0" brushRef="#br0" timeOffset="175318.05">13839 3197 12 0,'0'0'0'0,"0"0"0"16,0 0 0-16,-11 33 0 15,-3-25 0-15,6-2 0 0,-6 8 0 0,-11 3 0 0,0-1 0 0,-3 4 0 16,-8-6 0-16,-3 0 1 0,2 0 0 0,4 0 0 15,-4-3 1-15,7 0 68 0,-1 3 1 0,-5-6-2 16,0-5 2-16,8 8-71 0,-3-5 0 0,-5-4 0 0,-6-4 1 16,-3-4 10-16,9 1 2 0,8-4-2 0,3-5 1 15,3 6 3-15,2-3-1 0,-8 8 1 16,6-5 0-16,-3-4-3 0,-3-1 0 0,5 1 1 0,-10-2 0 16,-3-8-1-16,-1 3 1 0,1-9-1 0,11 11 2 0,3-8-3 15,-1 0 0-15,4 0 0 0,2 8 0 0,3-11 18 16,3-2-1-16,0 2 0 0,0 5 0 0,-6-13 18 15,0-6 0-15,3 1 0 0,9-1 1 0,-9 0 8 0,0 3 0 16,5 3 0-16,9-9 121 0,6-2-54 16,-3-9-122-16,2-11 33 0,-2 9-1 15,8-1 1-15,-2 31 0 0,-1-22-17 0,-2 0 2 16,7 0 0-16,10 14 0 0,-6-15-7 0,2 10 1 16,-2-7-1-16,5 4 0 0,6-1-6 0,-8 9-1 15,5-6 1-15,5 11 0 0,4-5-15 0,-6 0 1 0,2 0 0 16,7 11 0-16,-7-17-2 0,-2 3 1 0,0-11-1 15,-3 8 1-15,1 0 6 16,-4 6 1-16,0 0-1 0,9-12 1 0,-3 12 2 0,-3 5 1 0,8 1 0 16,-2-12 8-16,11 0 1 15,19 0-9-15,-2-2 5 0,-12 7 2 0,-2 15-1 16,0 8 0-16,-9-16 1 0,0 2 1 0,0 0-1 16,6 0 1-16,-8-8-6 0,-6 0 0 0,5-1 0 0,6 1 1 15,-8 0-1 1,2 0 0-16,4-1 0 0,-1 10 2 0,0-4-2 15,-2 11 0-15,2 1 0 0,6-3 2 0,0-1-2 0,-6-2 1 0,3 0 0 0,6 11 0 16,-3-8 5-16,2 0 1 0,9 8 14 16,3-11-16-16,-11-12-7 0,5 21 0 0,-14-12 5 15,1 0 0-15,-1 6 1 0,6 22-1 0,-3-14-1 16,-11-6-1-16,8 9 1 0,9 19-1 0,-9-16 5 16,3-6 0-1,8 9-1-15,1 10 2 0,-1-16-9 0,-2 3 2 0,-6 8-2 0,6 5 1 0,-6-10 4 16,-6-4 2-16,6 1 0 0,6 16 0 0,0-16-6 0,-9-6 1 15,0 14-1-15,0 14 1 0,3-14-2 0,-5 0 1 16,2 8 1-16,0 9-1 0,-5-11-2 0,-6-1 1 16,3 3-2-16,0 20 2 0,0-19-1 0,-11-4 0 15,2 4 0-15,4 13 0 0,-1-8-1 16,-8-6 1-16,0-2-1 0,3 10-1 0,2 10 2 16,12 4 1-16,-9-7 0 0,6-4 0 15,-6 9 0-15,-8 3 1 0,3-4 1 0,3 1 1 16,-9 9-1-16,3-1-1 0,-3 6 1 0,-3-6 0 15,-2 8 1-15,-3-2 0 0,-3-11 1 0,0 5 1 16,0 20-1-16,0-12 3 0,-3 4 1 16,0 24 7-16,0 1-14 0,-8 5-1 15,3-14 0-15,-6-11 1 0,-3-6 0 0,0-2 0 16,-2 5 1-16,-1 0-2 16,-2-8 1-16,-3 2-1 0,-3 12 2 0,-3-14-2 0,-2-6 0 0,-6 0 0 0,-12 3 0 15,1 0-3-15,-3-2 2 0,-6-7 0 0,-5 6 0 16,0-2 0-16,6-3 1 0,-4 5 0 0,1 6 0 0,2-6-2 15,6-8-1 1,0 8 1-16,-8 14 0 0,-1-19-6 0,4-15 1 0,5 10 1 0,2 18-1 0,4-16 3 16,11-9 2-16,11 9-1 0</inkml:trace>
  <inkml:trace contextRef="#ctx0" brushRef="#br0" timeOffset="182859.33">20629 3640 12 0,'0'0'0'0,"0"0"0"0,0 0 0 0,0 0 0 16,22-28 0-16,-19 14 0 0,0 6 0 0,-1-6 0 15,4 5 1-15,-6-5-1 0,3 3 1 0,0 0 78 16,-1 5 0-16,-2-2 0 0,6 2 1 0,-3-2 30 16,2-3-1-16,-5 3 1 0,0-1 2 0,6 4-75 15,-3 2 1-15,-3 3-1 0,5-6 1 0,-2 1-7 16,3 5 2-16,-3-6-1 0,-3 6 1 0,0-3 5 0,0 1 1 16,0 2 1-16,2 5-1 0,7 6-18 0,-1-2 1 15,-2 2-1-15,-6 25 1 0,0 9-1 0,0-1-1 16,-6 12 0-16,3 8 0 0,-2-22 31 0,-1-17 0 15,1 8 1-15,-1 9 0 0,-5-11 5 0,2-3 0 16,1-6 0 0,0 6 2-16,2-3-36 0,0 0 2 0,1-3 0 0,2 1-1 0,-2-4-6 0,5-2 0 0,0-3 0 31,-3 5 0-31,3-5-15 0,3-5 1 0,5 5-1 0,6-6 1 16,5 0-3-16,1-2 0 0,-3-6 0 0</inkml:trace>
  <inkml:trace contextRef="#ctx0" brushRef="#br0" timeOffset="183501.78">21533 3793 815 0,'0'0'0'0,"0"0"0"0,0 0 0 16,0 0 23-16,0 0 0 0,0 0 0 0,0 0 0 0,22 28 26 15,-22-23-1-15,0-5 0 0,0 20 0 0,-5 5-8 0,-4 3-1 16,1 0 0-16,0 8 2 0,-6-14-18 0,0-5 1 15,0 0-1-15,5-1 1 0,-2-7-3 0,8-4 1 16,-5 1-1-16,5-3 1 0,3 2-6 0,-3-5 1 16,-2 0-1-16,2 0 0 0,3 0-2 0,0 0-1 15,0 0 1-15,0-5 0 0,0 5 1 0,6 0 0 0,-1-3-1 16,6-8 1-16,14-12 14 0,9 1 0 16,-3 0 0-16,5 8 2 0,-3-14-8 0,-2 6 1 0,-9-1-1 15,6 15 1-15,-3-6 3 0,-5-8 1 0,-6 11-1 16,-3 16 1-16,3-5-16 0,-3-5 2 0,-2 5-2 15,-4 5 1-15,-2 1-6 0,3-6 0 0,-4 8 0 16,4 1-1-16,-3 5 18 16,0-1-1-16,-3-4 1 0,-3 10 1 0,-3-2-16 0,1-3 0 0,-9 0 0 0,5 0 1 15,4 0 7-15,-1-6 1 0,3-8-2 0,-8 3 2 16,3 8-12-16,5-11 0 0,-3 6-1 0,4-6 2 0,-1 0 0 16,0 0 0-1,3 0 0-15,0 0 1 0,0 0-5 0,0 0 1 16,0 0-1-16,3-6 1 0,8-5 5 0,-3 0-1 15,6-9 1-15,3-16 2 0,5-9-5 0,-2 9 1 0,-3 8 0 0,2 20-1 0,-5 0 47 16,-6 8 1-16,-2 8 0 0,-3 0 0 0,-3-5-35 16,0 0 0-16,0 0 0 0,5 5 0 0,-2 3 2 15,3-8 2-15,-6 3-1 0,0 2 1 0,3 3-13 16,2 6 1-16,1-3-1 0,-3 0 1 0,8 0-12 16,0 0 0-16,-6-6 0 0,4 6 0 0,2-9-50 15,0 4 2-15,0-9-1 0</inkml:trace>
  <inkml:trace contextRef="#ctx0" brushRef="#br0" timeOffset="183755.34">22083 3949 539 0,'0'0'0'0,"0"0"0"0,-3 6 0 0,3 5 37 0,0 5 1 0,0-4 1 15,0 2-1-15,0-1-29 0,0-1 0 0,11 4 0 16,0-2 1-16,3 0 6 0,3-5-1 0,-3-4 1 15,3-5 1-15,2-5 15 0,1 2 1 0,-4 0-1 16,1-8 2-16,3-9 8 0,-4 6 0 0,-4-2 0 16,-4 5 0-16,-2 2-1 0,-4 1 0 0,1-6 1 15,0 8-1-15,0-2-6 0,-3 0 0 0,-3 2 0 0,0-2 1 16,-2 8-6-16,2-6 1 0,3 0 1 0,-3 4-1 16,-3 2-3-16,1 0 1 0,2 0-1 0,-5 0 2 15,-6 0-14-15,5 2 1 0,4-2 0 0</inkml:trace>
  <inkml:trace contextRef="#ctx0" brushRef="#br0" timeOffset="184191.89">22641 3821 1332 0,'0'0'0'0,"0"0"0"31,0 0 0-31,0 0-11 0,-28 22 2 0,8-19 0 16,4 14 1-16,-12-3 4 0,3 2 2 0,-1 4 0 16,1 8-1-16,3-6 1 0,2-8 1 0,4 0-1 0,-1 14 1 0,0-12-25 0,9-2 1 15,2 6 0-15,6-6 1 0,0-3 13 0,-2-8-1 0,2 5 1 16,0-5 1-16,2 2 9 0,4-5 0 0,-3 0 0 16,8 0 0-16,3-5 1 0,8 2 0 0,0-11 0 15,15 0 1-15,7-22 1 0,-2-3 0 0,3 8 0 16,-9 9 1-16,0-9 28 0,-5-5 2 0,3 8-1 15,5 0 1-15,-3-8-9 0,-8-8 1 0,5-4 0 16,1-2-1-16,-6 0-3 0,-3 5-1 0,0 3 0 16,-3-19 0-16,1 17-20 0,-1 5 0 0,-8 11 0 0,-3 5 1 15,0 1-1-15,-2 17 1 0,-9-4-1 0,0-2 2 16,0 8-1-16,0-5 0 16,0 5 0-16,0 0 0 0,0 6 2 0,-6 0 2 0,6-3-2 0,-22 33 2 0,-9 29 3 15,-5-1 0-15,5 6-1 0,3-6 2 0,0 0 3 16,6-2 0-16,5-1 0 0,3 12 1 0,9-17-1 15,5-14 1-15,5-3 1 0,4 9-1 0,-1-9 0 16,3-14-1-16,6 12 0 0,-3-3 1 0,3-4-3 16,5-10 0-16,-3 3 0 0</inkml:trace>
  <inkml:trace contextRef="#ctx0" brushRef="#br0" timeOffset="184568.67">23645 3431 690 0,'0'0'0'16,"0"0"0"-16,37-6 0 0,-9 6 41 0,-1 0 1 0,4 6-1 15,11-12 1-15,-11 6 5 0,-3 0 1 0,0-5 0 16,2-9 1-16,-2 5 13 0,-3 6 1 15,3 1 0-15,0-7 1 0,-6 4-2 0,-8 5 1 0,0 0 0 0,-3 0-1 32,1-3-35-32,-10 3 0 0,1 0 0 0,0-8 1 0,-3 8-19 15,-3 8 0-15,0-8 0 0,1 3 1 0,-7 8-1 16,4-3 0-16,-4 6 0 0,-19 17 1 0,-8 13-5 0,5 4 0 0,-2-6 0 0,11-1 0 16,5-4 1-16,-5-1 1 0,2 8-2 0,3 12 2 0,3-11 7 15,-5-12 0-15,2-2 0 0,3 11 0 0,0-17 3 16,-3 0 1-16,3 11 0 0,3-5 0 0,0 2 8 15,3-5 0-15,2-3-1 0,-5 0 2 0,5 6-2 0,4-9 1 16,2-2 0-16,-3-9-1 0,-6-6-34 0,7-10 1 16,2 2-1-16</inkml:trace>
  <inkml:trace contextRef="#ctx0" brushRef="#br0" timeOffset="184711.11">23718 3899 590 0,'5'-6'0'0,"12"3"0"16,20 6 0-16,2-14 14 0,0 6 2 0,3-4-1 15,5 9 0-15,6-14 101 0,0 6 1 0,-6 8-1 16,4 11 1-16,4-5-120 0,4-6 0 0,2 0 1 16</inkml:trace>
  <inkml:trace contextRef="#ctx0" brushRef="#br0" timeOffset="207101.78">17875 3517 115 0,'0'0'0'16,"2"0"0"-16,9-6 0 0,-5 12 63 0,-6-6 0 0,-3 0 0 31,-2 3-1-31,-1 8 48 0,-2-3 2 0,-1-5-2 0,-10 22 1 0,-12 6 12 0,0 2 2 0,4-2-2 31,-1 2 2-31,3-8-40 0,-1-8 0 0,1 14 0 16,-3 8 1-16,0-11-83 0,3-9 0 0,6 4 1 16,5 4-1-16,0-10-1 0,0-9 1 0,3 4-1 0,8 10 1 15,3-8 9-15,0 0 0 0,-3-14 0 0,6 8 1 16,3 1-7-16,-1-4 1 0,1 1 0 0,11 2 1 15,10-5-4-15,4-3 2 0,-3-3-1 0,33 3 1 16,1-8-6-16,-4-9 1 0,9 14-1 0,9 3 1 0,-12-14-1 16,-14 0 0-16,9 0 0 0,-1 12 1 0,-7-18-1 15,-7 3 0-15,9 3 0 0,3 17 1 0,-9-11-2 0,-5-9 1 16,0 12-1-16,-6 18 1 0,9-21-19 0,-9 5 1 16,1 3-1-16</inkml:trace>
  <inkml:trace contextRef="#ctx0" brushRef="#br0" timeOffset="207275.56">18265 3595 1042 0,'-5'-3'0'15,"-4"1"0"-15,9-7 0 0,-5 9-1 0,-4 0 1 0,4 11 0 16,5 9 0-16,0-6 3 0,-3 0 1 16,3 0-1-16,-6 27 1 0,4 7 17 0,-7-1-1 0,4 3 0 15,5 9 1-15,0-9 2 0,0 0-1 0,0 6 1 16,5 8-1-16,4 8 2 0,-7 1 0 0,10 13 1 15</inkml:trace>
  <inkml:trace contextRef="#ctx0" brushRef="#br0" timeOffset="208687.24">17724 8867 12 0,'0'0'0'0,"0"0"0"15,39-27 0-15,-25 4 0 0,-11 1 0 0,8 0 0 16,3 11 0-16,-3-9 324 0,0 1 0 0,-3-1 1 0,12 12 0 15,0-9-354-15,-7 0 1 0,1 6-1 0,9-3 1 16,-4 0 28-16,-5-2 1 0,-3 10 0 0,6 0 0 0,0 1 9 16,-9 2 0-16,1 6 0 0,2 2 2 0,3 1 1 15,-3-3 1-15,0 5-1 16,3 23 2-16,3 5 3 0,-12-3 1 0,4 1 0 0,-9 16 0 0,0-17 0 16,-11 1 0-16,-1 8 0 0,-2 13 0 0,0 4 118 15,-8-3 1-15,-6-1-1 0,6 4 1 0,-3-6-105 0,-3-6-1 16,-8 3 1-16,8 1 0 0,-11-15-11 0,0-17-1 15,2 12 0-15,7 0 2 0,-1-12-6 0,0-11-1 16,3 6 1-16,6 0 0 0,2-11-9 0,7-6 1 16,-1 3 0-16,2 0 0 0,1-8-1 0,8 5 1 0,-2 0 0 15,2-8 0-15,-2-8-7 0,5 8 0 0,0 2 0 16,5-13 2-16,3-12-3 0,-2 1 0 0,11 14 0 16,5-9 1-16,6 8-2 0,-6 3 0 0,1 12 0 15,13-1 0-15,-8 4-1 0,-3 2 0 0,3 2 0 16,11 9 1-16,-6-5-11 0,-7 2 0 0,-1 4-1 15,14 4 1-15,-6 1 8 0,-2-3-1 0,-3-3 1 16,11 9 1-16,-6-9-12 0,-2-11 1 0,-3 5-1 0,3 12 1 16,-15-17-4-16,-2-11 1 0,6 5 1 0</inkml:trace>
  <inkml:trace contextRef="#ctx0" brushRef="#br0" timeOffset="208924.71">18176 8162 992 0,'0'0'0'0,"0"0"0"15,39-2 0-15,-8-10 4 0,2 1 0 0,-5 17 1 16,3-1 1-16,-9-5 30 0,0 0 1 0,1 0-2 15,-1 12 2-15,6-10-20 0,-3-2 1 0,3 0-1 16</inkml:trace>
  <inkml:trace contextRef="#ctx0" brushRef="#br0" timeOffset="209115.17">18661 7285 414 0,'0'0'0'0,"0"0"37"0,37 11 0 15,-26 3 0-15,-3 16 1 0,-2-2 53 0,-3 0 0 16,2 0 0-16,-10 30-1 0,2 7-84 0,3-1 0 16,0 8-1-16,0-2 1 0,8 2 13 0,1 1 0 15,-4-6 0-15</inkml:trace>
  <inkml:trace contextRef="#ctx0" brushRef="#br0" timeOffset="209625.51">18952 9224 992 0,'0'0'0'0,"0"0"0"0,0 0 0 0,39-31-2 16,-25 26 1-16,5-1 0 0,1-2 0 0,2 2 78 16,0 4 2-16,1-7-2 0,13 4 2 0,9-1-54 15,-1 6 0-15,-2 0 1 0,-3-8 0 0,-2 8-2 0,-7 0 0 16,4 0 0-16,-9-6 1 0,0 6 5 0,-3 6 0 16,-8-6 1-16,3 0 0 0,-3-9-31 0,-9 1 0 15,4 5 0-15,-4 3 0 0,4 0 0 0,-9-3 0 16,0 1 0-16</inkml:trace>
  <inkml:trace contextRef="#ctx0" brushRef="#br0" timeOffset="209799.02">19030 8873 815 0,'0'0'0'0,"0"0"0"16,0 0 0-16,0 0-86 0,0 0 1 0,25-28-1 15,-14 28 1-15,0-8 59 0,9 2 0 16,2 1 1-16,23 5 0 0,8-11 29 0,0-1 2 0,3 7 0 15,-1 10-1-15,-4-10 4 0,-7 2 1 0,7-11 0 0,-1 6 1 16,3-3 97-16,-11-1 2 0,2-13-1 0</inkml:trace>
  <inkml:trace contextRef="#ctx0" brushRef="#br0" timeOffset="210115.84">19923 8126 263 0,'0'0'0'0,"0"0"0"31,0 0 0-31,30 9 22 0,-27-9 0 0,6 0 0 0,-7 8 1 0,1 0 43 0,-3-2 0 0,0-3 0 16,0 8 1-16,0-3-1 0,0 3 1 0,0 0 1 15,-5 23-1-15,-1 8-17 0,-2 2 2 0,-6-5 0 16,-3-5-1-16,6-6-13 0,2-6 1 0,1 0-1 15,-9-2 1-15,3 2-13 0,3-8 1 0,8 5-1 16,3-2 0-16,9-6 13 0,-6 6-1 16,-1-14 0-16,7 8 1 0,-4 3-7 0,12-3 0 0,-3-5 1 0,17 5-1 15,11-3-9-15,2-8-1 0,6-8 1 0,1 16-1 16,-4-8-5-16,-5 0 1 0,-3-8-1 0,6 2 1 0,-3-5 14 16,-1 0 2-16,-4 0 0 0,2 2-1 0,-6-5-13 15,-2-5 2-15,0 2-1 0</inkml:trace>
  <inkml:trace contextRef="#ctx0" brushRef="#br0" timeOffset="210288.67">20353 8307 916 0,'0'0'0'16,"-6"45"0"-16,9-9 0 0,-3 0 30 0,-3 1 0 0,9 10 0 15,-1 9 0-15,3 2 19 0,-2-8-1 0,5 3 0 16,3 20 0-16,0-9-34 0,0-8 0 0,0 8 0 16</inkml:trace>
  <inkml:trace contextRef="#ctx0" brushRef="#br0" timeOffset="210873.39">21667 8575 929 0,'0'0'0'16,"0"0"0"-16,0 0 0 0,11 39 6 0,-11-17 2 16,-3 0 0-16,0 20 0 0,-5-6 36 0,-3-10 0 15,0 7-1-15,2 9 2 0,-2-20-4 0,3-8 0 0,-3 3 1 16,2 8-1-16,-2-11-12 0,6-6 2 0,-1-5-2 16,3 2 1-16,-2-2 1 0,5 0 2 0,0-3 0 15,-3 0-1-15,3 0-25 0,0 0 0 0,0 0-1 16,0-6 2-16,0 1 21 0,3 2 2 0,2-5-1 15,18-28 0-15,2-20-8 0,0-8-1 0,0 16 0 16,-3 23 2-16,-2-3-8 0,-4 9 1 0,4 8 0 0,-3 5 1 16,2 1-7-16,-10 2 0 0,5 6 0 0,-6 8 1 15,0-3-4-15,-2 0 0 0,-3-2-1 0,2 19 1 16,1 0 5-16,-3-3 1 0,-3-8-1 0,-3 17 0 0,-3-9 9 16,1-10-1-16,-1-1 0 0,1 8 1 0,5-5-2 15,0-8 1-15,0-4-1 0,-6 4 0 0,3-6-5 16,0 3 1-16,3 0-1 0,0-3 2 0,0 0 11 15,0 0 1-15,0 0-1 0,0-6 1 0,0-8-11 16,3-5 0-16,6 2 0 0,2-19-1 0,5-15-4 0,1 4 0 16,3 16-1-16,-1 9 2 0,-2 3-8 0,-6 5 2 15,0 5-1-15,-2 15 0 0,2-12-6 0,0 4 0 16,-8 2 0-16,2 8 0 0,4-2-11 0,2 5 1 16,-3-3-1-16,3 9 1 0,9 8-7 0,0-3 0 15,-4 0 0-15,4 17 0 0,-1-16-21 0,-2-9 0 0,0-3 0 16</inkml:trace>
  <inkml:trace contextRef="#ctx0" brushRef="#br0" timeOffset="211152.77">22197 8723 614 0,'0'0'0'16,"-6"2"0"-16,1 26 0 0,2-8 103 0,-5 2-1 0,2-8 0 15,1 8 0-15,2-8 10 0,3-14 1 0,3 9 1 16,-1 2-1-16,1 3-97 0,3-3 0 0,2-8-1 16,14 13 1-16,6-10-4 0,-3 2 1 0,-2-8-1 15,2 3 2-15,-3-11 1 0,-5-6 1 0,3-3 0 16,-7 9 0-16,1-9-1 0,-2-5 0 0,-1-3-1 0,0 5 2 16,-3-16-1-16,-2 0 0 0,-1-1 0 0,-10 12 1 15,2 3 8-15,-3 0 1 0,1 5 0 0,2 3 0 0,-5 6-5 16,2-1-1-16,6 9 0 0,-8 0 0 0,5 0-8 15,0 0 1-15,0 0 0 16,3 9 0-16,0-1-12 0,0-8 0 0,0 3 0 0</inkml:trace>
  <inkml:trace contextRef="#ctx0" brushRef="#br0" timeOffset="211672.65">22674 8672 1306 0,'0'0'0'0,"0"0"0"0,0 0 0 16,-16 37-27-16,2-15 1 0,-6 6-1 0,0 2 1 16,7-10 13-16,-1-3 0 0,0 2 1 0,5 12 0 15,4-14 23-15,2-1 0 0,3-2 0 16,0 0 2-16,-3-6 2 0,3-2 2 0,3-6-1 16,5 3 1-16,-5 2 11 0,0-2 1 0,0-3 0 15,11-3 0-15,11-11-5 0,3-8 0 0,2-3-1 0,12 0 2 0,0-22-15 16,-6-1 0-16,1 6 0 0,-7 6 1 0,-2-11-5 15,-3 0 1-15,0-1-2 0,1-8 2 0,-7 3-8 0,3-5 0 16,1-9 0-16,-1 0 1 0,0 0-6 0,-5-2 2 16,-6-4-1-16,-5 6 1 0,2 20 2 0,-5 11 1 15,3 11 0-15,-6 8 1 0,0 3 0 0,0 8 0 16,0 6 0-16,0 0 0 0,0-2 16 0,0 4 0 16,0 4-1-16,-6 25 1 0,-8 24 8 0,-5 4 0 0,-1 2 1 15,-2-2 0-15,8-4 18 0,-3-7 2 0,0-1 0 16,-2 17 0-16,5-8-11 0,5 3 1 0,-2 2-2 15,3 11 2-15,2-10-14 16,6-15 1-16,6 0-1 0,-6 15 0 0,5-18-8 0,4-8-1 0,-4 6 0 16</inkml:trace>
  <inkml:trace contextRef="#ctx0" brushRef="#br0" timeOffset="212055.07">23598 8171 690 0,'0'0'0'16,"0"0"0"-16,31 3 0 0,10 2 48 0,-4-5 1 15,-1 0 1-15,3 6-1 0,3-6 9 0,-6-11 2 16,1 8-1-16,2 3 1 0,5-11-27 0,-2-1 2 15,0 7 0-15,-3 10 0 0,-3-10 66 0,-5-1 1 16,-3 4-1-16,-6 4 1 0,-2 9-60 0,-12-11 0 0,-5-11 1 16,0 17 0-16,-3-1-17 0,0-5 3 0,0 0-3 15,-6 9 3-15,-2-4-10 16,-6 7 1-16,3-1-1 0,-31 25 1 0,-11 0-8 0,5 6 2 0,6 3-2 16,6-4 2-1,0 1-4-15,2 3 1 0,7 5 0 0,-4 6 0 0,6-9 3 16,2-8-1-16,1 6 1 0,3 13 0 0,2-16 0 15,3-14-1-15,0 0 1 0,3 19 0 0,0-8-14 16,-3-3 0-16,0 1 0 0,11-1 0 0,0-14-2 16,0-2 0-16,6-4 0 0</inkml:trace>
  <inkml:trace contextRef="#ctx0" brushRef="#br0" timeOffset="212227.47">23751 8592 866 0,'0'0'0'0,"0"0"0"16,76-6 0-16,-18-11 9 0,1 12 1 0,2-1-1 15,1 6 1-15,2 0-63 0,8 0 2 0,4-5-1 16,10-7 0-16,-5-13 3 0,-14 0 1 0,-67 25-402 16</inkml:trace>
  <inkml:trace contextRef="#ctx0" brushRef="#br0" timeOffset="-182678.14">17244 15929 12 0,'0'0'0'0,"0"0"0"15,0 0 0-15,22-45 41 0,-22 17 2 0,3 6 0 16,-3-3-1 0,0 8 123-16,0 1 0 0,0 4 0 0,0-2 0 15,0 1-87-15,0 1-1 0,3 10 0 0,5-1 1 16,-5-8 44-16,0 2 1 0,0 4-1 0,5-4 0 0,0-5-90 0,-2 3-1 0,-1 3 0 0,4-3 2 16,5-3-3-16,0 0 1 0,-6 3-1 0,6 2 1 15,-6-2 2-15,1 6-1 0,2-1 1 0,-3 1 1 16,-2 2-9-16,2 0 2 0,-5 0-1 0,5 3 1 15,4 0 6-15,2 0-1 16,-12 0 1-16,7 0 0 0,10 0-16 0,-5 3 1 0,-5 3 0 0,7 5 0 0,4 5 33 16,-3 1 0-16,-6 0 0 0,-3 5 0 0,-2 12-24 15,-6-7 0-15,0 1 0 0,-6 9 0 0,1 7-10 16,-9-5 1-16,-12-3-1 0,-1 20 1 0,-4-14-12 16,0-9 2-16,-2 12-1 0,-6 5 1 0,-3-16-6 0,0-7 1 15,3 10 1-15,8-7-1 0,3-5-7 16,-5-8-1-16,2 3 1 0,9-6-1 0,2-1 0 0,6-4 0 15,3-6 1-15,0-6-1 0,3 0 3 0,5-3 0 16,-3 6-1-16,3 0 2 0,1-2 0 0,2 2 0 16,0 0 0-16,0-9 1 0,0 4 0 0,0-6 0 15,0 2 0-15,11-5 0 0,5-2 0 0,4-4 1 0,2 9-1 16,1 5 1-16,5-2 0 0,-3 0 1 0,3 2 1 16,0 9-1-1,2 0 1-15,-2-3 1 0,-6 11-1 0,15-3 0 0,-7-2 2 0,1-1-1 0,3 1 1 16,2 2-1-16,0 1 2 0,0-9 0 0,-2 2-1 15,8-4 1-15,-6 2-6 0,-8-9 1 0,3 1-1 16,10-6 1-16,-10-8-2 0,-8 5 1 0,-4-3 0 16</inkml:trace>
  <inkml:trace contextRef="#ctx0" brushRef="#br0" timeOffset="-182457.62">17777 15090 1281 0,'0'0'0'15,"0"0"0"-15,28-8 0 0,-11-6 2 0,2 8 1 0,-2-5-1 0,16 0 0 0,-2 3 14 0,-6-6-1 31,3 2 1-31,8 1 1 0,-5 6-14 0,-6-1 2 16,6-5-2-16,-3-3 2 0,0 3-5 0,-6 3 1 16,0 2 0-16</inkml:trace>
  <inkml:trace contextRef="#ctx0" brushRef="#br0" timeOffset="-182237.69">18221 14276 1293 0,'0'0'0'0,"0"0"0"0,44 9 0 15,-30-1-38-15,-3 6 1 0,0 3 0 0,3 16 0 16,-5-8 42-16,5 3-1 0,-6 6 1 0,6 21 0 16,-8-7 5-16,2-7 0 0,0 7 1 0,1 5 0 0,-4-11-1 15,-5-3 1-15,0 5-1 0,3-2 1 0,-6-11 78 16,-2-6 1-16,-1-3 0 0,9 3-1 0,-3-25-1294 15</inkml:trace>
  <inkml:trace contextRef="#ctx0" brushRef="#br0" timeOffset="-181108.72">19292 15611 12 0,'0'0'0'0,"0"0"0"0,0 0 0 0,0 0 0 0,31 20 0 15,-23-6 0-15,-2 2 0 0,2 7 0 0,1-7 0 16,-4 4 0-16,-2 16 0 0,-3 3 243 0,-3-5 2 15,3-7-1-15,0 10 0 0,0-15-244 16,0-8 0-16,-8 0 0 0,5 0 0 0,3-6 11 16,-3-2 1-16,3-6-1 0,-5 0 1 0,2 0 24 15,3 0 1-15,-6-6-1 0,-2 0 1 0,2-2-1 0,3-6 1 16,1 0 0-16,2-25 0 0,0-16-11 0,0 2 1 16,11 5-1-16,-3 6 1 0,6 6-14 0,-8 6 0 0,8-7 1 15,2 7 1-15,7 2-1 0,-7 8 2 0,4 6 0 16,-3 12-1-16,2-1 0 0,-5 0 1 0,-3-3-1 15,1 12 1-15,-4-3-1 0,0 0-1 0,-2 2 1 16,8 6-1-16,0 6 70 0,-6-3 1 0,1 5-1 16,2 9 0-16,0 0-50 0,-6 3-1 0,-2-6 1 15,-3 3 0-15,0-9-1 0,0-5 2 0,0-3 0 0,-3 0 0 16,3-5 10-16,0-3 1 0,0 0-2 0,0-1 2 16,-8 4-28-16,5-6 1 0,3-6 1 0,0 1-1 15,-2-4-9-15,2 7 0 0,2-7 0 0,9-27 0 0,-2-11-7 16,5-3 2-16,0-1-1 0,2 12 1 0,7 6-4 15,-4 0 1-15,-5 7 0 0,-5 15 1 0,-9 3-3 16,2 0 0-16,4-1 0 0,0 9 1 0,-6 0 7 16,2 0 0-16,-2 0-1 0,-2 3 1 0,2 3-1 15,-6-1 0-15,6-2-1 0,0 8 1 0,0 9-2 16,0 2 0-16,0-3 0 0,6 1 0 0,8-6-2 0,2 0 0 16,1-6-1-16,8-5 2 0,11 2-5 0,-2-5 1 15,-1-5 0-15,4 2 0 0,-1-14-46 0,0 1-1 16,6 7 1-16</inkml:trace>
  <inkml:trace contextRef="#ctx0" brushRef="#br0" timeOffset="-180886.77">20216 15463 892 0,'0'0'0'0,"0"0"0"16,-3 23 0-16,-5 2 83 0,5-3 0 0,3-8 0 15,3 3 0-15,-1-9-42 0,4-2 2 0,-3-1 0 16,0-5-1-16,-1 6 17 0,4-3 0 0,2-3 1 15,12-9-1-15,19-13 6 0,3-3 1 0,-3 0-1 16,3 3 2-16,-14-12-6 0,-6 3 2 0,-3 6 0 16,-2 6 0-16,-3-6 23 0,-5 2 1 15,-1-2-1-15,-8 14 2 0,0 3-60 0,-11-3 0 16,2 2 0-16,-5 1 0 0,-2 8-15 0,-1 0 2 0,-3 0-2 16,-10 11 2-16,-4 0-9 0,9-5 0 0,11-1 0 0,6 4 1 0,5-4-13 15,3 4 0-15,3-6 1 0</inkml:trace>
  <inkml:trace contextRef="#ctx0" brushRef="#br0" timeOffset="-180294">20958 15163 627 0,'0'0'0'0,"0"0"0"15,0 0 0-15,0 0 24 0,-28 0 1 0,20 2 0 0,-1 15 0 0,-5 3 15 16,-2-1 0-16,2 3 1 0,-9 20 0 0,-2-8 12 16,0-9 1-16,3 3-1 0,11 5 0 0,0-5-2 0,-1-6 1 15,4-2-1-15,14 2 1 0,-12-8-8 0,3-3-1 16,6 0 1-16,5-8 1 0,-2 2 13 0,-3-5 1 15,8-5-1-15,11 2 0 0,9-19-38 0,5-6 0 16,1-3-1-16,16-10 1 0,-6-15 11 0,-5 3 2 16,0-8 0-16,5 5-1 0,-8 3-11 0,-5 3 2 0,-6-14-1 31,2-6 1-31,-2 17 16 0,3-6 0 0,-3-2 1 0,5-6 0 16,1 6-16-16,-12 2-1 0,-2 1 1 0,-4 8 0 15,-7 14-2-15,-9 8 0 0,-3 8-1 0,6 9 2 0,-3 3-9 0,-6 2 2 16,3 9 0-16,-8 8 0 15,3 6-6-15,-1-1 0 0,1 4 0 0,-20 41 0 0,-3 1 6 0,4-9-1 0,1 5 1 16,7 3 0-16,2-2 5 0,6-1 0 0,3 1 1 16,8 2-1-16,0-5-7 0,0-9-1 0,14 1 1 15,0 13-1-15,-3-22-7 0,0-6-1 0,11 6 1 16</inkml:trace>
  <inkml:trace contextRef="#ctx0" brushRef="#br0" timeOffset="-179808.06">22398 14285 1004 0,'0'0'0'0,"0"0"0"0,-22 28 0 0,-3 2 120 0,-3-2 0 15,3 3 0-15,5 11 0 0,-2-12-58 0,5-5 0 16,6 0-1-16,2 9 1 0,4-9-22 0,10-8 2 16,-2 8-1-16,8 0 1 15,3-3-36-15,3-8-1 0,0 0 1 0,11 5-1 0,2 1 2 0,-2-3 1 16,3 2-1-16,0-5 1 0,-1 0-1 0,-5 3 2 0,1 2-1 16,-4 1 1-16,0 2-1 0,-5-2 1 0,5 2 0 15,-11 0 0-15,-8-8 79 0,-6 8-1 0,-8 1 1 16,-5 5-1-16,-7-1-56 0,-5-2-1 0,-2 3 0 15,-15 6 2-15,3-9-15 0,-2-11 3 0,-7 3-2 16,7 13 1-16,2-19-8 0,3-8 0 0,5-6 0 0,9 6 2 16,6-14-13-16,5-3 0 0,5-3 0 0,9-2 0 15,3-9-3-15,8-6 1 0,3-2 0 0,11-19 0 16,3 4-5-16,3 1 1 0,2-8 0 0,6 2 0 0,6-8 3 31,-3 5 0-31,-3 1 0 0,-6 16 1 0,-5-3 1 0,-5-2-1 16,-7 2 1-16,-4 9 0 0,-4 8 0 0,-8 1 1 15,0 4 0-15,-14 4 0 0,6 8-2 0,-6 8 0 0,-9 0-1 0,-2 3 2 16,-5 3-3-16,2 0 0 0,5-6 0 0,-16 0 1 0,39 3-1900 16</inkml:trace>
</inkml:ink>
</file>

<file path=ppt/ink/ink3.xml><?xml version="1.0" encoding="utf-8"?>
<inkml:ink xmlns:inkml="http://www.w3.org/2003/InkML">
  <inkml:definitions>
    <inkml:context xml:id="ctx0">
      <inkml:inkSource xml:id="inkSrc0">
        <inkml:traceFormat>
          <inkml:channel name="X" type="integer" max="3976" units="cm"/>
          <inkml:channel name="Y" type="integer" max="2240" units="cm"/>
          <inkml:channel name="T" type="integer" max="2.14748E9" units="dev"/>
        </inkml:traceFormat>
        <inkml:channelProperties>
          <inkml:channelProperty channel="X" name="resolution" value="135.2381" units="1/cm"/>
          <inkml:channelProperty channel="Y" name="resolution" value="135.75757" units="1/cm"/>
          <inkml:channelProperty channel="T" name="resolution" value="1" units="1/dev"/>
        </inkml:channelProperties>
      </inkml:inkSource>
      <inkml:timestamp xml:id="ts0" timeString="2023-02-15T17:54:47.882"/>
    </inkml:context>
    <inkml:brush xml:id="br0">
      <inkml:brushProperty name="width" value="0.05292" units="cm"/>
      <inkml:brushProperty name="height" value="0.05292" units="cm"/>
    </inkml:brush>
    <inkml:context xml:id="ctx1">
      <inkml:inkSource xml:id="inkSrc1">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618.23126" units="1/cm"/>
          <inkml:channelProperty channel="Y" name="resolution" value="620.60608" units="1/cm"/>
          <inkml:channelProperty channel="F" name="resolution" value="0" units="1/dev"/>
          <inkml:channelProperty channel="T" name="resolution" value="1" units="1/dev"/>
        </inkml:channelProperties>
      </inkml:inkSource>
      <inkml:timestamp xml:id="ts1" timeString="2023-02-15T17:54:48.884"/>
    </inkml:context>
  </inkml:definitions>
  <inkml:trace contextRef="#ctx0" brushRef="#br0">16799 13639 0,'0'12'0,"25"-50"0,128-242 31</inkml:trace>
  <inkml:trace contextRef="#ctx1" brushRef="#br0">4770 2642 12 0,'0'0'0'0,"0"0"0"0,20-28 0 0,2-11 3 16,-5 3 2-16,-3 11-1 0,5 14 1 0,-10-12 88 15,-1-2 1-15,6 0-1 0,-6 9 1 0,-2-7 9 16,-3 4 0-16,2-6-1 0,1 5 1 0,-6-2 13 16,-6 2 1-16,6-2-1 0,6 8 1 0,-6 0-91 0,-11 0 0 15,0 6-1-15,5 0 2 0,-2-6 26 0,-6 8 0 16,0-2 0-16,-3 8 0 0,-3-6-1 0,-2 6 0 15,5-5-1-15,-11 16 2 0,-5-3 32 0,2 6 1 16,-8-6-1-16,3 20 0 0,8-6-53 0,-3 1 0 0,3 5 1 16,9 19-1-16,-3-11-10 0,-4 0 0 0,-1 9 0 15,4 11 22-15,4 2-21 0,2 6-23 16,-5-8 0-16,8 3 0 0,0-9 0 0,8-6 0 16,12 1 1-16,-6-6-1 0,-9-11 1 0,9 3 0 15,9 10 0-15,-4-10 0 0,-2-14 1 0,3 2 1 16,2-5-1-16,-2-8 4 0,2-6-1 0,-2 3 1 15,2 2-1-15,0 1 5 0,1-12 2 0,-4 6-1 16,9 0 0-16,3-14 0 0,5-8 2 0,-2 8-2 16,11-14 1-16,-4-3 0 0,-13 4-1 0,0 4 0 0,3-5 0 15,-3 6 8-15,-11 8 0 0,2-3 0 16,1 6 2-16,-6 3 1 0,3 2 0 0,-3 1 1 0,0-1 1 0,-3 6-3 16,3 0 0-16,0-3 0 0,0-2 1 0,0 5-12 15,-6 0 0-15,6-3 0 0,-8 3 1 0,2-6-6 16,4 4 0-16,-4 2 1 0,-2 0 0 0,2 0-6 15,3 0 0-15,-2 0 0 0,-4 0 1 0,9 0-1 16,0 0 0-16,0 0 0 0,-5 0 0 0,5 0-1 0,-6 0 0 16,6 0-1-16,6-6 2 0,8-5-1 0,0 0 1 15,2-3-1 1,21-14 0-16,13-3 1 16,0-5-2-16,0 0 1 15,-5 8 1-15,-9-14-1 0,-13 6-1 0,-1 8 1 0,-8 14 0 0,0-5-3 0,-6 8-1 16,-2-3 1-16,2 8 0 0,-5-2 1 0,3-6 0 15,-1 8-1-15,-2 3 1 0,-6-2 1 16,3-12 1-16,0 12-1 0,0 5 1 0,0-6 0 0,0 0 1 0,0 4-1 16,0-7 1-16,0 1 0 0,0 5 0 0,0 0 0 15,0 3 0-15,0 0 0 0,0 0 0 0,0-5 0 16,0 5 1-16,0 5-1 0,0-2 1 0,0 0-1 16,-5-3 1-16,5 8 1 0,-6-8-1 0,6 3 0 15,0 3 0-15,-3-1 0 0,3-2 1 0,-5 3 0 16,2-1 1-16,-3 12-2 0,1 0 1 0,2-4 0 15,-3 7 1-15,-2-3-1 0,0 2 0 0,2-5 0 16,6 8 4-16,0 12-3 16,0 2-3-16,0-8 3 0,0-6-1 0,0 1 0 0,6-7 1 15,2 9 0-15,0-8 0 0,1-3-1 0,5 0 2 16,5 0-1-16,-5-9 1 0,-6 4 0 0,9-1 0 16,3-5 1-16,2 3 0 0,-8-1 0 0,11 1 1 0,3-6-2 15,-6 2 2-15,-2 4-2 0,5 2 2 0,-3-8-4 16,-2 0 0-16,-6 0 0 0</inkml:trace>
  <inkml:trace contextRef="#ctx1" brushRef="#br0" timeOffset="1490.01">5432 937 225 0,'0'0'0'0,"0"0"0"0,8 36 0 0,-3-19 182 0,-5 10 0 16,0 21 265-16,0 10-361 15,0 15-86-15,-5-15 0 0,5 4 49 0,0-15 2 16,0 6-2-16,-6-3 1 0,-2-8 26 0,0-6-1 16,-1 3 0-16,-10 11 0 0,2-19-38 0,-3-6 0 15,4-3 0-15,4 1 1 0,4-4-17 0,0-5-1 16,-1-6 0-16,4 6 0 0,-1-11-4 0,3 0 0 16,-5-3-1-16,8 0 2 0,0-3 2 0,0 0 1 0,-6 3 1 15,6-5-1-15,0-4-19 0,0-7 0 0,0 5 0 16,9-62 1-16,-1-5 0 0,-2 0 0 0,-1 11 0 15,4-3 24 1,7-10-1-16,10-12-25 16,4 5 29-16,-7 18 1 0,-7 7-1 0,4 21 2 15,2-1-11-15,-2-3 1 0,2 9-1 0,0 8 2 0,4 0-7 0,-1 0 1 0,5 6 0 16,1 8 1-16,-3-3-16 0,-11 12 0 0,5-4 0 0,3 12 1 16,0 3-3-16,-2-6 1 0,-1 5 0 0,3 7 0 15,0 7 0-15,-5-5 0 0,-6 8 0 16,0 9 0-16,-6 2 1 0,-5-10 0 0,-3 10 0 0,-3 9 1 0,-11-6 3 15,6-5 1-15,-6-1-1 0,-9 12 19 16,-13 8-7-16,-23 9 15 16,-10 5 1-16,7-17-33 0,18-2 0 0,7-9 17 15,12-8 1-15,3-6 0 0,5 1 0 0,3-9-11 0,9 0 1 16,2-9 0-16,6-5 0 0,2 0-7 0,-5 0 0 16,0 6 0-1</inkml:trace>
  <inkml:trace contextRef="#ctx1" brushRef="#br0" timeOffset="1662.88">5789 1583 1306 0,'0'0'0'0,"0"0"0"15,0 0 0-15,0 0 12 0,36 6 0 0,-19-6 1 16,2 0 0-16,12-6-13 0,5 1 0 0,1 2 0 31,-7-6 0-31,-2 4-1 0,3-4 1 0,11 18 0 0</inkml:trace>
  <inkml:trace contextRef="#ctx1" brushRef="#br0" timeOffset="1978.46">6489 781 590 0,'0'0'0'0,"0"0"22"0,39 27 2 16,-30-4-1-16,-4 10 1 0,-13 3 63 0,2-8 2 16,3-3 0-16,-2 14-1 0,5 6-6 0,-9-6 1 0,9 17 235 0,-5 8-165 31,2-6-153-31,3-10 0 0,0-4 79 0,0-2 1 15,0-6 0-15,8-8 0 0,-8 3-37 0,0-6 0 16,0 6-1-16,9-9 2 0,-4 0-12 0,-5-2 0 0,0-4 1 16,9 4-1-16,-9-6-11 0,3-6 2 0,-3-5-1 15,0 3 1-15,0-1-10 0,0-5 1 0,0 8-1 16,5-2 1-16,1 2-12 0,-3-8 1 0,-3 6 0 16,0-6 0-16,0 3-10 0,0-3 2 0,5 0-1 15</inkml:trace>
  <inkml:trace contextRef="#ctx1" brushRef="#br0" timeOffset="3327.85">7776 2149 338 0,'0'0'0'15,"0"0"0"-15,0 0 0 0,27 42-3 0,-21-28 1 16,2 8-2-16,-5 14 2 0,3 0 47 15,-6-13 0-15,0 10 0 0,0 20 1 0,-6-11 62 16,3-6-1-16,-2 17 1 0,-4 0 9 16,1-9-109-16,8-10-1 0,-5-3 1 0,-4-9 70 0,1-3-1 0,2-5 1 15,-2-3 0-15,2-5-41 0,1-6 1 0,2 0-1 16,3 0 2-16,-6-6-14 0,6 4 2 0,0 2-1 16,0-14 1-16,0 0-9 0,6-22 1 15,8-23-1-15,0-11 9 0,-3 6-18 0,0 11 0 16,3 17 0-16,3-6 5 0,0 6 2 0,2 3-1 15,3 16 0-15,-8-11-7 0,0 6 0 0,9 2 0 16,-1 12 0-16,-5 0 4 0,-3 2 1 0,0 6-1 0,5 6 0 16,-5 2-3-16,-3 0 0 0,-5-2 0 0,8 16 1 15,0 0 12-15,-6 6 0 0,1-5-1 0,4 18 2 16,-4-13 9-16,-9-5 2 0,-3 4-1 0,-3 18 41 16,-7 5-34-16,-4 0-40 0,3-13 0 0,0-7 1 15,0-13 1-15,6 0 1 0,8-12-1 0,0 4 4 16,-9-7-1-16,9 1 1 0,0-3-1 0,3 0 1 15,-3 0 1-15,0-3-2 0,0 1 2 0,0-7 1 0,0 4 0 16,0-4 0-16,11-27-1 0,11-31 7 0,4-5 1 16,-4 10-1-16,3 15 1 15,-3-6 0-15,-5-3 2 0,3-2-1 0,10 8 1 0,-2 2-2 0,-5 9 1 16,13 3 0-16,0 5 1 0,0 12 0 0,-5 2-1 16,-3 9 1-16,3 5 0 0,-9 6-8 0,0 5 0 0,-2 9 0 15,-3 0 1-15,-3 10-5 0,-14 1-1 0,5 0 1 16,-10 17 0-16,-4-3-1 0,-2-12-1 0,0 6 0 15,-3 15 1-15,6-18-2 0,2-2 0 0,-2 2 0 16,-6 17 2-16,8 3-3 16,12 3-1-16,2-11 0 0,6-18 0 0,0-7 0 15,0-9 0-15,8-8-36 0,0-3 1 0,-5 0-1 16</inkml:trace>
  <inkml:trace contextRef="#ctx1" brushRef="#br0" timeOffset="3592.02">8733 2441 1067 0,'0'0'0'0,"-3"31"-1"0,3-9 1 0,0 6 6 16,14-11 1-16,0 0 29 16,11-9 1-16,8-22-37 0,20 3 0 15,-8-14 36-15,-3-9 1 0,-6 4-1 0,1 10 1 16,-12-5 192-16,0 0 0 0,-8 3 0 0,-1 8 1 0,-5-8-197 15,-2-1 1-15,-4-5 0 0,-5 6 0 0,-11 0 2 16,0 2 0-16,0 12 0 0,-3 0 1 0,-8 8-13 16,-1 0-1-16,1 0 1 0,-9 22 1 0,-5 0-16 15,0-8 0-15,-1 8 0 0,7 23 1 0,2-17-9 0,6-9 1 16,2 1-1-16,12 16 1 0,8-5-61 0,5-15 1 16,9 10-1-16</inkml:trace>
  <inkml:trace contextRef="#ctx1" brushRef="#br0" timeOffset="4095.69">9562 2249 665 0,'0'0'0'0,"0"0"0"0,0 0 0 16,0 0 12-16,-37 22 2 0,23-19-2 0,-2 22 2 15,-10-8 5-15,1-6 0 0,-3 6 0 0,-8 19 0 0,5-11 20 16,-2-3 2-16,8 4-1 0,-3 13 148 16,8-3-38-16,4-6-150 0,-1-2 0 0,6-19 111 15,8 2 1-15,6 6 0 0,8 2 0 0,-3-11-69 16,1-5 1-16,-1-3-1 0,20-11 65 15,8-17-43-15,14-11-65 0,17 9 0 0,-2-15 59 16,-12-5-1-16,5-6 1 0,6 17-1 0,-5-11-32 0,-9 0 1 16,3 0 0-1,-3-6 0-15,-8-3-22 0,-3-8 1 0,3-5-1 16,3 11 2-16,-6-15 1 0,-6 10 1 0,-7-7-1 0,-7-5 1 0,-5 14-3 0,-6 3 2 16,6 8 0-16,-8-3 0 0,2 17-1 0,-8 17 0 15,3-1-1-15,-3 9 1 0,0 3-3 0,-3 9 1 0,3 4-1 16,-8 9 2-16,-3 12 0 0,0-1 0 0,-1 6 0 15,-18 44 1-15,-1 6-2 0,-5 0 2 0,0-5 0 16,-1 8 0-16,1 2 2 0,8-2 1 0,0 5-1 16,3 4 1-16,3-7 14 0,16-13 1 0,-2-9 0 15,8 23 19-15,11-1-25 0,14 4-19 16,11-15 0-16,9-8 3 0,0-13 1 0,8-24 0 16</inkml:trace>
  <inkml:trace contextRef="#ctx1" brushRef="#br0" timeOffset="4951.26">11481 2241 1255 0,'0'0'0'15,"0"0"0"-15,-8 53 0 0,-6 0 27 0,6 0 1 16,-6 0 0-16,-3 8 0 0,3-8 15 0,0-11 1 16,0 5-2-16,0-8 2 15,6-6 0-15,2-5 0 0,3 3-1 0,-2-12 2 0,-3 1 20 0,-4-3 1 16,4-9-1-16,5 0 0 0,-2-5-8 0,-4-3 0 16,9 6 0-16,0-6 2 0,-5-6-23 0,2 3 1 0,0-2 0 15,3-6 0-15,0-9-16 0,0-8 0 0,0 0 1 16,14-24 0-16,14-21-8 0,-6-2-1 0,1 0 1 15,4 10-1-15,1-4-11 0,-5-4 0 0,-1 1 1 16,6-1-1-16,-3 9-2 0,3 3 0 0,-6-3 0 16,6 17 1-16,-5 5-2 0,-1 6 1 0,0 5 0 15,6 11 0-15,-6-2-1 0,1 3 1 16,-7 10 0-16,4 4 0 0,0 2 0 0,-4-3 0 0,1 15 0 0,-3 10 0 16,0-2 13-16,0 2 2 0,-9 1-2 0,7 16 2 15,-1 0 31-15,-3-5 0 0,-8 11 0 0,-8 2 0 0,-6-5-19 16,5-2 1-1,-4-4-1-15,-10 9 1 0,1-6-12 0,0-8-1 0,-4 0 1 0,1 19 0 0,-3-13-9 16,-2-15-1-16,2 1 1 0,-3 16 0 0,3-14-7 16,6-8 1-16,0 8-1 0,-1 9 1 0,9-11-9 0,3-12 0 15,3-5 0-15</inkml:trace>
  <inkml:trace contextRef="#ctx1" brushRef="#br0" timeOffset="5554.46">12570 2550 1381 0,'0'0'0'15,"0"0"0"-15,0 0 12 0,0 0 2 16,0 0-1-16,33-19 61 0,-24 16-13 0,5-3-1 15,30-2 2-15,6-6-18 0,9-14 0 0,-9 11-1 16,-13 17 1-16,-1-5-16 0,-14-9 1 0,0 5 0 16,-5 18 0-16,3-9 8 0,-12-9 1 0,-8-2-1 0,6 9 1 15,-6 2-31-15,0-6 1 0,-6 0-2 0,-2 4 2 16,-12-15-8-16,3 11 0 0,-5-8 0 0,-23 6 1 0,-2-17-1 16,8 3 0-16,3 5 0 0,5 20 1 0,6-6-1 15,8-8 0-15,3 2 0 0,0 9 2 0,6-8 11 16,2 8 1-16,6-8-1 0,0 8 0 0,0 2 46 15,0 4 0-15,0-12 0 0,20 4 0 16,24-12-33-16,9-6 1 0,9 12 0 0,27 0 0 0,6-12-15 16,-14-2 2-16,0 2-2 0</inkml:trace>
  <inkml:trace contextRef="#ctx1" brushRef="#br0" timeOffset="6025.26">13786 1848 1419 0,'0'0'0'0,"0"0"0"0,37-17 0 16,-9 0 90-16,-3-2 0 0,3-1-1 0,5-7 2 15,-2-4-13-15,-9 3-1 0,0 3 1 0,1 0-1 0,-4 3-34 16,-5 2 0-16,3-2 0 0,-11-1 1 0,2-2 10 16,-8 6 1-16,0 8 0 0,0-17 0 0,0 11-28 15,0 0 0-15,0 15-1 0,0 2 3 0,0 0-9 16,-6 0 0-16,6-6 0 0,0 6 0 0,0 0-4 16,0 0 0-16,0 0-1 0,-8 34 2 0,-9 24 3 0,1 6 1 15,-1 0-1-15,3 9 28 0,5 2-20 16,-5 14-28-16,6 3 0 0,8-14 14 0,0-14-1 15,3 3 1-15,8 3 0 0,3-15-6 0,0 15 1 16</inkml:trace>
  <inkml:trace contextRef="#ctx0" brushRef="#br0" timeOffset="10632.11">22845 9218 0,'268'-25'0</inkml:trace>
  <inkml:trace contextRef="#ctx1" brushRef="#br0" timeOffset="10193">19077 1023 567 0,'-3'14'0'0,"3"22"341"15,-8 9 1-15,3 13-342 0,-1-2 0 0,3-11 43 16,-5-6 1-16,2 5 0 0,-2-16 0 0,2 8 33 16,-2-8 1-16,-3-8-1 0,0 5 2 0,-1-14-27 0,4 6 1 15,2-9 0-15,4 0 1 0,-7-5-23 0,4-3 0 16,-1 0 1-16,3 0-1 0,-5 0-10 0,2-3-1 16,1 1 0-16,2-4 1 0,-5-11-15 0,5-2 1 15,3 5-2 1,3-34 2-16,5-5-6 0,6-5 1 0,8-1 1 0,1 4-1 0,2-7 0 0,0 1 1 0,8 3 1 15,4 16-1-15,2-8 2 0,0-3-1 0,0 14 1 16,0 2-1-16,0 7 3 0,-6 2 0 0,4 6-1 16,2 2 1-16,-3-2-3 0,-5 13 2 0,-6 4 0 15,6 5-1-15,-9 5 3 0,-5-2 1 0,-3 6 0 16,0 5 0-16,-6 5 2 0,-3-5 1 16,-5-6-1-16,-8 12 1 0,3 5 2 0,-4 0 0 0,-5-3 0 15,-17 15 0-15,4-1-1 0,-7-8 0 0,1-1 1 0,-4 10-1 16,4-12-4-16,5 0 1 0,6-3-1 0,-1 14 11 15,7 3-10-15,16 9-10 0,0-18 0 16,2-13 6-16,9 5 0 0,1-10-1 0,7-1 1 0,-19-11-1909 16</inkml:trace>
  <inkml:trace contextRef="#ctx1" brushRef="#br0" timeOffset="10411.65">20235 1243 1105 0,'0'0'0'16,"0"0"0"-16,0 0 0 0,-14 53 3 0,0-17 1 15,0-5-1-15,1 5 0 0,1-2-3 0,-2-6 0 0,9-1 0 16,-4 1 1-16,1-11 1 0,-3-6-1 15,3 6 0-15,2-12 1 0,6-2-36 0,0 3 1 0,0-6-1 16</inkml:trace>
  <inkml:trace contextRef="#ctx1" brushRef="#br0" timeOffset="10585.37">20272 822 1130 0,'0'0'0'0,"0"0"0"0,0 0 0 16,0 0-13-16,30-14 1 0,-10 14 0 0,-6 6 0 16,0 2 4-16,2-8 1 0,-2 6-1 0,0 2 0 0,12 15-6 15,-1 2 1-15,-6 0-1 0</inkml:trace>
  <inkml:trace contextRef="#ctx1" brushRef="#br0" timeOffset="10805.37">20526 1009 1080 0,'0'0'0'0,"0"0"0"16,2 8 0-16,7 4-4 0,2 4-1 0,0-2 1 16,3 3 45-16,11 11 6 15,14 5-47-15,-5 12 62 0,-12-12 1 0,-5-10-1 16,-3-7 0-16,-9-2 22 0,-5-3-1 0,-3 12 0 15,1-9 1-15,-7-3-19 0,1 3 1 0,-6-3-1 16,-11 6 1-16,-9 10-23 0,1-4 1 0,2-1-2 16,0-8 2-16,6 3-12 0,11 2-1 0,6-8 0 0</inkml:trace>
  <inkml:trace contextRef="#ctx0" brushRef="#br0" timeOffset="12043.91">22718 9690 0,'12'0'0,"1"0"16,13 0-1,-1 0 1,14 0-1,24 0-15</inkml:trace>
  <inkml:trace contextRef="#ctx1" brushRef="#br0" timeOffset="11308.75">21586 1196 1569 0,'0'0'0'0,"0"0"0"15,0 30 0-15,-6 9 46 0,-2 0 0 16,-3-2 0-16,0-1 2 0,0-3-14 0,-1-8 2 0,-2 12-1 16,3-7 1-16,-3-7-3 0,3-7 0 0,8-2 0 15,3 0 0-15,-8-8-16 0,2-3 0 0,6 2 0 16,0 1 0-16,0-6-7 0,0-6 1 0,0 6 0 15,0 6 1-15,0-4-1 0,0-2 0 0,0-2 0 16,9-43 0-16,5-11-2 0,0-5 0 0,2 8 0 0,10-5 1 16,-4 10-2-16,-3-2 0 0,4-3 0 0,10 6 0 0,-2-3 3 15,-3-1 0-15,0 1 1 0,2 14-1 0,-2 0-2 16,-3 5 1-16,-2 12 0 0,5 5 0 0,-3 5 1 16,-6 4 2-16,-2 10-1 0,0 4 0 0,-3-4 56 15,-6 6-1-15,-5 1 0 0,0 13 2 0,-6 5-33 16,-5-7 0-16,-4-4-1 0,-7 17 2 0,-4-5-21 0,1-9 1 15,-6 6-1-15,3 3 16 0,0 2-16 16,-6-2-16-16,1 2 0 0,5-2 2 0,11 2 2 16,2-10-2-16</inkml:trace>
  <inkml:trace contextRef="#ctx0" brushRef="#br0" timeOffset="12432.34">23151 9651 0,'0'0'0,"0"0"0</inkml:trace>
  <inkml:trace contextRef="#ctx1" brushRef="#br0" timeOffset="12342.89">19111 945 1733 0,'0'0'0'0,"0"0"0"0,0 0 0 0,0 0 36 15,0 0 1-15,0 0-1 0,0 0 1 0,0 0-19 16,-14 31 1-16,8-26-1 0,-2 29 43 15,-6 24-19-15,-3 15-42 0,3-1 33 16,3-13 1-16,8-9-1 0,-5-8 1 0,2-1-10 16,1-4 0-16,-4-1 1 0,4-3 0 0,-1 3-6 0,1-5 0 15,-9 3 0-15,8-12 1 0,3 0-4 0,-8-13-1 16,3-4 1-16,2 9 1 0,3-11-17 0,3 2 0 16,-5-5 0-16,5 0 0 0,0 0 0 0,0 0 0 15,0 0 0-15,0-8 1 0,0-6 0 0,5 0 0 0,-2-8 0 16,17-39 2-16,2-15-1 0,-2 9 0 0,2 6 0 15,-8 3 22-15,8-6-3 0,14-15-21 16,-2 15 0-16,-1 0 12 0,-5 9-1 0,6 2 0 16,-1 0 0-16,4 5-2 0,-10 1 0 0,4 8 0 15,0 5 0-15,-3 7-8 0,0 4 1 16,-3 1 0-16,8 5 0 0,-10 6-2 0,-7 8 0 0,4-2 0 0,-6 10 0 16,-3-5 0-16,0 9 0 0,-2-4 0 0,-1 18 1 15,0 4 0-15,-2 4 1 0,-1-3-1 0,-2 31 2 16,3-9 5-16,-12-11-1 0,-2 5 1 0,-1 4 1 15,-4-9 6-15,4-17-1 0,-5 0 1 0,-8 6 0 0,0-3-3 16,8-5 1-16,-9-6 0 0,-5 8 0 0,0-8-3 16,1-6 2-16,-4 3-1 0,0 6 0 0,-2-3-11 15,10-6 1-15,4-5-1 0,-1-6 1 0,6-5-1 16,6 0 0-16,8 2 0 0</inkml:trace>
  <inkml:trace contextRef="#ctx1" brushRef="#br0" timeOffset="12962.19">22021 1073 1042 0,'0'0'0'16,"0"0"0"-16,11 31 0 0,-11-17 13 0,0 5 1 15,0 9-1-15,0 8 63 0,0-5-14 16,-2-3 1-16,2 8 0 0,0 0-5 0,0-8 1 0,0-11-1 16,0-6 2-16,2-3 38 0,-2-5 2 0,0 3-1 15,0-1 1-15,0-5-50 0,0 0 1 0,0 0-1 16,0-5 1-16,0-1 2 0,0 3 1 0,0 3-1 15,6-22 1-15,5-14-23 0,6-11-1 16,11-4 0-16,3 7 17 0,-6 8-31 0,8-1 0 16,-8 9-1-16,9 1 0 0,2-4 1 0,-8-5-2 0,0 22 2 15,3-6-20-15,-9 9-1 16,3 19 1-16</inkml:trace>
  <inkml:trace contextRef="#ctx1" brushRef="#br0" timeOffset="13109.38">22445 1148 1520 0,'0'12'0'0,"0"4"29"16,0 9 2-16,0-2-31 0,-5-4 0 0,5-2 52 15,0-3 1-15,0 0 0 0,0 2 1 0,0 4 12 16,0 2 0-16,0-8 0 0,5 0 0 0,4 0-33 16,2 8 1-16,-3-8-2 0,1 3 2 0,-7-3-9 0,4-3-1 15,0-5 1-15</inkml:trace>
  <inkml:trace contextRef="#ctx1" brushRef="#br0" timeOffset="13548.34">22482 914 1494 0,'0'0'0'0,"0"0"0"0,0 0 0 0,0 0 0 0,0 0 0 0,30 37 0 16,-24-24 1-16,5-1 1 0,0 2-1 0,-2 5 0 16</inkml:trace>
  <inkml:trace contextRef="#ctx1" brushRef="#br0" timeOffset="14013.42">22702 1137 791 0,'0'9'0'0,"0"10"9"16,0 6 0-16,6 3-9 0,-3-3 0 15,2-3 20-15,-2-8 1 0,0 3-1 16,-1-3 2-16,4 0 43 0,-6 0 0 0,0-11 0 0,0 2 0 0,0-5-9 16,0 6 1-16,0-6 1 0,0 0-1 0,0 0-13 15,0 0-1-15,0 0 1 0,0-6 1 0,0 1-9 16,6 2 0-16,2-8 0 0,-2-14 58 0,10-12-37 15,7-10-57-15,-9 16 0 0,-3 4 31 0,0 13-1 16,-8 5 0-16,2 9 0 0,1-5-11 16,-3 5 1-16,-1 0-1 0,4 0-3 0,0 5-17 15,-1 12 1-15,4 2 28 0,-1-5 2 16,-2-5-2-16,2 5 1 0,3 8-9 0,-3-2 1 0,1-12 1 16,-9-3-1-16,3 4-14 0,-1-6 1 0,7-1-1 15,-6-2 1-15,-1 9 10 0,1-9 0 0,0 0 0 16,0 0 0-16,0-9-2 0,2 9 0 0,-5-2-1 15,8-7 10 1,9-5-17-16,6-2-8 0,2-7 7 0,-11 4-1 0,0-1 1 16,-3 17 1-16,-6-5 4 0,-2 3 1 0,0 5-1 15,0 0 0-15,2 0-2 0,1-6 0 0,-3 6 0 0,-3 6 21 16,0 2-11-16,5 0-20 0,4 3 0 16,-1 3 9-16,3-5 0 0,-3 5 0 0,6 0 1 15,9 8-5 1,-1-3 0-16,-8-2 0 0</inkml:trace>
  <inkml:trace contextRef="#ctx1" brushRef="#br0" timeOffset="14238.45">23450 1260 1545 0,'3'0'0'0,"2"0"0"15,18-17 67-15,10 0 0 0,15-5-67 0,-6 0 70 16,-12-6 1-16,-7 6-2 0,-1 2 2 0,-8 3-23 15,-6-5 2-15,1 3-2 0,-4 10 1 0,-5 1-20 0,-8 0 1 16,2 2-1-16,1 6 1 0,-7 0-9 0,1 0 1 16,0 0-1-16,-8 6 0 0,-15 5 12 0,1 0-1 15,-1-3 1 1,6 15 0-16,6-1-2 0,11-3 1 0,0 18 1 0,8-10 13 0,6 1-32 16,2 0-1-16,6 3 2 0,6-1-4 0,5 4 1 0,-2-12 0 15</inkml:trace>
  <inkml:trace contextRef="#ctx1" brushRef="#br0" timeOffset="21829.79">19175 2480 12 0,'0'0'0'16,"0"0"0"-16,0 0 0 0,0 0 120 0,0 0 0 16,0 0 0-16,0 0 0 0,0 0-14 0,0 0 0 15,-28-25 1-15,14 48 596 0,-8 7-104 16,-12 12-599-16,-5 31 0 0,3-4-21 0,8-5 2 15,3-5 0-15,5-6 0 0,-2-6 17 0,8-11 1 0,6-8-1 16,-6 3 0-16,5-12 1 0,9-5 1 0,0-5-1 16,9-1 1-16,-4-8 0 0,4 0 0 0,-7 0 0 15,10 0 0-15,10-8 0 0,0-6 1 0,1 5-1 16,7-18 1-16,12-10 5 0,-11 1 0 16,-3 0-1-16,-6-6 1 0,-8 14 2 0,0 6 0 0,0 0-1 15,0-6 2-15,-6 5-1 0,1 10 0 0,-7 1 0 16,4 10 1-16,0 2 0 0,-6 0 0 0,0 0 0 0,0 0 0 15,0 0 5-15,0 0 1 0,0 0 0 0,0 0 0 16,0 5-1-16,0 12-1 0,0-9 1 0,0 26 0 0,11 7 0 16,3 4 0-16,0-9 0 0,5-8 0 0,9-8-3 15,-3-9-1-15,-2-6 0 0</inkml:trace>
  <inkml:trace contextRef="#ctx1" brushRef="#br0" timeOffset="22201.45">20464 2090 1381 0,'0'0'0'16,"0"0"0"-16,0 0 0 0,-25 37 0 0,11-24 0 15,-5 1 0-15,-18 23 1 0,1-1 0 0,-3-6 0 0,-3 4 0 16,-8 11 2-16,2-18 2 0,-5-7 1 16,-2 11-1-16,-4 8 1 0,9-14 13 0,5-3 1 15,-5 9 61-15,5 2-38 16,17-22 162-16,12 0 2 16,2-5-139-16,14-6 1 0,0 3-69 15,8 2 0-15,12-5 24 0,2 3 1 0,0 3 0 16,17 13-1-16,9 12-8 0,-4-3 0 0,-7-9-1 15,-7 6 2-15,1-2-11 0,-3-4 0 0,3 3-1 16,2 6 1-16,-8-8-4 0,3-4 1 0,3 4 0 0,2-3 0 16,-10-3-3-16,-1 0 0 0,0-6 0 0,6 3 1 15,-3-3-1-15,3 1 1 0,0-1 0 0</inkml:trace>
  <inkml:trace contextRef="#ctx1" brushRef="#br0" timeOffset="22663.3">20877 2402 1520 0,'0'0'0'16,"0"0"0"-16,0 0 0 0,-8 42 7 16,2-31 0-16,1 6-1 0,-4 19 1 0,-8 6 13 0,4 0 0 15,4 8 1-15,6 0 0 0,-2-5 13 0,-1-3-1 0,-8-6 1 16,6 0 1-16,-3 0 68 0,0-8 1 15,5-8 0-15,0 10 0 0,4-7-104 0,-10-9 1 0,10-6-1 16,2 0 1-16,0-2-1 16,-6-1 0-16,6-5 0 0,0 0 0 0,0 0-3 0,0 0-1 0,0 0 1 15,0 0 1-15,0 0-42 0,0 0 1 0,0 0 1 16,6-27-1-16,-1-29-32 0,6-3 0 0,3-13 0 16,6 11-1-16,-3-6 27 15,-1-3 0-15,9 3-1 0,6 25 2 0,-8-11 22 0,-4 0 1 16,12 6 1-16,-3 19-1 0,2-5 17 0,-2 2 2 0,-3 3-1 0,9 9 0 15,-3-6 19-15,-4 11 1 0,-4 0-1 0,5 5 2 0,0 9 17 0,-6 0 2 16,0 0-2-16,1 12 1 0,-1-7 75 0,0 1 1 16,-8 2-2-1,3 12 2-15,-6-4-75 0,-8 4 0 0,2-6 1 0,-10 11 0 0,-4-6 13 0,-2-8 1 16,0 6 0-16,-3 11 1 0,-8-11-19 0,0-12 0 0,-1 9 1 16,-5 11-1-16,-2-5-10 0,2-15 0 0,-9 7 0 15,1 13 2-15,3-11-7 0,-1-6 1 0,6-5 0 31,6 22 1-31,-6-22-12 0,6-6 2 0,5 3-1 16,11 3 0-16,6-3-13 0,3-3-1 0,3 3 0 16</inkml:trace>
  <inkml:trace contextRef="#ctx1" brushRef="#br0" timeOffset="28789.37">3696 3835 501 0,'0'0'0'0,"0"0"0"16,53 36 0-16,-11-17 34 0,8 9 1 31,17 20-2-31,0 5 192 0,-9-14-35 0,1-3 0 0,0-8 1 0,-4 0-191 0,-4-9 0 0,7 3 0 16,23-8 0-16,-5-14 241 0,2 9 2 0,8-9-2 16,4-9 1-16,-10-5-244 0,-1 1 1 0,7-1 0 0,17-17 0 15,-5 11 3-15,-6-7 0 0,3-10 0 0,8 7 1 16,-8 2-3-16,-8-6 0 0,7 4 0 0,4 7 0 15,-3-10 49 1,-8 2 0-16,5 9 1 0,3 8 0 0,-6 0-48 0,0 6 1 0,12-3-1 0,-1 8 0 0,-2-11 28 16,-6 3 2-16,11 5-2 0,6 15 2 0,-6-7-32 15,-14-2 0-15,17 6 0 0,3-6 1 0,-3-6 2 16,-5 4 2-16,8 10-2 0,2 0 1 0,-5-2 0 31,-2-17-1-31,13 0 1 0,0 8-1 0,0-3-1 0,-2 3 2 16,2-5-2-16,14 0 1 0,-6-9 1 0,-10 6-1 15,16 2 0-15,11 9 1 0,-5-13-2 0,-6-1 1 16,3 8-1-16,9 12 2 0,-4-6-1 0,-2-6 2 16,11 12-1-16,11 8 1 0,-6-6-3 0,-10-3 0 15,13 4 0-15,14 8 2 0,3-6-2 0,-8-3 0 0,13-2 0 16,1 10 1-16,-6-10 2 0,-6-6 1 0,15 3 0 16,-1 8 0-16,-5-11 2 0,-14-6 0 0,8-2 0 15,9 8 1-15,-18-11 0 0,-15 2 0 0,13 9 0 16,11 0 0-16,-17-8 0 0,-8 2 1 0,3 4-1 15,20 2 1-15,-9-6-1 0,-11 6 0 0,19 6 0 16,14 8 1-16,-7-9-4 0,-18 6 0 0,6 9 0 16</inkml:trace>
  <inkml:trace contextRef="#ctx0" brushRef="#br0" timeOffset="32645.34">17296 19014 0,'0'0'0,"0"0"0</inkml:trace>
  <inkml:trace contextRef="#ctx1" brushRef="#br0" timeOffset="32929.97">3863 7441 12 0,'0'0'0'15,"0"0"0"-15,0 0 0 0,0 0 7 0,14-28-1 16,-5 17 1-16,5 0 1 0,16-12 270 0,-2 1 1 15,-6-6-1-15,1-3 0 0,5 4-275 0,-3-1 2 16,0 0-2 0,-3 3 2-16,1 5 3 0,-1 1 0 15,0 2-1-15,6-3 1 0,-3 12 91 0,-2-3 1 0,2 3 0 0,5-1 0 0,-7 1-76 0,-1 8 2 16,-2-6-1-16,2 4 1 0,0 4 13 0,-5 4 0 16,2 2 0-16,12-5 1 0,-3 8-5 0,-11 3-1 0,-3 14 1 15,-9-8 0-15,-2 5-6 0,-6-6 0 0,-2 6 0 16,-4 23 2-16,1-9 10 15,-11-3 1-15,-9 0-1 0,11 11 2 0,-5-5-22 0,-6-20 2 0,0-2-1 16,3 13 1-16,-3-7-10 0,0-13 2 0,5-1-1 16,10 7 1-16,-1-5-6 0,2-11 1 0,-2 2 0 15,9-5 0-15,5 0-7 0,0 0 2 0,0 0-2 0,0 0 2 16,0 0-4-16,0 0 0 0,0 0 0 0,5-5 0 16,9 5-1-16,3-3 1 0,-3-5-1 15,22-1 2-15,3-7-1 16,-2 2 0-16,-4 5 0 0,-2 15 1 0,0-12-1 0,-9 4 1 0,-3-4 1 0,9 12-1 0,-5-6 1 15,-9-9 2-15,2 6-2 0,-7 9 2 0,2 0 19 16,-3-6 2-16,1 2 0 0,10 7 0 0,4 2 5 16,-7-8 1-16,-10-3-1 0,2 14 2 0,-8-3-15 15,0-11 1 1,0 8 0-16,-5 0 0 0,2 12-8 0,-8-9 0 16,0 6 0-16,-17 13 2 0,-17 12-8 0,3-6 1 15,6-8 0-15,5-5-1 0,0 4-4 0,4 4 1 16,-1 0-1-16,-3-3 1 0,3 0-4 0,0-1 1 15,11-4-1-15,-5 2 1 0,0 5-5 0,2-16-1 16,3-5 0-16,12 5 1 0,-4-14-1 0,9 0-1 0,3 2 0 16</inkml:trace>
  <inkml:trace contextRef="#ctx1" brushRef="#br0" timeOffset="34481.78">4793 5941 338 0,'0'0'0'0,"0"0"0"15,0 0 0-15,0 0 88 0,0 0 1 0,0 0-1 16,13 28 1-16,-7-14 60 0,2 3 2 0,-8 2-1 16,0 46 0-16,6-7-71 0,-12-8 0 0,6 0 1 15,6 3 0-15,-3-2-24 0,2-4 1 0,-5-5-1 16,9 8 2-16,-1-11-20 0,3-3 0 0,-2-5 0 0,5 13 0 16,-6-7-38-16,-2-15 0 0,2 6 0 0</inkml:trace>
  <inkml:trace contextRef="#ctx1" brushRef="#br0" timeOffset="34940.44">5147 6014 853 0,'0'0'0'15,"0"0"0"-15,0 0 0 0,3-31 51 0,2 3 1 16,1 6-2-16,2 3 2 0,6-12 8 0,-11-5 1 16,3 2 0-16,8 4 0 0,-1-1-14 15,-1 3 1-15,2 9-1 0,5-6 0 0,-5 13 9 16,-3-2 1-16,3 3-1 0,6 8 1 0,-6-5 29 0,-6 8-1 0,6 0 0 16,8 0 1-16,1 0-42 0,-7 0 1 0,4 8 0 15,-3 15 0-15,8 5-13 0,-8 2 0 0,-4 7 0 16,1 13 0-16,0-3-14 0,-11-5 1 0,3 16 0 15,-6 1 0-15,-9-9-10 0,4-8 0 0,-9 0 0 0,-3 5 1 16,3 0-3-16,-5-10 0 0,2-1-1 0,3-5 2 16,0-4-1-16,-8-4 1 0,-1-4 0 0,1 1 0 15,2-12-4-15,4 0 2 0,-4-2-2 0,12-12 2 0,-1 4-3 16,1-4 2-16,2 6-2 16,6-8 2-16,0-6-3 0,0 3 0 0,0-1 0 0,0-13 2 0,6-2 0 15,2 1 1-15,-5 7-1 0,11-3 1 0,6 10-2 16,-4 7 1-16,18-1 0 0,-3-2 0 0,-3 5 0 0,-6 6-1 15,6 0 0-15,-6-6 1 0,0 11 0 0,1-2 1 16,-1 5-1-16,6 0 1 0,3 3-3 0,-3 3 1 16,-6 2 1-16,9-2-1 0,-1 3-21 0,4-6 1 15,-4-6-1-15</inkml:trace>
  <inkml:trace contextRef="#ctx1" brushRef="#br0" timeOffset="35771.56">6763 7081 1093 0,'0'0'0'15,"0"0"0"-15,0 0 0 0,5 42-3 0,1-17 1 16,-3 3 0-16,-3 11 1 0,-9 8 4 0,1-5 2 0,-1-6-1 15,4 6 0-15,5-14 20 0,-6-20 1 0,4 9-1 16,2 0 1-16,-6-6 45 0,6-3-1 0,0 3 1 16,0-8 1-16,6 0-29 0,-6-3 2 0,0-3-1 15,0 0 0-15,0-5-10 0,0 0 1 0,0 5-1 16,8-36 1-16,20-25-12 0,-3 0 1 0,-6 0-1 16,-2 16 2-16,-3 7 44 0,0 10 2 0,0 0-2 15,3-2 2-15,2 8-40 0,-5 11 0 0,9 0 1 0,-7 3 0 16,4 11-8-16,-12 2 0 0,6 7 1 0,-5-1-1 15,5 12-23-15,-9-9 1 0,3 6-1 0,1 19 2 16,-4 8-4-16,-5-7 2 0,0 4 0 16,0 1 0-16,-5-3 0 0,-1-11 0 0,-2 0 0 0,0 8 0 0,-6-8 0 15,5-20 0-15,-5 1 0 0,6 10 0 0,2-5 0 16,3-14 2-16,3 0-2 0,-5 0 1 0,5 0 0 16,0 0 0-16,0 0 0 0,0-5 0 0,0-1 0 15,0 3 0-15,0-2 1 0,5-23-1 0,18-25 1 0,-1-11 0 16,-8 5 0-16,3 12 1 0,-3 8-1 0,0 11 0 15,2-5 0-15,4 10 1 0,-6 1-2 0,-6 8 0 16,6 6 0-16,-5 2 0 0,-1 6 0 0,-2 0 0 16,2 6 0-16,-2 5 1 0,2 0 1 0,0-5 1 15,1 2 0-15,2 14 0 0,0 9 3 0,-5 0 0 0,-1 5 0 16,-5 0 0-16,3 0 2 0,3-5 1 0,-6-3-1 31,8-3 2-31,0-14-4 0,-2-3 1 0,8-2 0 0,0 2 0 16,0-8-4-16,-3 0 1 0,0 0-1 0</inkml:trace>
  <inkml:trace contextRef="#ctx1" brushRef="#br0" timeOffset="36023.37">7709 7067 815 0,'0'0'0'0,"0"0"0"0,-23 39 0 0,4 17 104 16,2-9 0-1,3-8-1-15,6 9 2 0,-1-12-39 0,7-14 0 0,-1-5 0 0,6 8 2 0,8-22 36 0,-9 0 0 16,4 5 1-16,8-8-1 0,0 0-67 0,0-6 0 16,3 1 0-16,2 2 1 0,12-22-11 15,-3 0 0 1,-6 3 0-16,-5-12 0 0,2 4-24 0,-10 2 2 16,-1 5-1-16,-8-7 1 0,0 10 4 0,-5-5 1 15,2 8 0-15,-3 1 0 0,3-1 0 0,-2 3 0 0,-4 14 0 16,1-3 2-16,2-5-9 0,6 8 1 0,-5 0 1 15,-3 0-1-15,-1 0 0 0,1 0-1 0,2 8 1 16</inkml:trace>
  <inkml:trace contextRef="#ctx1" brushRef="#br0" timeOffset="36447.54">8200 7053 1859 0,'0'0'0'0,"0"0"0"0,0 0 0 0,0 0-11 15,-11 28 1-15,-1-14 0 0,-4 22-1 0,-7 6 11 16,1-6 0-16,-6 3 0 0,9 9 0 0,2-12 6 0,3-8 1 16,6-6-2-16,-1 6 2 0,4-14-2 0,-1-6 0 15,6-8 0-15,0 6 0 0,0 2 5 0,0-8 1 16,0 3-1-16,20-6 0 0,7-16 3 0,4-4 1 15,-3 1-1-15,25-20 1 0,-3-11-1 16,-5-2 2-16,-3 2-2 0,-3 0 2 0,-6 3-4 0,-2 5 0 16,5-11 0-16,-5 3 2 0,3-2 9 0,-9-4 1 15,3-5-1-15,-1-8 2 0,-4-9-3 0,-1 11 0 16,-5 0 1-16,5-2-1 0,-8 13-8 0,-3 18 2 16,-2-7 0-16,5 26-1 0,-14-3-3 0,0 14 1 0,-6 2-1 15,12 4 0-15,-6 10 0 0,0 1 0 0,0 2 1 16,-14 15-1-16,-9 24 0 0,1 6 0 0,-3 8 1 15,14 23 0-15,-9-6 1 0,-2-3 1 0,-9 6-1 16,3 11 1-16,0-9 5 0,12-4 1 0,-4-4 0 16,12 3 0-16,2-14-6 0,6-11-1 0,3 5 1 15,5 26 0-15,-8-17-3 0,0-14 0 0,3-9 0 16</inkml:trace>
  <inkml:trace contextRef="#ctx1" brushRef="#br0" timeOffset="37083.55">10184 6524 1293 0,'0'0'0'0,"0"0"0"0,0 0 0 16,0 0 48-16,0 0-1 0,0 31 0 0,-3 10 0 15,-3-10 10-15,4 5 0 0,-4 12 1 0,-8 13 0 16,-3-14-32-16,6 1 0 0,3 10-1 0,-6 3 1 15,6 1 15-15,-1-9-1 0,-2 0 0 0,8 2 1 0,-2-4-27 16,5-15 2-16,0 0-1 16,-3 3 0-16,3-8-6 0,0-15 0 0,8 4 0 15,1 2 1-15,-1-5-12 0,3-6 1 0,6-8 0 0</inkml:trace>
  <inkml:trace contextRef="#ctx1" brushRef="#br0" timeOffset="37288.39">10686 6371 1569 0,'0'0'0'0,"0"0"0"16,0 0 0-16,14 36-11 0,-14-14 0 0,-6 0 0 16,-7 70 0-16,-4-14 11 0,-6-5 0 0,4-1 0 15,-3 1 0 1,-1-4 75-16,1-4 1 0,5 1 0 0,3 7 1 0,0-12-32 0,-2-8-1 0,4 3 1 15,4 8 0-15,-11-11-17 0,2-6 1 0,3 9 0 16</inkml:trace>
  <inkml:trace contextRef="#ctx1" brushRef="#br0" timeOffset="86885.78">4184 11479 12 0,'0'0'0'0,"0"0"0"0,0 0 0 0,0 0 115 15,0 0 2-15,-22-34-1 0,16 29 0 0,1 5 86 16,2 0 0-16,-5-9 0 0,8 1 0 0,0-1-175 15,0 1 0-15,-6 0 0 0,0-3 0 0,6 5 106 16,0 0 0-16,-2-5 1 0,2-3-1 0,0 3-116 16,2-3 1-16,4 3 0 0,2-8 0 0,12-1 3 0,-3-2 2 15,-3 8-2-15,8-6 1 0,-3-5-7 0,4 6 0 16,-1 5-1-16,0 8 1 0,1-2-9 0,-1-3 1 16,-2 2 0-16,19 12 1 0,-3-8 6 0,-14-9 2 15,1 14-1-15,10 8 0 0,-8-2 4 0,-3-12 1 16,1 6-1-16,2 14 1 0,-8 0 2 0,2-6 2 15,-2-2-1-15,0 8 1 0,2 0 3 0,-5 2 1 0,0-2 0 16,-6 6 0-16,6-3 17 0,-11 5 1 0,3 3-1 16,-6-3 1-16,-9 3-25 0,1 0 2 0,-11-5-1 15,5 8 1-15,-3 2-14 0,-11-7 1 0,-8 5-1 16,8 8 1-16,-3-11-7 0,0-6 2 0,3 1-2 16,-8 8 1-16,5-11-4 0,-2-9 0 0,8 3 0 15,3 11 0-15,2-16-5 0,-2-3-1 0,8 2 1 16,-3 6 0-16,11 1 2 0,-2-12 0 0,8 0 0 15,0 0 1-15,0 0 0 0,0 0 0 0,0 0 1 16,0 0 0-16,0 0 0 0,0 0 1 0,0 0 0 0,8 2 0 16,6 4 0-16,0-1 0 0,3-2 0 0,17 6 0 0,-1 2 0 15,1-8 0-15,2-1 0 0,-11 12 0 0,0-3 0 16,-8-5 0-16,-3-3 0 0,8 8 1 0,-5-5-1 16,-3 2 1-16,-3-3-1 0,6 9 1 0,-12 3 2 15,4 0 0-15,-9 0-1 0,0 5 2 0,0 3 4 16,-9-3-1-16,4 3 1 0,-9-5 1 0,-3 13-2 15,-5-5 1-15,-1-6 0 0,9 12 0 0,-8-9-4 0,-6 0 2 16,-3-3-1-16,-5 9 1 0,0-12-2 0,0 1 2 16,-6 2-2-16,-3 1 2 0,0-10-1 0,9-7-1 15,-6 8 1-15,3 8-1 0,-8-11 4 0,8 3 0 16,5-2 0-16,9 13 1 0,-3-17 5 0,6-5 2 16,2 5 0-16,9 6-1 0,-3-14-3 0,9 0 0 0,5 0-1 15,-9 0 1-15,9 0-9 0,6 0 0 0,-3 0-1 16,16 0 2-16,12-6-8 0,5 1 1 0,0-6 0 15</inkml:trace>
  <inkml:trace contextRef="#ctx1" brushRef="#br0" timeOffset="88342.32">5931 9102 12 0,'0'0'0'15,"0"0"0"-15,0 0 0 0,-39-28 356 0,25 22-1 16,6-13 1-16,-6 7 0 0,0 7-408 0,-3 2 1 16,3 3-1-16,0 0 1 0,0 8 51 0,-3 4 0 0,-2 2 0 15,-9-3 0-15,-3 0 6 0,1 8 1 0,2-2-2 16,5 8 2-16,-5 3 5 0,6-9 1 0,-9 12-1 16,4-3 0-16,-4 8 91 0,3 0-1 0,-3 6 0 15,3 6 0-15,-2-7-8 0,2-4 0 0,0-1 1 16,-3 11-1-16,3-5-56 0,0 3 0 0,-2 13 0 15,13-2 1-15,3-6-14 0,0-5 2 0,6 5 0 16,10 0 0-16,-4-3-29 0,-4-2 0 0,6-6 0 0,14 8 0 16,-6-10-1-16,1-7 0 0,5 4-1 15,5 2 1-15,-2-5 0 0,-3-6-1 0,8 5 1 0,9 4 1 0,2-1 2 16,-10 1 0-16,5-7 0 0,8-10 1 0,9 3 8 16,-6-4 1-16,5 1-1 0,4-3 1 0,-4 3 0 15,-5-3 1-15,9-9 0 0,-1 1 1 0,-5-3 0 16,-6-6 0-16,1-6 1 0,2 7-1 0,-3-9-10 15,-2-3 2-15,-4-3-2 0,12-8 1 0,-11 5-2 0,-9-8 2 16,6 1-2-16,0-1 1 0,3-3-1 0,-9-5 0 16,0 0 0-16,1 2 0 0,-4-2 19 0,-5 0-1 15,3-6 0 1,-3-3 1-16,-6-2-7 0,-2-3 1 0,-6-6-1 16,3-16 1-16,-3 13-4 0,-3-2 1 0,-3-3 0 0,-2-6 1 15,-1 0-2-15,-5 12 0 0,0 13 0 0,-8 1 1 0,-6-1-6 0,6-2 0 16,-9 10 1-16,-5-4-1 0,2 7-2 15,4 9-1-15,2 3 0 0,3-3 1 0,2 5-1 0,-2 9 0 16,9-8-1-16,2 7 1 0,-3 7-1 0,-3 5 0 0,4 0 1 16,4 0 0-16,4 0-4 0,5 5-1 0,-2 1 1 15,-1 19 1-15,6 6-2 0,6 2 0 0,-1-11 1 16</inkml:trace>
  <inkml:trace contextRef="#ctx1" brushRef="#br0" timeOffset="89425.93">7120 11133 501 0,'0'0'0'0,"0"0"0"16,0 0 0-16,28 20 121 0,-20-9 2 0,-2 14-1 15,-1-3 0-15,-2 9-119 0,3 2 0 0,2-5 0 16,-2 14 1-16,2 0 12 0,-2-1 2 0,-6 1-1 16,0 6 1-16,-3-12 30 0,0-14 2 15,-5 6-1-15,10 8 1 0,-4-14-20 0,-4-8 0 0,0-5 0 16,4 5 1-16,-7-9 36 0,-2-5 0 0,3-5 1 16,8 10 0-16,-6 4-37 0,3-9 0 0,-5 0-1 0,8-6 2 15,0 3-1-15,0-2 2 0,-6-1-2 0,6-11 2 16,6-13-15-16,-3-6 1 0,5 2 0 0,6-16 0 15,0-6-15-15,0 9 1 0,6 11-1 0,10 8 1 0,-2 0 7 16,-11 6 0-16,2 2 1 0,4-2 0 0,2 11 1 16,-3 8 0-16,-2-6 0 0,8 4 0 0,-6 5 3 15,-8 0 1-15,-3 8-1 0,9-2 1 0,-6 5-1 16,-6 0 0-16,-3 3-1 0,4 0 2 0,5 8-8 0,-6-2 2 16,-2-1-2-16,-3 4 1 0,2 2 27 0,-5-9 1 15,3 1 1-15,-3-3-1 0,0-3-10 0,0-5 1 16,0-1 0-1,0-2 0-15,0 3-17 0,0-6 2 0,0 2 0 16,0-2-1-16,0 0-3 0,0 0 1 0,0 0-1 16,6-2 1-16,-1-9-7 0,9-3-1 0,-6-3 1 0,9-28 0 0,3-10-5 0,2 10 1 0,-8 6-1 15,0 6 2-15,-6-1-2 0,1 6 0 0,-4 12 0 16,4 16 0-16,-7 0-2 0,1-6 2 0,6 3 0 16,-7 6 0-16,4 3-18 0,-6-1 0 0,0-5 1 15,6 17 0-15,2 5-5 0,0 6 2 0,6 0 0 16,9 11 0-16,-7 0 9 0,4-8 0 0,2-9 1 15,6 0 0-15,0-8 1 0,3-6 0 0,-3 4 0 16,8-12 1-16,-5-9 2 0,-4 1-1 0,4 5 0 16</inkml:trace>
  <inkml:trace contextRef="#ctx1" brushRef="#br0" timeOffset="89698.39">8242 11203 1431 0,'0'0'0'0,"0"0"0"0,0 0 0 0,-6 8 2 16,3 6-1-16,3 0 0 0,-5 3 1 0,-1 8 11 15,-2-3 2-15,-1 0 0 0,1 9-1 0,0 5 9 16,2-5 0-16,0-6 0 0,12 3 0 0,-6-9-1 16,-6-8 0-16,12 3 0 15,8 6 1-15,-6-17 35 0,-2-3 2 0,2 0-1 0,1 0 1 0,5 0-18 0,-9-3 2 16,6-6-1-16,3 4 1 0,9-17 12 0,-4-1 1 16,-5 1 0-16,0-9 0 0,-3-5-20 0,-5 6 2 15,-1 7-2-15,-10-7 1 0,5 4-19 0,-6 7 0 16,3 2 0-1,-5 1 1-15,2 4-11 0,1 1 0 0,2 8 0 0,-5 3 0 0,2 0-9 0,1 0 1 0,2 0 0 16,3 0 0-16,0 0-3 0,0 3 0 0,0 3 0 16</inkml:trace>
  <inkml:trace contextRef="#ctx1" brushRef="#br0" timeOffset="90362.89">8864 11074 614 0,'0'0'0'0,"0"0"0"16,0 0 0-16,0 0 95 0,0 0-1 0,0 0 0 16,0 0 2-16,0 0-85 0,0 0 0 0,-11 26 0 15,0-7 2-15,-12 15 24 0,-2 2 0 0,-3 0 0 16,-8 3 1-16,5 0 9 0,6-3 0 0,3-8 0 16,-1 8 0-16,-2-5-10 0,6-9 2 0,10-2-1 15,-4-1 0-15,4 4-7 0,4-12 2 0,5 0-1 16,0-8 1-16,-3 8-13 0,0-11 1 0,3 3 0 0,6-3 0 15,2-3-3-15,3 3 1 0,-11-6 0 0,31-16 0 16,19-14-3-16,0-1 1 0,-5-10-2 0,5 3 2 16,-5 2-4-16,-9-3-1 0,9-13 0 0,8 7 1 0,-3-10 11 15,-5 0 1-15,5 5 0 0,6 12 1 0,-3-12-7 16,-11-8 0-16,5 0 0 0,9-9 1 0,-12 1-3 0,-7-4 1 16,5-4-1-16,2 10 1 0,-8 6 17 0,-13 8 2 15,-9 6 1-15,3 8-1 0,-4 3-17 0,-7 14 1 16,-6 6-1-16,0 10 2 0,0 4-19 0,0 5 1 15,-11 5 1-15,3 12-1 0,-9 8-1 0,-6 0-1 16,-2 9 0-16,-22 32 0 0,-3 1 0 0,-1 0-1 0,1 11 0 16,11 11 0-16,-3 1-1 0,3-7 1 0,11 1 0 15,0 13 0-15,12-2-1 0,2-14 1 16,14 11-1-16,8-3 2 0,14-14-2 0,-2-5 0 16,11-9 0-16,8 12 1 0,3-4-2 0,-6-24 1 0,6-17-2 0</inkml:trace>
  <inkml:trace contextRef="#ctx1" brushRef="#br0" timeOffset="90664.45">10633 10629 1155 0,'0'0'0'0,"0"0"0"0,0 0 0 0,8 44 99 16,-8-16 0-16,0 0 0 0,0 36-1 0,-8-5-20 15,-6-9 0-15,-8 17 0 0,2 16 0 0,4 1-37 16,2-1-1-16,5 1 1 0,-5-3-1 0,6-12-20 15,-3-16 0-15,2 6 1 0,4 2 0 0,5-16-10 0,3-12 0 16,5 6 1-16</inkml:trace>
  <inkml:trace contextRef="#ctx1" brushRef="#br0" timeOffset="90864.78">11311 10559 1431 0,'0'0'0'15,"0"0"0"-15,-14 67 0 0,0 2 14 0,0 1 0 0,-5 0 1 16,-4 13 0-16,-2 1-5 0,-3-12 0 0,6 23 0 16,8 3 1-16,-3-15-10 0,3-10 0 0,1-4 1 15</inkml:trace>
  <inkml:trace contextRef="#ctx1" brushRef="#br0" timeOffset="91104.04">11702 11621 1269 0,'0'0'0'16,"0"0"0"-16,28 0 0 0,8-6 0 0,6 1 1 15,-3 2-1-15,3 8 1 0,-3-5 51 0,-3-5 0 16,0 2 0-16,-2 14 1 0,2-14-40 0,-5-2 2 0,-3 5-1 16,3 5 1-16,-15-10-59 0,4-4 1 0,-3 7 0 15</inkml:trace>
  <inkml:trace contextRef="#ctx1" brushRef="#br0" timeOffset="91261.2">11763 11228 1192 0,'0'0'0'16,"31"-11"0"-16,0 2 0 0,5-7 39 0,6-1-1 0,11 6 0 0,11 13 0 16,-3-2-88-16,12 3-1 0,22 17 1 0,5-26-1 15,-19-19-22-15,-3-8 1 0,-78 33-677 0</inkml:trace>
  <inkml:trace contextRef="#ctx1" brushRef="#br0" timeOffset="91697.99">13281 10481 1117 0,'0'0'0'0,"0"0"0"0,0 0 0 16,31 8-13-16,-17 12-1 0,-6 8 1 0,6 27-1 15,-5 7 102-15,-1-1 1 0,3 11-2 0,-2 9 2 16,-1-5-2-16,6 7 2 0,0 26 0 0,0 16-1 16,3-11-32-16,-9-8 2 0,-3 11-1 0,-5-16 0 0,0-101-1555 15</inkml:trace>
  <inkml:trace contextRef="#ctx1" brushRef="#br0" timeOffset="99325.88">5493 9525 12 0,'0'0'0'0,"0"0"0"16,0 0 0-16,0 0 7 0,0 0-1 0,0 0 1 16,0 0 1-16,0 36 287 0,0-33 1 0,0-3-1 15,-3 20 2-15,-2 7-297 0,2-1 1 0,-3 1-1 16,1 15 1-16,-4 14 14 0,4-6-1 0,10-5 1 15,1-9 0-15,-6 0 15 0,0 0-1 0,0 1 0 16,0-7 1-16,0 4 62 0,3-9 0 0,2 0 0 16,1 0 0-16,-3-8-91 0,2-6 1 0,-2-3-1 15,8 3 1-15,-3 0-2 0,1-5 0 0,-4-3 0 16</inkml:trace>
  <inkml:trace contextRef="#ctx1" brushRef="#br0" timeOffset="99682.49">5783 9525 124 0,'0'0'0'16,"0"0"0"-16,0 0 0 0,0 0 149 0,0 0 2 15,0 0-1-15,-28 0 0 0,25 11-147 0,-2 0 0 16,-4-8 0-16,1 17 1 0,-11 16 51 0,2 6 1 15,3 8-1-15,0 0 1 0,6 3 25 0,8 0 0 16,0-3-1-16,0-5 1 0,8-1-6 0,0-8 2 16,6-2-2-16,0 2 1 0,-5-19-25 0,5 2-1 0,8-5 1 15,6 0-1-15,-11 0-14 0,2-11 1 0,-5 3 0 16,3-6 0-16,2-9-10 0,4 4 1 0,-9-4 0 16,11-13 0-16,3-6-9 0,-1 0 0 0,-4-8 0 15,-9-6 1-15,-6 3-2 0,1 6-1 0,-4-3 1 16,-5-12 0-16,3 1-5 0,-3 5 0 0,-8 6 1 0,-1 8-1 15,1-3-3-15,-6 6 0 0,0 8 0 0,0 12 2 16,-3-1-6-16,3 3 2 0,0 6 0 0,0 8 0 16,9 1-4-16,2-1 2 0,-8-11 0 0</inkml:trace>
  <inkml:trace contextRef="#ctx1" brushRef="#br0" timeOffset="108595.07">1536 15511 12 0,'0'0'0'0,"0"0"0"0,0 0 0 0,0 0 41 15,0 0 2-15,31-11 0 0,-17 11-1 0,-6-3 213 0,0 3 1 16,-2 0 0-16,8 3 0 0,14 2-106 0,-3 1 0 16,3-1 1-16,8-2-1 0,0 11-33 0,-5-6 1 15,5-2-2-15,-2 5 2 0,-3-2-108 0,-9-1 2 16,0 0-1-16,-2 6 0 0,-4 0 0 0,-2 0 2 16,-8-3-2-16,-3 0 1 0,-3-2 9 0,-3-1 1 15,-3 3-1-15,-8 9 0 0,-2 5-5 0,-4-6 0 16,-2 1-1-16,-23 13 2 0,1-2-8 0,-4-6 1 0,9-3-1 15,11 9 1-15,-8-12-10 0,5-7 0 0,0 7 0 16,12 6 2-16,2-14-2 0,3-2 0 0,9 2 0 16,-4 3 0-16,9-11-2 0,0-1 2 0,0 4-1 15,0 2 1-15,0 3 0 0,0-2 0 0,0-6 0 16,14 5 0-16,-5 3 0 0,5-3 0 0,-6-2 0 16,14 8 1-16,6-3 3 0,0-5-1 0,-6-1 1 0,-5 6-1 15,-3-2 4-15,-6-4-1 0,4-2 1 0,-10 8 1 16,4-5 11-16,-6-1 0 0,0-5 0 0,-6 12 1 15,4-1-6-15,-10 0-1 0,-1-3 1 0,-27 28-1 0,-15 6-5 16,7-8 1-16,12-6 0 0,8-9 0 0,-3-2-9 16,12-6 0-16,2 0 0 0,3-11 0 0,0-5-10 15,0-1 1-15,6-5-1 0,-1-14 1 0,4 2-3 16,5-2 0-16,5 0 0 0,18-17 1 0,-23 42-1996 16</inkml:trace>
  <inkml:trace contextRef="#ctx1" brushRef="#br0" timeOffset="108889.63">2192 14137 904 0,'0'0'0'0,"0"0"0"15,0 0 0-15,3 33-3 0,-6-10-1 0,3-1 1 0,8 11 1 16,-8 4 38-16,0-4-1 0,-5 6 1 0,5 11 0 16,-3-13 57-16,-3 4 1 0,6 4-1 0,0 11 0 15,-8-9-82-15,-6-8 1 0,5 14 0 0,4-6 0 0,-9-2 3 16,-3-14 0-16,3-15 0 15</inkml:trace>
  <inkml:trace contextRef="#ctx1" brushRef="#br0" timeOffset="109358.33">2462 14251 1444 0,'0'0'0'0,"0"0"0"16,0 0 0-16,14-30-11 0,-14 13 0 0,3 0 1 15,11-2 0-15,-8-4 9 0,2-2 1 0,-2 11-1 16,5 0 1-16,8-8 11 0,-2 3 2 0,-6-1-2 16,0 6 1-16,3 3 18 0,6-6 2 0,-6 15-1 15,0-1 1-15,-3-3 9 0,0 1 2 0,0 2-1 16,9 6 1-16,-6-1-8 0,0 1 1 0,2 3-1 15,-2 16 1-15,0 0-15 0,0 6 0 0,0 0 1 16,-11 19 0-16,3 1 4 0,-6-1 1 0,0 3 0 0,-14 12 0 16,5-7-7-16,-10-4 1 0,-4-1-1 0,-4 5 2 15,1-7-3-15,4-12 0 0,-6 3 0 16,-2-3 1-16,-7 1-2 0,9-15 1 0,6 0 0 0,8-11 0 0,-5-2-8 16,2-4 1-16,8-2-1 0,4-3 0 0,-4-6-3 15,1 1 0-15,8 2 0 0,0-8 0 0,0 0 7 16,8-6 2-16,-2-2-1 0,2-7 1 0,6 1-5 15,3-5 1-15,-3 10 1 0,3 12-1 0,8 2-1 0,-3 1 0 16,-5 5 0-16,3 11 1 0,5 0-3 0,3 3 0 16,-1 5 0-16,10 6 0 0,-1 1-3 0,9-7 1 15,-1 12-2-15,7-1 2 0,-7 4-6 0,-2-9 2 16,17 0-1-16,-12-8 1 0,-5-3-4 0,-20-9 0 16,-22-5-1978-16</inkml:trace>
  <inkml:trace contextRef="#ctx1" brushRef="#br0" timeOffset="111301.15">3325 16021 12 0,'0'0'0'15,"0"0"0"-15,0 0 0 0,0 0 308 0,0 0 1 16,0 0 0-16,0 0-1 0,0 0-308 0,0 0 1 16,0 0 0-16,0 0 1 0,0 0 19 0,42 22 1 15,-26-22 1-15,35 8-1 0,-1 1 75 0,0-6 0 16,-5 5 1-16,-1 3 0 0,1-8-52 0,-3-6 0 0,-6-2 0 16,9 5 0-16,-1-6-10 0,-2-5 0 0,-3 0-1 15,3 8 1-15,-6-8-14 0,-5-3-1 0,-9-6 0 16,1 12 1-16,-4-6-18 0,-10-3 2 0,-1-2-1 15,-2 8 1-15,-6-1-7 0,-9-4 1 0,4-1-1 16</inkml:trace>
  <inkml:trace contextRef="#ctx1" brushRef="#br0" timeOffset="111456.46">3514 15631 853 0,'0'0'0'0,"0"0"0"0,-30 11 0 16,21-8 23-16,-2-3-1 0,8 0 1 0,3 2-1 0,0 1 19 15,0-3-1-15,0 0 0 16,0 0 2-16,0 0 6 0,0 0 2 0,0 0-1 0,17-3 0 0,19-2 7 16,15-1 1-16,-1 1-1 0,17-9 1 0,-9 0-19 0,-7 0 0 15,7 0 0-15,6-6 1 0,3 6-10 0,-16 6 0 16,-7-3 0-16</inkml:trace>
  <inkml:trace contextRef="#ctx1" brushRef="#br0" timeOffset="112054.48">4734 15260 1507 0,'0'0'0'0,"0"0"0"0,0 0 0 0,0 0-2 0,33-45 2 16,-19 29 0-16,-5 5 0 0,5-6 9 0,2-3 2 15,-2 4-2-15,9-4 1 0,-4 6 39 0,4 0 2 16,-1 3-2-16,9 3 1 0,-9 2-23 0,-3 3 1 15,7 1-1-15,7 2 1 0,-11 2 6 0,1 4 0 16,-1 2-1-16,6 6 1 0,-6 0-1 0,-8 0 0 16,3 3 0-16,2 2 0 0,-7 12-6 0,-7-11 1 15,-10 2-1-15,5 14 1 0,-9-5-23 0,-7-9 1 0,-4 3-1 16,3 6 1-16,-5-9-1 0,-12-2 1 0,9 2 0 16,3 0-1-16,-6-8 2 0,0 0 1 0,6-3-1 15,5 6 0-15,3-3 5 0,0-3 0 0,6-6 0 16,2 1 1-16,6-6-3 0,0 6 1 0,0-6 0 15,0 0 0-15,0 0 3 0,0 0-1 0,0 0 1 16,6 2-1-16,11 4 0 0,-3 0-1 0,2-4 0 0,32 4 1 16,-4 2-3-16,1-8 0 0,-9 11 0 0,3-2 0 15,-11-4-2-15,-8 1 1 0,2 0-1 0,3 10 1 16,-5-2 0-16,-6-3 0 0,-6 0 0 0,0 1 1 0,-8 2 7 16,-2-1-1-16,2-1 1 0,-14 15 1 0,-14 7 9 15,-3 2 0-15,-14-5 0 0,4 13 1 0,-10-7-11 16,1-10 1-16,-3 1 0 0,-5 9 0 0,2-15-3 0,11-11 2 15,6 3 0-15,3-6 0 0,-1-8-15 0,10-8 0 16,10-12 1-16,6 9-1 0,8-8-2 0,6-6 0 16,11 0 0-16</inkml:trace>
  <inkml:trace contextRef="#ctx1" brushRef="#br0" timeOffset="112339.64">5646 13909 1457 0,'0'0'0'0,"0"0"0"15,0 0 0-15,0 0 25 0,0 0 0 0,28 33-1 0,-22-11 1 16,2 3 8-16,6 9-1 0,-5 5 1 0,-1 25 0 16,3 3 11-16,-3-12 1 0,1 10 0 0,5 7 0 0,-9-13-17 15,4-15 1-15,-1 6-1 0,1 0 1 0,-4-16-6 16,-5-12 0-16,3 0 0 0</inkml:trace>
  <inkml:trace contextRef="#ctx1" brushRef="#br0" timeOffset="112704.29">6110 13942 1520 0,'0'0'0'0,"0"0"0"15,-14 64 0-15,-9 0 6 0,9-3-1 0,6-5 1 16,2 3 0-16,-2-9 29 0,8-3 2 0,0-8-1 15,0 6 1-15,3-15-4 0,2-10 1 0,4-1-1 16,10 9 1-16,4-8 41 0,-9-15 1 0,2-5 1 16,12 3-1-16,3-8-40 0,0-6 0 0,-3-3 0 15,8-3 0-15,0-3-10 0,-8-8-1 0,0-5 1 16,3 2 0-16,-3-5-8 0,-12-8 0 16,-2 2 0-16,0-6 0 0,-5 1-4 0,-4 0 1 15,-10-9 0-15,5 11 0 0,-6-5-7 0,-5 8 0 0,-3 6 0 0,0 14 0 16,-6 0 0-16,-2-1 0 0,0 18 0 0,-9 10 1 15,3 4-4-15,0-7-1 0,-2 23 1 0,-7 12-1 0,7-9-3 16,-4 2 1-16,9 12-1 0,11-6 0 0,-6-11-1 16,9-8 0-16,11-17-1945 0</inkml:trace>
  <inkml:trace contextRef="#ctx1" brushRef="#br0" timeOffset="113479.85">7204 15232 12 0,'0'0'0'0,"0"0"0"0,-48 73 0 15,12-23 308-15,0 3 1 0,-4 2 0 0,-4 1-1 16,8-6-285-16,-1-5 0 0,-7-3 1 0,2 11-1 0,0-17 29 16,11-8 0-16,1-3-1 0,2 11 1 0,-3-22 12 15,3-8 0-15,6-1 0 0,8 6 0 0,0-5-55 16,5-12 0-16,1-5 0 0,-3 6 1 0,2-12 8 0,1 0 1 16,3-5 0-16,10-6 0 0,-5-17-1 0,-5 4 0 15,10 4 0-15,3 7 1 0,6 7-19 0,-5 4 1 16,5-1 0-16,8 1 0 0,0 8 3 0,-2 5-1 15,-6 6 0-15,8 0 1 0,3-3 0 0,0 6 2 16,-2 6-1-16,7-1 1 0,12 9 14 0,-5-3 2 0,-1 2-1 16,3 4 0-16,3-3 44 0,-6-6 2 15,0 0-1-15,1 0 0 0,7-3-35 0,-7-2 2 0,-7-6-1 16,7 0 1-16,-10-3-13 0,-4-5 2 0,-6 2-1 16,2-8 0-16,-11-2-17 0,-2 4 0 0,-6-4-1 15,0-7 2-15,-6 1-5 0,1-3 0 0,-4-6 0 16,-7-5 0-16,-4-6-1 0,-2 3 1 0,-6 3 0 15,3 11 0-15,3 0 0 0,2 5 0 0,-2 6 0 16,-6 9 1-16,11-3 0 0,-3 2 0 0,12 12 0 0,-6 13 1 16,6 6 2-16,-6-5-1 0,5 2 1 0,1 23 0 15,3-1 10-15,5-2 0 0,5 8 1 0,6 3-1 16,9 3-6-16,2-1 1 0,9 7-1 0,11 10 1 0,-12-2-5 16,4-9 1-16,-3 3-1 0</inkml:trace>
  <inkml:trace contextRef="#ctx1" brushRef="#br0" timeOffset="114624.4">7879 15054 766 0,'0'0'0'0,"0"0"0"0,33-22 0 0,-10-6 44 0,-1 5 1 16,6 9-1-16,8-5 1 0,-5 11 53 0,0-1 1 16,5 1-2-16,8-3 2 0,-2 0-43 0,0 11 1 15,-6 0 1-15,4 0-1 0,-4 0-2 0,-8 8 1 0,0 0 0 16,-3 6 0-16,-6 0 0 0,-5-3 0 0,-3 0 1 15,-5 3-1-15,0-5 2 0,-6-4 2 0,0 6-1 16,-6 1 0-16,-2 2-18 0,-1-1-1 0,-5-1 1 16,0 13 0-16,-14-3-17 0,6 6 0 0,0-11 1 15,-6 2 0-15,3-2-13 0,5-3 1 0,6 0-1 16,6-3 0-16,8 0 23 0,0-11 1 0,0 8 0 16,0 1 0-16,0-1-15 0,0-8 2 0,5 0-2 15,18 11 1-15,16 3-12 0,3-8 2 0,2-1-1 0,7 6 0 16,-7 6-9-16,-7-6 2 0,4-2-2 0,-10 7 1 15,-3-4-4-15,-6-4 0 0,-8 3 0 0,-3 14 0 16,-5-8-7-16,-6-9 0 0,-8 6 0 0,-6 14 1 0,-14 0 2 16,-3 5-1-16,-14-5 1 0,-5 6-1 0,-8 2 5 15,-1-6 0-15,0-2 0 0,1 0 0 0,2-6-1 16,11-8 2-16,3-2 0 0,9 4 0 0,0-13-1 16,5-11 0-16,11-3 0 0,3-6 1 0,11-17-17 15,11-5 2-15,6-5-2 0</inkml:trace>
  <inkml:trace contextRef="#ctx1" brushRef="#br0" timeOffset="115174.9">8842 13911 853 0,'0'0'0'0,"0"0"0"0,0 0 0 0,0 0 81 15,19-36 0-15,-11 19 0 0,1 1 0 0,2-21-6 16,-3 1 0-16,1 0 0 0,5 0 0 0,0-1-30 16,0 7 0-16,-6 5 0 0,6-6 0 0,0 6 54 15,3 8-1-15,-1 3 1 0,4 3 1 0,-3 3-51 0,-6 2 1 16,3-2-1-16,3 2 1 0,-1 1-19 0,4 5 0 16,-6 8 1-16,0 3 0 0,8 6-10 0,-8 3-1 15,0 5 0-15,8 25 1 0,-8-6-17 0,-5-5 2 16,-1 9-1-1,-14 10 0-15,-5-2-1 0,-3 0 0 0,-5 11 1 0,-4 2 0 0,-7-5 0 0,2-8 1 0,-8-3 0 16,5-3 1-16,-11-14-1 0,6-8 0 0,5 0 1 16,0 0 0-16,-2-6-1 0,2-19 1 0,9 0-2 15,-1 11 2-15,4-14-1 0,2-11 0 0,-5 2-1 16,8-2 1-16,6 0-3 0,2-8-1 0,-2-1 0 16,8 3 2-16,0 1-2 0,8-1 2 0,0 3-1 15,20 0 1-15,0 3-1 0,3-6 1 0,5 14-1 16,14 6 2-16,-5 3-2 0,0-1 1 0,8 1-1 0,8 5 2 15,0 3-3-15,4 5 2 0,-1 4-1 0,11 10 1 16,3-5-2-16,-16-3 0 0,-7-8 1 0</inkml:trace>
  <inkml:trace contextRef="#ctx1" brushRef="#br0" timeOffset="118371.08">5099 16673 12 0,'0'0'0'0,"0"0"0"0,0 0 0 16,-33 25 21-16,13-14 0 0,-2-8 1 0,8 5 0 0,-3-5 131 16,3-3-1-16,1 0 1 0,-7 0 1 0,3 0-35 15,3 0 1-15,-2 0-1 0,-7 0 1 0,4 0 37 16,-4-6 1-16,9-2 0 0,-8-6 1 0,0 0-159 15,2-5 1-15,9 2 0 0,-3-5 0 0,-14-6 44 16,-2 0 1-16,7 0-1 0,4-5 1 0,2-1-21 0,-8-2 0 16,0-6 0-16,5-5 1 0,-2 2-10 0,0 9-1 15,5-3 1-15,3 3 1 0,0-9-16 0,0-2 0 16,0 5 0-16,11 6 1 0,-2-14 5 0,-4-6 1 16,-2 0 0-16,8 6 0 0,-11 0 2 0,-2 2 1 15,10 4 0-15,6-3 0 0,0 5-5 0,-6 0 0 0,4 0-1 16,10 0 2-16,-2 1 14 0,2-1 1 15,0-3-1-15,9-8 1 0,-3-5 0 0,0-4-1 16,5-7 0-16,4 2 1 0,-6 8-5 0,2 4 1 16,3-1-1-16,15-8 1 0,-12 2 2 0,0 7 0 0,11-9-1 15,-2-3 1-15,-1-9-7 0,-5 4 2 0,-3 0 0 16,9-1-1-16,-4 9-5 0,-2 8 1 0,9 6 0 16,7 6 1-16,-5-7-6 0,-2 1 2 0,4 0-2 15,18 3 2-15,-6-9 8 0,-6 3 1 0,6-6-1 16,0 4 1-16,3 5-9 0,-11 8-1 0,5 0 1 15,0-3 1-15,1 4-9 0,-4 10 1 0,3-5-1 0,6 8 1 16,-3 6-1-16,-3-6 1 0,1-3 0 0,2 14 0 16,-3-8 3-16,-5 3 0 0,5 8 1 0,3 6-1 15,-3 2-1-15,-8-2 1 0,2 11-1 0,1 10 0 16,-3-1-3-16,-6-1 0 0,9 8 0 0,5 4 1 0,-5-4-1 16,-9 3-1-16,9 1 1 0,-3 5 1 0,-3 8 1 15,-9-8 1-15,4 5-1 0,2 0 1 0,-14 9-1 16,1 0 0-16,5 8 0 0,-6 9 0 0,-8-9 1 15,-6-11-1-15,-5 8 0 0,-6 9 1 0,-2 3 15 16,-4-4 0-16,-7 9 0 0,-4 3 0 0,-2-3-9 0,-1-5 1 16,1 11 0-16,3 8 0 0,-7-12-5 0,-1-1 0 15,-10 7-1-15,1 12 2 0,0-1-7 0,-6-5 1 16,3 0-2-16,3 6 2 0,-6-12-7 0,3 1 1 16,-6-1-1-16,-2 12 1 0,-1-12 0 0,-2-5 0 15,-9 6 1-15,3 2 0 0,3 3-5 0,-2-11 0 16,2 16-1-16,-6 7 2 0,0-18 6 0,1-11-1 0,-6 1 1 15,-3 4-1-15,0 1 5 0,5-5 0 0,-5 5 0 16,6-1 0-16,-3-7-1 0,0 2 0 0,5-8 0 16,0 8 0-16,6-10 0 0,6-15 1 0,2-5 0 15,6-1 0-15,-3-2 0 0,3-11 1 0,3-3 0 16,0 0 0-16,-1-3 18 0,15-11 1 0,8 0 1 16,-8 5-1-16,8-10-20 0,8-6 0 0,12-1 0 15,8-13 0-15,11-5-1 0,3-6 0 0,-6-1-1 0</inkml:trace>
  <inkml:trace contextRef="#ctx1" brushRef="#br0" timeOffset="119123.82">12771 12209 12 0,'0'0'0'0,"0"0"0"0,-34 58 0 16,3-16 326-16,1-3 2 0,-15 8 0 0,17 12-1 16,0-12-325-16,0-5-1 0,6 0 0 0,0 2 1 15,-1-7-1-15,1-9 0 16,0 8 0-16,8-8 1 0,-3-1-53 0,-2-1 1 0,-1-4-1 0</inkml:trace>
  <inkml:trace contextRef="#ctx1" brushRef="#br0" timeOffset="119345.49">12983 12053 187 0,'0'0'0'0,"0"0"0"16,0 0 0-16,14 41 40 0,-6-18 1 0,-8-4-1 16,3 23 1-16,-3 0 38 0,-3-12 1 0,3 4 0 15,0-1-1-15,-6-8-42 0,4-8 1 0,2 3 1 16,-6-4-1-16,1 4-29 0,-4-17 0 0,1 8 0 16</inkml:trace>
  <inkml:trace contextRef="#ctx1" brushRef="#br0" timeOffset="119496.27">12511 12008 1017 0,'0'0'0'0,"-39"33"0"16,3 4 0-16,-14 4-75 0,-23 7 1 0,-16 16-1 15</inkml:trace>
  <inkml:trace contextRef="#ctx1" brushRef="#br0" timeOffset="120785.68">9408 15511 12 0,'0'0'0'16,"0"0"0"-16,0 0 0 0,0 0 0 0,0 0 0 16,36 17 0-16,-22-12 0 0,3-2 4 0,3 2 2 15,-9-2 0-15,8 0-1 0,12-3 71 0,2 0 1 16,1 0-1-16,13 0 2 0,-2-3 56 16,-6 0 2-16,3 3 0 0,0-5 0 0,-3 5-64 0,3-3 1 0,-12-5 0 15,4-6 0-15,-3 8-13 0,-9-5-1 0,0 0 1 16,-5-3 0-16,3 8-52 0,-12 4 1 0,0-7 0 15,-2 1 0-15,-1 0-12 0,-5 5 1 0,-5-3-1 16</inkml:trace>
  <inkml:trace contextRef="#ctx1" brushRef="#br0" timeOffset="120943.19">9481 15132 954 0,'0'0'0'0,"0"0"0"0,0 0 0 0,0 0-7 16,0 0-1-16,36 14 0 0,-28-14 1 0,6 0 7 15,0 0 0-15,0 0 0 0,31 0 0 0,13-9 26 16,1 4 0 0,-6 5 0-16,3 5-1 0,2-2-22 0,1-3 0 0,0 6 0 0</inkml:trace>
  <inkml:trace contextRef="#ctx1" brushRef="#br0" timeOffset="121870.76">10619 14856 452 0,'0'0'0'0,"0"0"0"16,0 0 0-16,9-28 48 0,-4 20 0 0,3 2 1 15,-2-2 0-15,2-6 43 0,1 8 0 0,-4 1 0 0,-2 5 0 16,6-6-61-16,2 3 1 0,-9-2-1 0,4-1 1 16,2-2 10-16,6 0 1 0,-5 2 0 0,2 3-1 15,0 0 40-15,0 1 0 0,0-4 0 0,9 12 0 16,2-6-42-16,-2 0 1 0,2 0-1 0,3 8 0 16,0-2 7-16,-5 5-1 0,-1 8 0 0,-5-2 1 15,0 0-11-15,-5-1 1 0,-4 4-1 0,4-3 1 0,-9 5-13 16,0-5 2-16,0 2-1 0,-6 6 1 0,-2-3-14 15,-9 6 0-15,3-8 1 0,0 10 0 0,0-10-2 0,0-3 2 16,0-1-1-16,11 7 0 0,-8-9-7 0,3-9 0 16,2 1 1-16,6-3 0 0,0-1-3 0,0 4 0 15,0-3 1-15,3 0 0 0,5-1 10 0,-8 1-1 16,3 0 1-16,3-3 0 0,2 0 1 0,3 0-1 16,1 0 1-16,10 3 1 0,11 5-5 0,-5-5 0 0,3 0 0 15,-3 5 1-15,-6-5 16 0,-8-3 1 0,3 3-1 16,-3 10 1-16,0-4-1 0,0-1 0 0,-6-5 0 15,0 14 1-15,-8-1-1 0,0-2 2 0,-8 0-2 16,-6 6 1-16,0-1-19 0,-3-2 1 0,-2 0 0 16,-12 13 1-16,-5-2-9 0,-9-3 1 0,-5 6 0 15,8-3 0-15,-2-3-4 0,2-3 0 0,5 3 0 16,4-8 0-16,-1 0-22 0,7-6-1 0,10-8 1 16,8-3 1-16,4-3-19 0,2-5 1 0,3 2 0 0,0-14 1 15,-3-2 14-15,3 5 1 0,11 3-1 0,15-44 2 16,-26 58-1921-16</inkml:trace>
  <inkml:trace contextRef="#ctx1" brushRef="#br0" timeOffset="122809.27">11476 13842 904 0,'0'0'0'0,"0"0"0"0,0 0 0 0,0 0-11 0,0 0 1 15,3-37-2-15,5 23 2 0,-5-8 10 0,-3-3 0 16,0 0 0-16,0-6 1 0,0 3 40 15,0 1-1-15,5 7 1 0,-5-2-1 0,6 0 30 0,-6 10-1 16,3 4 1-16,2 2 0 0,1 1-62 0,-3-1 1 16,2 6 0-16,4 0 0 0,-1-2 15 0,-2-1-1 15,2 3 1-15,0-6 0 0,6 6 2 0,0-3 1 0,0 3 0 16,0 0 1-16,8 0 3 0,1 3-1 0,-6 6 0 16,2-7 2-16,-5 9-4 0,0 1 1 0,3 2-1 15,-9 8 1-15,3-3-3 0,-2-2 0 0,5 3 0 16,-6 10-1-16,-2-2 29 0,2-8 0 0,-8 10 0 15,0 6 0-15,0-8-9 0,-8-3 1 0,2 9-1 16,-2 5 1-16,-6-3-18 0,0-5 1 0,-6 8-1 0,-2 5 1 16,-1-5-14-16,1-2-1 0,0-4 1 0,-9 0-1 15,3-5-7-15,0-5 1 0,-2-1-1 0,-1 3 1 16,-3-8-3-16,9-3 2 0,0-3 0 0,0 0-1 0,3 3 5 16,-1-11 0-16,10-6-1 0,-1 6 1 0,0-3 4 15,5-6-1-15,1 1 1 16,2-1-1-16,1 6 8 0,2-11-1 0,-3 5 0 0,6-13 2 0,6-4-13 15,-3-2 1-15,2 11 0 16,4-2 1-16,10-4-7 0,-2-2 1 0,5 11-1 16,6-9 2-16,-6 9-8 0,1 6 1 0,-1-1 0 0,-2-2 0 0,2 2-2 15,-8 6 0-15,3 0-1 0,5 6 2 0,6-6-8 16,-6 5 0-16,6 4 0 0,-6 2 0 0,1-3 5 0,-9-2-1 16,0 5 1-16,2 0 0 0,4 3 2 0,2-9 1 15,-11 1 0-15,9 13 0 0,-6-7 1 0,0-4 1 16,-6 0 0-16,6 3 0 0,-5 1 19 0,-1-4 1 15,0-2-1-15,-2 5 0 0,8-6 13 0,-6-2 0 16,1 3 0-16,-4 2 0 0,1 3-20 0,2-8 0 0,-2-3 0 16,-6 8 0-16,3 1-8 0,2-1-1 0,-2-8 1 15</inkml:trace>
  <inkml:trace contextRef="#ctx1" brushRef="#br0" timeOffset="123829.27">12746 14945 916 0,'0'0'0'15,"0"0"0"-15,-3 28 0 0,-6-6 95 0,4 1 0 16,-1-1 0-16,-5 14 1 0,-3-2-40 0,0-9 1 16,0 0 0-16,6 3 1 0,-6-12-24 0,0-7 2 15,6-4-1-15,8 9 1 0,0-5 17 0,-6-7-1 16,3 1 1-16,3 3 1 0,0-1-32 0,0-2 1 15,0-3-1-15,0-3 2 0,0 0-9 0,0 1-1 0,0-1 1 16,9-14-1-16,7-19-5 0,12-9 0 0,-8 9 0 16,2-11 0-16,0 5-5 0,1 11-1 0,-1 1 0 15,0 5 1-15,-2 8-3 0,-3 6 1 0,5 0-1 16,0 5 1-16,-8-2-3 0,-5 5 0 0,2 6 0 16,-3-1 1-16,-5 4 0 0,2 0 1 0,-5-1 0 15,3 6 0-15,0 3-1 0,-3 3 0 0,0 0 0 16,-6 13 2-16,-2 7-1 0,-3-10 1 0,0-2 0 0,-3-5 0 15,3-9 8-15,8 6 1 0,-3-14-1 0,4 8 1 16,2-6 7-16,0-5 1 0,0 0 0 0,0 0 0 16,0 0-3-16,0 0 0 0,0 0-1 0,0 0 2 0,0 0-5 15,0 0 2-15,0-2-2 0,8-10 2 0,9-10-4 16,5 3 0-16,-3-4 0 16,1-2 0-16,-3 9-2 0,-9 2 0 0,6 8 0 15,-8 3 0-15,2 3 4 0,-8 0 0 0,3-3 1 0,0 3 0 0,-1 3 3 16,4 3-1-16,-6-1 1 0,8 12 1 0,9 8-5 0,3 3 2 15,-6-3-1-15,8 6 1 0,0-12-9 0,-2-8 2 16,2-5 0-16,0 0 0 0,1 2-9 0,-1-8 1 16,-5-8 0-16,16 16 0 0,-2-16-23 0,0-4 1 15,-3 4-1-15</inkml:trace>
  <inkml:trace contextRef="#ctx1" brushRef="#br0" timeOffset="124065.86">13516 14981 829 0,'0'0'0'0,"0"0"0"15,0-5 0-15,0-4 24 0,0 1 2 0,0 8-1 16,0 0 1-16,-6-3 14 0,3 1 1 0,3 2-1 15,-5 2 0-15,-4 9 17 0,1 3 0 0,-3-11-1 16,-3 19 1-16,-3 4 41 0,3 1 0 0,6-4 1 16,2-9 0-16,6-9-4 0,6-2 2 0,-3 5-1 15,8-5 1-15,0-3-58 0,3 0 0 0,0 0 1 0,8-5 0 16,6-7-12-16,0-2 1 0,0-2 1 0,3-4-1 16,-17 4-19-16,0 2 0 0,-6 2 0 0,0-4 0 15,-2-1-5-15,-6 3 0 0,0 3 1 0,0 8-1 16,0-5-1-16,-6 5 0 0,3 0 0 0,1 3 0 0,-1 0-2 15,-3 0 1-15,6 0-1 0,0 0 0 0,-2 6-3 16,-4-3 1-16,6-3-1 0,0 5 1 0,0-2-6 16,0 8 1-16,0-5-1 0</inkml:trace>
  <inkml:trace contextRef="#ctx1" brushRef="#br0" timeOffset="124396.99">13887 15026 853 0,'0'0'0'0,"0"0"0"0,0 6 0 0,-6-1 6 0,1 6 1 15,-4 3-2-15,1 6 2 0,-6-1 45 0,0-5 1 0,0 3-1 16,11 0 1-16,3-1 1 0,-5-5 1 0,2 1 0 16,6-1 0-16,2-3 17 0,4-2 1 0,-9-4-2 15,8 1 2-15,3-6-27 0,0-2 0 0,-2 2 0 16,24-16 0-16,6-20 35 0,3-6 1 0,3-2 0 16,2-4 0-16,-2 4-74 0,-6 8 1 0,3-11 0 15,-6-3 0 1,0-8 0-16,-5 5 1 0,5 0-1 0,9-2 1 15,-3-12-2-15,-14 6 1 0,2-6 0 0,-2-2 0 16,-5-1-6-16,-7 9 0 0,-2 0 1 0,0 22-1 0,-8 6 2 0,-3 11-1 0,-3 3 1 16,-3 19 0-16,-3 0 8 0,1 0 0 0,-1 6 1 0,-5 8-1 15,-17 9 2-15,-3-1-1 16,6 15 1-16,-8 30-1 0,-9 3 3 0,0 0 0 0,9 2 0 0,5 9 0 0,5-16-3 16,1-7 1-16,11 7-1 0,11 7 1 0,0-5-5 15,5-2 0-15,15-4 0 0,11-2 0 0,5-6-5 16,-5-11-1-16,5 9 1 0</inkml:trace>
  <inkml:trace contextRef="#ctx1" brushRef="#br0" timeOffset="125114.49">15684 14329 614 0,'0'0'0'0,"0"0"0"15,0 0 0-15,19-33 75 0,-10 22-1 0,-6 2 0 16,-1 9 0-16,1 6 36 0,3-3 0 0,-6-1 0 15,3 7 1 1,2 8-42-16,1 2 2 0,-3 6-1 0,-6 39 0 0,-3 3 51 0,-2-11 2 0,-3 0-1 16,-1 8 0-16,-1-3-72 0,7-5-1 0,0-9 1 0,-5 6-1 15,3-3-14-15,5-11 0 0,6 0-1 0,0-3 1 16,2-8-11-16,4-5 0 0,5-4 1 0,-12 3 0 16,1-10-16-16,-3-12 0 0,0 0 0 0</inkml:trace>
  <inkml:trace contextRef="#ctx1" brushRef="#br0" timeOffset="125319.17">16368 14106 1080 0,'0'0'0'16,"0"0"0"-16,0 0 0 0,0 45 64 0,0-23 1 15,-6-2-1-15,-8 52 1 0,0-2 3 0,0-12 0 16,3 1-1-16,-3 2 2 0,6-8-27 0,2-3 2 15,-2 14-1-15,-3 1 1 0,11-7-21 0,2-2 2 0,1-3-2 16,-3-6 2-16,-8 3 9 0,-1-8 1 0,-2-3-1 31</inkml:trace>
  <inkml:trace contextRef="#ctx1" brushRef="#br0" timeOffset="125948.22">9255 17286 791 0,'0'0'0'0,"0"0"0"0,0 0 0 0,0 0 61 16,39 11 1-16,-25-5 0 0,13-4 1 0,18-4 29 15,-3-4 1-15,8 3-1 0,3-8 1 0,-3 0-58 0,-10 0 1 16,4-3-2-16,-2-6 2 0,-11 6-4 0,-3 3 0 16,-6 6 0-16,-2-9 0 0,-12 3-6 0,0 5 0 15,-2 3 0-15,-12 1 0 0,3-7-9 0,3 4 1 16,-5-1 0-16,-9-5 0 0,-3 3 16 16,-5-4 1-16,2 7 0 0,-22-6-1 0,-2 0-30 15,5 11 0-15,11 5 1 0,6-10-1 0,-1 5-4 16,1 0 0-16,8 0 0 0,6 0 0 0,2 0 0 0,0 0 0 15,4 0 0-15,2 0 1 0,8-6-1 0,-2 0 1 16,2 4 1-16,51-21-1 0,13-2-1 0,1 3 1 0,-1 5 0 16,-13-2 0-16,-1-1-1 0,1 1 1 0,8-1 0 15</inkml:trace>
  <inkml:trace contextRef="#ctx1" brushRef="#br0" timeOffset="126247.64">10993 16639 1243 0,'0'0'0'0,"0"0"0"0,-17 37 0 15,-5-4-3-15,-3-8 0 0,0-5 1 0,2-4 0 16,1-4 2-16,-6-4 1 0,6-5 0 0,8-3 0 0,-6-6 17 16,4 1 1-16,-7-7 0 0,15 10 0 0,-6-4 16 15,6-5 1-15,8-6-1 0,-6-2 1 0,-2-12 54 16,8-5-1-16,0 0 1 0,8-12 0 0,0 1-44 15,1 2 1-15,2 9-1 0,6 3 1 0,2 5-17 0,-5 8 1 16,9 3-1-16,10 1 1 0,-5 5-6 0,0 2 1 16,-6 9 0-16,9 6 0 0,2 8-10 0,-8 2 2 15,1 12 0-15,-4 9 0 0,-5 7-5 0,-9 4-1 16,-8 13 0-16,-3 11 2 0,-11-5 27 0,-8-3 1 16,-6 11-1-16,0 1 2 0,-3 2-25 0,1 0 0 0,-4 5 0 15,9 18 0-15,-17-12 0 0,-11-25 1 0,-5-17 0 16</inkml:trace>
</inkml:ink>
</file>

<file path=ppt/ink/ink4.xml><?xml version="1.0" encoding="utf-8"?>
<inkml:ink xmlns:inkml="http://www.w3.org/2003/InkML">
  <inkml:definitions>
    <inkml:context xml:id="ctx0">
      <inkml:inkSource xml:id="inkSrc0">
        <inkml:traceFormat>
          <inkml:channel name="X" type="integer" max="3976" units="cm"/>
          <inkml:channel name="Y" type="integer" max="2240" units="cm"/>
          <inkml:channel name="T" type="integer" max="2.14748E9" units="dev"/>
        </inkml:traceFormat>
        <inkml:channelProperties>
          <inkml:channelProperty channel="X" name="resolution" value="135.2381" units="1/cm"/>
          <inkml:channelProperty channel="Y" name="resolution" value="135.75757" units="1/cm"/>
          <inkml:channelProperty channel="T" name="resolution" value="1" units="1/dev"/>
        </inkml:channelProperties>
      </inkml:inkSource>
      <inkml:timestamp xml:id="ts0" timeString="2023-02-15T17:59:01.714"/>
    </inkml:context>
    <inkml:brush xml:id="br0">
      <inkml:brushProperty name="width" value="0.05292" units="cm"/>
      <inkml:brushProperty name="height" value="0.05292" units="cm"/>
    </inkml:brush>
    <inkml:context xml:id="ctx1">
      <inkml:inkSource xml:id="inkSrc1">
        <inkml:traceFormat>
          <inkml:channel name="X" type="integer" max="18176" units="cm"/>
          <inkml:channel name="Y" type="integer" max="10240" units="cm"/>
          <inkml:channel name="F" type="integer" max="4096" units="dev"/>
          <inkml:channel name="T" type="integer" max="2.14748E9" units="dev"/>
        </inkml:traceFormat>
        <inkml:channelProperties>
          <inkml:channelProperty channel="X" name="resolution" value="618.23126" units="1/cm"/>
          <inkml:channelProperty channel="Y" name="resolution" value="620.60608" units="1/cm"/>
          <inkml:channelProperty channel="F" name="resolution" value="0" units="1/dev"/>
          <inkml:channelProperty channel="T" name="resolution" value="1" units="1/dev"/>
        </inkml:channelProperties>
      </inkml:inkSource>
      <inkml:timestamp xml:id="ts1" timeString="2023-02-15T17:59:02.639"/>
    </inkml:context>
  </inkml:definitions>
  <inkml:trace contextRef="#ctx0" brushRef="#br0">14566 14747 0,'0'0'0</inkml:trace>
  <inkml:trace contextRef="#ctx1" brushRef="#br0">2769 1792 12 0,'0'0'0'0,"0"0"0"0,0 0 0 0,0 0 178 16,-30 3 1-16,24-6-1 0,1 6 1 0,2 5-147 16,-3-5 1-16,-2 3-1 0,-1 2 227 15,-19 20-32-15,-13 22-227 0,4-8 228 16,7 2 1-16,-1 1-1 15,3 2 1-15,6-5-241 0,-1 3 2 0,1 5-1 0,0 11 1 0,2-8 10 0,-10-3 0 16,2 0 0-16,11 15 4 0,3-1 0 16,-8-3-4-1,10-8 0-15,4-8 8 0,-6-9 1 0,11 0 0 16,12-8 0-16,-1 8 2 0,-8-14 1 0,8-2 0 16,15 2 1-16,-4-2-4 0,-5-4 1 0,0-7-1 0,3 2 1 0,5-11 0 0,1-3 1 15,-1 0-1-15,20-2 2 0,2-9 1 0,-2 0 1 0,-3-3-1 16,-5-5 2-16,-3-3-6 0,-4 8 0 0,-4-8 0 15,-1 0 0-15,0 3-6 0,-8 2 1 0,-5 3 1 16,-1-2-1-16,-2 2 0 0,-6 12-1 16,-9-9 9-16,-5-6-6 15,-14 9 3-15,-25 5 0 16,-33 6 6 0,-15 6-1-16,18 5-14 0,19 0 0 0,13-2 8 0,15 5 0 0,14-9 0 0,8-5 0 15,5 0-3-15,4 9 2 0,10-9 0 0</inkml:trace>
  <inkml:trace contextRef="#ctx1" brushRef="#br0" timeOffset="438.72">3118 1452 1093 0,'0'0'0'0,"0"0"0"0,0 0 0 0,0 0 84 16,0 0 0-16,39 3 0 0,-25-6 1 0,0 3-25 0,-5 0-1 0,4 0 1 0,15-5 0 15,9-7 35-15,-1 10-1 0,0-4 0 0,3-5 0 16,-2 5-73-16,-10 6 0 0,-4-11 0 0,-1-6 1 0,-8 9-13 16,-6 8 1-16,1-5 0 0</inkml:trace>
  <inkml:trace contextRef="#ctx1" brushRef="#br0" timeOffset="659.87">3763 822 992 0,'0'0'0'0,"0"0"0"16,0 0 0-16,0 0 32 0,0 0 1 0,14 37-1 16,-14-12 2-16,5 8 25 0,-10-5 1 0,5 8-1 15,-6 12 49-15,3 18-60 16,-11 15-48-16,0 8 36 0,6-16 1 0,8-6-1 15,3-6 1-15,2-2-5 0,-5-9-1 0,0 14 0 16,6-6 1-16,-3-16-13 0,-3-22 1 0,-3 5-1 16,-11-3 1-16,14-22-1376 0</inkml:trace>
  <inkml:trace contextRef="#ctx1" brushRef="#br0" timeOffset="1614.04">4762 2127 627 0,'0'0'0'16,"0"0"0"-16,0 0 0 0,19 44-2 0,-16-24 0 16,3-4 0-16,2 21 1 0,-2-7 30 0,-6 1 2 15,2 0-1-15,4 10 0 0,-3-13 70 0,-6 3 1 16,-3 11 172-16,4-6-201 15,4-14 33-15,4-8 2 16,-6-14-19-16,0 0 1 0,0 0-89 16,3-5 0-16,8-12 34 0,3-8-1 0,3 2 1 15,11-21 1-15,2-15-3 0,-10 4 1 0,-9 7-1 0,9 15 2 16,-12-3-24-16,0 8 0 0,6-6 0 0,9 4 2 16,-10 7-1-16,-4 9 0 0,2-2 0 0,3 13 2 15,3 6 6-15,-12-3 1 0,-2 11 0 0,3-6 0 16,2 4-14-16,-2 5 1 0,-4 0-1 0,10 27 1 0,-1-4 4 15,-6-12 0-15,1 3 1 16,-3 13-1-16,-6-16 1 0,-3 1 2 0,6-7-1 16,0 17 1-16,-5-13-3 0,2-10 1 0,-3-4 1 15,12 8-1-15,-6-4-1 0,-8-7 0 0,8-12 1 0,2 12 0 16,4 0-2-16,-3-4 1 0,2 4-1 0,-5-6 2 16,6-8 3-16,-6 2 2 0,8 0 0 0,6-10 0 0,3-32-7 15,3-7 1-15,2 13 0 0,0-8 1 0,-8 2-3 16,-6 7-1-16,9 2 1 0,8 2 0 0,-8 7 0 15,-3 10 2-15,3 1-1 0,2 2 0 0,-5 11 3 16,-5-5 2-16,-1 11-1 0,0 0 1 0,6 6 7 16,-3-1 1-16,-2-5-1 0,-9 17 2 0,8 16-1 0,-2-5 1 15,-6 0 0-15,3 17-1 0,2-3-12 0,-5-6 1 16,0 0-1-16,-5 6 1 0,2-20-7 0,3-5-1 16,0 2 1-16,0 18-1 0,8-18-4 0,1-2 1 15,5-9 0-15,-9 3 0 0,-2 0-17 0,2-5 0 16,4 0-1-16</inkml:trace>
  <inkml:trace contextRef="#ctx1" brushRef="#br0" timeOffset="1898.52">5811 2235 728 0,'0'0'0'0,"0"0"0"0,-19 28 0 16,5 8 23-16,2-5 1 0,1 2 0 0,8 6 0 15,3-14-5-15,0-11 1 0,9 0 1 0,-1 17-1 16,6-25 42-16,-5-6 0 0,4 0 1 0,15 2 0 16,0-10-6-16,-5 0 2 0,2-6-1 0,8 3 0 0,3-15 54 15,-10-1 0-15,2-7 0 0,-1 15 0 0,-4-18-49 16,-7 7 1-16,-2-1 0 0,0 9 0 0,-8-6 38 16,-6 0 0-16,0-3 0 0,0 6 0 0,-6 9-71 15,-2-4 0-15,-6 12-1 0,-3 2 2 0,3 6-15 0,3 6-1 16,0-1 1-16,-3-2 0 0,-8 8-13 0,2 3-1 15,3 0 0-15,6 8 1 0,0 1-14 0,0-9-1 16,11 8 1-16</inkml:trace>
  <inkml:trace contextRef="#ctx1" brushRef="#br0" timeOffset="2357.82">6551 2118 1381 0,'0'0'0'0,"0"0"0"16,0 0 0-16,0 0-3 0,-45 53 0 0,28-33 1 15,-11 24 0-15,-8-8 3 0,5-8 0 0,3 9 0 16,-2 10 1-16,2-11 2 0,0 0-1 16,-3 17 44-16,9 3-7 15,8-20-40-15,8-13 136 0,12-10 1 0,-3-18 198 16,22-12-275-16,33-16-60 15,-5-12 30-15,-8-5 0 0,0 8-1 0,2 12 1 16,-2-18-13-16,-9 4 0 0,3-7 0 0,9 1 0 0,-4-17-13 16,-7 3 1-16,13-14-1 0,3 6 1 0,-3-12-5 15,-5 6 0-15,5 3 0 0,-5-3 1 0,-9 8-16 16,0 6 2-16,-8-3-2 0,3-5 8 16,-1 8 14-16,4 0-7 0,-17 13 1 15,-9 24 0-15,-2 13 8 16,-15 14-1-16,-5 22-8 0,-19 25 9 0,-1 4 1 15,-2 1 0-15,0 21 0 0,-1 2 3 0,1-2 0 16,-9-1 0-16,4 14 51 0,4 9-13 16,1 17-51-16,14-15 0 0,-1-13 52 0,15-26 1 15,8-2-2-15,8 3 2 0,1-18-13 0,-4-16 2 0,9 1-1 16,9 15 1-16,-1-18-28 0,0-4 2 0,6 6 0 16,3 9 0-16,-17 2-16 0,0-14 0 0,-6-8 0 15</inkml:trace>
  <inkml:trace contextRef="#ctx1" brushRef="#br0" timeOffset="4093.67">8803 1396 12 0,'0'0'0'0,"0"0"0"0,0 0 0 0,0 0 214 15,0 0 2-15,0 0-2 0,16 39 1 0,-19-22-195 16,-2 3-1-16,5 10 0 16,5 9 1-16,-10 9 76 0,-3-9 2 0,-1-3-1 0,4 11 0 0,-1 1-23 0,3-12 1 15,-2 0-1-15,-4 12 2 0,1-7-34 0,2-4 1 16,-2-1 0-16,11 6-1 0,-6-6-8 0,-3-8 1 15,1 0-1-15,2 8 1 0,3-8 3 0,-8-14 2 16,-6 2-1-16,8 12 0 0,3-6-16 0,-8-8-1 0,3-5 1 31,2 5-1-31,6-6-13 0,0-2 0 0,0-1 0 16,0-5 1-16,0 3-11 0,0-3 1 0,0-3 0 0</inkml:trace>
  <inkml:trace contextRef="#ctx1" brushRef="#br0" timeOffset="4519.31">9232 1296 941 0,'0'0'0'0,"0"0"0"0,0 0 0 16,0 0 19-16,0 0 1 0,0 0 0 0,-11 28 1 15,11-20 24-15,0-2-1 0,6-3 1 0,-1 2 0 0,-2 9-9 16,3 0 1-16,-1 0-1 15,18 3 1-15,13 11-2 0,8-9 1 0,-4-5-1 0,4-11 1 0,-8-3 58 16,-2-3 1 0,2-2 1-16,3-9-1 0,3 0-34 0,-6 5-1 15,1-5 1-15,-1-8 0 0,0 8-11 0,-5 3 0 16,-3 8 0-16,-3-11 0 0,0 6-44 0,-3 2-1 16,-8 6 1-16,3 0 0 0,-3-8 14 0,-8 8 1 15,2 3 1-15,0 2-1 0,-8-5-9 0,0 0 2 16,0 6-1-16,-8 2 1 0,0-2-5 0,2 11 0 0,-2 2-1 15,-20 26 3-15,-3 10-5 0,3-10 2 0,6-3 0 16,-6 2 0-16,-3-2 1 0,9-6 0 0,-3 6 0 16,0 8 7-16,-9 9-10 0,4 5-6 15,2-11 0-15,5-3 4 0,7-8-1 0,2 0 0 16,5-1 2-16,-5-15-6 0,0-1 0 0,0-3-1 16,12 9 1-16,-4-12-1 0,0-8 1 0,4 6 0 15,2 0 0-15,0 2 0 0,0-10 0 0,0-4-1 0,0 9 2 16,2-6-2-16,-2-5 1 0,0 3 0 0,0-6 0 15,0 0-3-15,0 0 2 0,0 0 0 0</inkml:trace>
  <inkml:trace contextRef="#ctx1" brushRef="#br0" timeOffset="4815.46">9444 1853 1030 0,'0'0'0'0,"0"0"0"0,45 0 0 0,-14-5 84 16,2-4 0 0,-2-2 0-16,5 14 0 0,-5-3-29 0,2-5 1 15,1-1 1-15,2 12-1 0,-2-6-6 0,2-6 2 16,-5 6-1-16,-1 8 1 0,4-5-19 0,-9-3-1 16,8 8 1-16,-10 1 0 0,-7-9-4 0,4 0 1 15,-6-6-1-15,0 12 1 0,0-1-2 0,-3-5 0 16,-5 3 0-16,-1-3 0 0,-5 0-1 0,3 0 1 15,2 0-1-15,-5 0 1 0,0 0-10 0,0 0 0 0,0 0 0 16,0 0 1-16,0 0-4 0,0 0-1 0,0 0 1 16,0 0 1-16,0 0-5 0,0 0 0 0,0 0 0 15,0 0 1-15,0 0-3 0,0 0 0 0,0 0 0 16</inkml:trace>
  <inkml:trace contextRef="#ctx1" brushRef="#br0" timeOffset="6262.04">1703 1045 24 0,'0'0'0'0,"0"0"0"15,0 0 0-15,0 0 18 0,0 0 1 16,-22-30 0-16,22 38 0 0,0-2 30 0,-6 2-1 0,6-8 0 15,-8 3 2-15,3 8-2 0,-18 6 1 16,-7 24 646-16,-12 15-98 0,5 3-597 16,15-9 0-16,5 0 1 0,3-5 0 0,0 2 0 15,6-8 0-15,-6 3 12 0,8-12-1 0,6-2 0 16,0 0 2-16,6-8 32 0,-6-12 0 0,0 6 0 0,8-6 0 16,-2-2-13-16,-3 2 2 0,2-8 0 0,4 6 0 15,-1-12-16-15,-2 6 1 0,2-8-1 0,14 2 1 16,6-10 1-16,-5-10 0 0,-1 1-1 0,14-25 1 15,1 6-4-15,-15 7 0 0,0 1 0 0,12-11 23 16,-4-9-16-16,7-8-24 0,-15-8 31 16,-3 16 2-16,-7 17-1 0,-1 11 1 0,-3 0 23 15,-8-5 1-15,3 10 1 0,3 21-1 0,-1-4-34 0,-5-2 1 16,3 2-1-16,3 6 1 0,-1 0-13 0,-5 0 2 16,0 6-1-16,0 2 0 0,0-2 0 0,0-1-1 15,0 3 0-15,-5 15 7 0,-4 27-11 16,4 14-2-16,-1 0 2 15,3-5-7-15,3-18 0 0,0-2 2 0,0-5 0 0,0-9 1 16,9 0-1-16,-4-8-1 0,4 2 0 16,-4-8 0-16,12 6 2 0,-12-3-2 15,-2-8 0-15,3 5 0 0,2-6 1 0,1-2-1 16,-4 3 0-16,1-1 1 0,-6-2 0 0,2 0-2 0,4-3 0 0,-6 8 0 16,3-8 1-16,2 3-1 0,1 3 0 0,-3-6 0 15,2 0 0-15,-5 8 0 0,6-8 0 0,-6 0 0 0,3 0 0 16,2 0-6-16,-5 0 1 0,0 0-1 0</inkml:trace>
  <inkml:trace contextRef="#ctx0" brushRef="#br0" timeOffset="7532.53">19388 18237 0,'0'0'0</inkml:trace>
  <inkml:trace contextRef="#ctx1" brushRef="#br0" timeOffset="7311.04">10533 184 894 0,'0'-8'0'0,"0"8"0"0,0 0 0 0,0 8 39 15,0-8 2-15,0 0-2 0,0 6 1 16,0 2 135-16,-6 28 1 16,3 42 248-16,-5 9-353 0,-6-1-71 0,3-5 0 0,8-14 98 15,-3-9 0-15,6 1-1 0,-2-1 1 0,2-13-86 16,-6-9 2-16,6 3-1 0,0 6 1 0,-6-17 1 15,4-14 2-15,2 0-1 0,0 8 1 0,0-8-5 16,0-14 0-16,0 0 1 0,0 3-1 0,0 2-1 0,0-5 1 16,0 3-1-16,0-6 1 0,8 3-6 0,-2-5 0 15,-6 2 1-15,16-11 0 0,12-28-7 0,0-3 1 16,3-5 0-16,-3-5 0 0,-3-4-2 0,-3 9 1 16,3 8 0-16,9 0 0 0,-12 9-18 0,-2 8 1 0,8 3 1 15,2-6-1-15,-2 14 9 0,-11 0 0 0,2-3 0 16,4 11 1-16,-1 12 1 0,-8-6-1 0,-6 8 0 15,6 1 0-15,0 5 5 0,-5 0 1 0,-4 5-1 16,6 17 1-16,-5 3 2 16,-6 0 1-16,-3-2-1 0,3 13 1 0,-3-6 7 0,-5-7 2 0,-6-12-1 15,3 28 0-15,-3-23 7 0,-11-7-1 0,3 2 1 16,5 0 1 0,-11 0-3-16,0-8-1 0,-3-4 1 0,3 10 28 15,-5 5-15-15,-17-6-3 16,-9-3 1-16,0-10-6 0,9-4 1 15,20-5 20-15,10-5 1 16,12-1-27-16,2 3 2 16,12 3-13-16,-4-5-1 0</inkml:trace>
  <inkml:trace contextRef="#ctx1" brushRef="#br0" timeOffset="8137.96">2178 4545 12 0,'0'0'0'0,"0"0"0"16,0 0 0-16,0 0 13 0,0 0 2 0,0 0-2 15,0 0 2-15,0 0 134 0,0 0 2 0,0 0-1 16,0 0 0-16,0 34 65 0,-6-12 0 0,-2 0-1 15,-1 40 2-15,-2 18-127 0,3-4 0 0,0-7 1 16,8 1 0-16,-6-6-61 0,3-5 1 0,-2-9 0 16,-4 8 0-16,4-13-4 0,2-6 1 0,-3-3 0 15,-2 14-1-15,2-13-8 16,1-7 1-16,2 4 1 0,3-9-1 0,-8 0-10 0,2-8 1 0,6 2 0 16,-6-2 0-16,4-6-3 0,-4 3-1 0,3-6 1 0,6-2 1 15,-3-3-7-15,0 2 1 0,0-5-1 0,0 0 2 16,0 0-4-16,0 0-1 0,0 0 1 0</inkml:trace>
  <inkml:trace contextRef="#ctx1" brushRef="#br0" timeOffset="8565.7">2594 4534 1381 0,'0'0'0'16,"0"0"0"0,0 0 0-16,0 0 6 0,0 0 0 0,30 25 0 15,-16-19 1-15,9-6 23 0,-1 0 1 0,-3 5 1 16,20-2-1-16,12-6 5 0,-1-2 1 0,-5 5 0 0,-4 0 0 0,-2-6 8 0,-2-2 0 0,-1 0 0 16,0-6 0-16,-5-6-17 0,3 3 1 0,-9-2-1 15,3 16 1-15,-6-2-1 16,-3-9 1-16,-5 5-1 0,-2 12 2 0,-1 3-10 0,-9-6 0 0,4-6 0 15,-6 12 2-15,0-1 1 0,0-5 1 0,0 9-1 16,-6 7 2-16,-2 18-14 0,-6-4 0 0,-3 4 1 16,-5 19-1-16,-6-6-7 0,0-5 2 0,6 16-2 0,5-5 2 15,-2-2-5-15,2-4 0 0,-3 3 0 0,4 9 1 16,-7-18-2-16,9-4 0 0,-5-1 0 16,-4 8 0-16,7-10-2 0,-4-6 1 0,3 8 0 0,-2 9 0 0,2-18 1 15,3-2 0-15,0 1 0 0,0 4 0 0,6 4 0 16,2-9 0-16,4-9 0 0,-4 1 1 0,0-8 8 15,4-1 1-15,-4 3-1 0,6-5 1 0,0 2 2 16,0-8-1-16,6 3 0 0,-4 2 0 0,4-5-1 0,-6 0 2 16,6 0-1-16</inkml:trace>
  <inkml:trace contextRef="#ctx1" brushRef="#br0" timeOffset="8850.2">2834 5080 954 0,'0'0'0'16,"0"0"0"0,25-5 0-16,-6 2 101 0,4 3 0 0,-7 0 0 15,4 0 0-15,2-3-29 0,0 0 1 0,-5 3 0 0,3 0 0 16,2 0-10-16,-2 3 0 0,2-6 0 0,0 3 1 15,3 0-27-15,-5 0 0 0,-3 0 0 0,-3 0 1 16,0 0-2-16,-1 0 1 0,-4 0-1 0,-1 0 1 16,3 0 30-16,-2 0 0 0,-4 0 1 0,-2 0-1 15,-3 0-27-15,6 0 2 0,-3 0 0 0,2 0-1 0,1 0-24 16,-4 0 0-16,4 0 0 0,-3 0 0 0,8 6-12 16,-3 2 1-16,-8-8-1 0,6 9 1 0,-3-4-12 15,2 9 1-15,-2-5-1 0</inkml:trace>
  <inkml:trace contextRef="#ctx1" brushRef="#br0" timeOffset="9382.94">3888 5320 1017 0,'0'0'0'0,"0"0"0"0,0 0 0 0,0 0 47 16,37-3 2-16,-18 3-2 0,4 0 1 0,4-11 1 15,-1 0 1-15,-1 0-1 0,5 11 2 0,-2-11-8 0,3 5 1 16,-3 1 0-16,-6 10 1 0,0-5-7 0,-8-8 0 15,0 2 0-15,-2 9 1 0,-1 0-7 0,-3-3 1 16,6-3-1-16,-6 3 1 0,6-3 5 0,-5 3 1 16,-4-8-1-16,4 8 2 0,-4 0-29 0,-5-9 0 15,3 9 0-15,3-2 0 0,-6-1-23 0,0 3 0 0,0-6-1 16,0 3 1-16,-6 1-34 0,3-1 0 0,3-5 0 16,-11-6 0-16,-6-17-80 0,-5 0 2 0,0 6-2 15,-6-3 2-15,5 6 67 0,1 8 1 0,3 0 0 16,2 3 0-16,3 0 7 0,0 11 0 0,0-6 0 15,6-2 1-15,-6 2 50 0,5 1 1 0,9 2 1 16,-5 3-1-16,2-8 71 0,3 8 1 0,-6 0 0 16,6-3 0-16,0 0 5 0,0 3 1 0,0-5 0 15,0 5 0-15,0 0 27 0,6 0-1 0,-3 0 1 0,11-3 0 16,0 3-69-16,8-6 0 0,-2 6 1 0,24-8 0 16,1 8-2-16,-3 3 0 15,-3 2 0-15,-3-5 1 0,-8 0-28 0,3 0 1 0,-3 6 1 16,-1 2-1-16,4-5-11 0,-9 0 0 0,1-3 0 15</inkml:trace>
  <inkml:trace contextRef="#ctx1" brushRef="#br0" timeOffset="10073.1">6023 4155 12 0,'0'0'0'16,"0"0"0"-16,0 0 0 0,0 0 188 0,0 0 1 16,0 0-1-16,-28 3 2 0,20 8-101 0,-6 11 1 15,6-8-1-15,-6 39 1 0,-6 3-6 16,3 0 2-16,1-6-2 15,-4 8 1-15,3-2-8 0,-2 3 2 0,-4-4-2 16,-4 18 2-16,10-1-40 0,3-5 0 0,5-3 1 0,4 6 0 0,5-20-8 0,5-14-1 16,9 1 0-16,-2 7 2 0,7-16 4 0,-2-17 0 0,5 6 0 15,3 0 1-15,-2-15-14 0,-7-2-1 0,7-5 1 16,10 8 1-16,-2-12-7 0,-3-7 0 0,2-4-1 16,7-5 3-16,-7 5-6 0,-2-7 1 0,0-1-1 15,-3-3 1-15,-5-2 10 0,-6 2-1 0,0 3 1 16,-11-8 0-16,-3 8 8 0,-9-3 2 0,1 1-1 15,-12-9 1-15,4 2-17 0,-7 4 1 16,-5 16 0-16,-2 12 0 0,-4 2-10 0,-2 3 0 0,-3 8 0 16,-6 6 1-16,3 9-7 0,12 4 1 0,-7-1-1 0,4-7 1 15,8 3-31-15,5 3 1 0,3 6-1 16</inkml:trace>
  <inkml:trace contextRef="#ctx1" brushRef="#br0" timeOffset="10799.34">7547 4191 1482 0,'0'0'0'0,"0"0"0"0,0 0 0 15,-6 37 0-15,1-23 0 0,-4 13 0 0,-8 18 0 0,-2 2 19 16,-3-2 1 0,-1-6-1-16,-7 8 1 0,2-5 28 0,-3-6-1 15,-2 6 0-15,2 11 0 0,0-3-18 0,3-8 1 16,-2-6 1-16,-4 1-1 0,3-10 4 0,9-1-1 0,0-7 1 0,-6-2 1 0,-3-6-5 16,6-3 2-16,3 6-2 0,-1-14 1 0,1 6-6 15,0-6 0-15,5 0-1 0,-5-6 2 0,-6 1-6 16,5 2 1-16,9-3-1 0,6-8 1 0,-6 0 0 0,-5 0 2 15,10 1-1-15,9-4 1 0,-5 3-12 0,5 0 0 16,5 0 0-16,1 0 2 0,8 6-7 0,-3-6 1 16,8 0 0-16,-5 5 1 0,9 1-4 0,5 3 2 15,-3-1-2-15,17 12 2 16,-6-6-3-16,0-9 1 0,-5 9-1 0,11 0 2 0,-6 0-5 0,0 0 1 0,-5-11 0 16,8 11 0-16,-3-3 0 0,-8-5 0 0,0 2 0 15,0 1 0-15,-6-4 1 0,-8-7 0 0,-3 5 0 16,1 2 0-16,-4 1 2 0,-8-6 0 0,0 6 1 15,0 2-1-15,-8-5 3 0,2 0 0 0,-8-3-1 16,-3-14 1-16,-16-8-1 0,2-6 0 0,-5 6 0 16,8 5 1-16,3 3-4 0,-3-3 0 0,0 15 1 0,6-4-1 15,5 9-2-15,6 3 2 0,0 8-1 0,5 0 0 16,-2 0-1-16,8 0 0 0,0 0 0 0,0 19 2 16,0 6-2-16,2 3 0 0,4 0 0 0,2 22 0 0,6 9 7 15,-8-18 0-15,2 10 0 0,-8 7 1 0,9 6-3 16,-1-5 2-16,6-1 0 0,6-2 0 0,2 0-1 31,-5-12-1-31,11 7 1 0,8 13 0 0,0-17-1 0,-14-11-1 0,-8-2 1 0</inkml:trace>
  <inkml:trace contextRef="#ctx1" brushRef="#br0" timeOffset="11321.24">8936 3737 941 0,'0'0'0'0,"0"0"0"15,-11 67 0-15,0-8 75 0,-3-4 2 0,3 21-1 16,0-1 0-16,8 0 21 0,-3-2 0 0,6 10 1 15,0 4 0-15,0-18-45 0,-5-8 2 16,5 1-1-16,0-4 1 0,-3-2-17 0,-2-17 2 0,10 8-2 0,3-5 1 16,-2-3-32-16,-6-5 0 0,0-4-1 0,8-2 2 15,-2-11-7-15,-3-3 0 0,-3-3 1 0</inkml:trace>
  <inkml:trace contextRef="#ctx1" brushRef="#br0" timeOffset="11932.93">8948 3606 992 0,'0'0'0'16,"0"0"0"-16,30-8 0 0,-16 5 2 0,0 6 0 16,3 2 0-16,2 4 0 15,4-9 19-15,-1 5 0 0,0 4-1 0,23 5 2 0,5 0 113 16,3 2 1-16,12 4 0 0,-1 2 1 0,3-8-72 15,-3-8 0-15,-3-6 0 0,17 5 0 0,-2-5-1 0,2-3 0 16,3 1 0-16,5 4 0 0,1-4-39 0,-6-10 1 0,0-10-2 16,5 0 2-16,-10-6-14 0,-4 6 1 0,9-1-1 15,11 1 2-15,-11-3-4 0,-8 0 0 0,-1 0 0 16,-2-6 0-16,-9 12-2 0,-16 2 1 0,0-2 0 16,-4-4 0-16,-10 15-4 0,-9-3 2 0,-5 8-1 15,-6-5 0-15,-11 8 3 0,0 0 0 0,0 0 0 16,0-6 0-16,0 6 15 0,0 6-1 0,0-6 1 15,-14 8 0-15,6 11-11 0,-6 1 0 0,-5 5 1 0,-4 17-1 16,-2 8-9-16,6-5 0 0,-1-9 1 0,17 6-1 16,-5-1-4-16,-3-10 0 0,8 5 0 0,3 12 1 0,-6-12-1 15,-2-3 0-15,2 9 0 0,12 14 1 0,-6-3-2 16,3 0 1-16,2-6 0 0,9 1 0 0,-8 2-1 16,2-9 1-16,6 4 0 0,9-3 0 0,-15-6 1 15,0-8 2-15,3-6-1 0,6 14 0 0,-8-13 1 16,-4-7 2-16,1 1-1 0,2 5 1 0,-8-5 14 15,-5-3 0-15,-1-5 0 0,-5 7 0 16,-12 7-9-16,-2-10 0 0,0 10 1 0,-22 13-1 0,-9 0-6 0,-3-11 1 16,-5 9-1-16,-6-15 2 0,-5 1-3 0,-3-1 0 15,-3-2 1-15,-3 8-1 0,-2-3-15 0,-1-2 0 16,-16 2-1-16,-14-8 2 0,8 0 2 0,6 0 0 16,2 0 0-16,-2 3 1 0,3-12 3 0,13-5-1 0,6 0 0 15,9-5 1-15,13-1 6 0,20-2 1 0,3-1 0 16,11-10 1-16,8 5-3 0,11 3 0 0,12-3 0 15,8-6 1-15,8 4-1 0,0 2 0 0,9 2 0 16,25 4 1-16,16-3-9 0,-5 0 0 0,6 2 0 16</inkml:trace>
  <inkml:trace contextRef="#ctx1" brushRef="#br0" timeOffset="12372.26">11786 4481 1168 0,'0'0'0'16,"0"0"0"-16,0 0 0 0,22 28 85 0,-19-20 0 16,8-2 1-16,6 0-1 0,5 8-21 0,6-12 1 15,3 4 0-15,24 8 0 0,-4-9-28 0,-4 4 0 0,9-9 0 16,2 8 1-16,-13-8-17 0,-6-5-1 0,-3 2 0 16,6 3 0-16,-14-14 5 0,-11 5 0 0,2-4-1 15,-5 4 2-15,-2 4-23 0,-10-7 2 0,-4 1-1 16,-1-3 1-16,-3-5-39 0,3 2 1 0,-8 3-1 15,-5-14 1-15,-7-13-18 16,-5 10-1-16,6 3 0 0,0 3 1 0,-1 14 14 0,1-3 0 0,-6 3 0 16,11 0 1-16,3 2 13 0,0 6 1 0,0 6-1 0,1 6 1 15,-1-1 18-15,5 6 0 0,1 0 1 0,-6 33-1 16,5-2 84-16,-2-1 1 0,9-2 0 0,-4 17 0 16,12-18-21-16,-4-4 1 0,4 5-1 0,2 5 2 15,3-8-26-15,-2 5 1 0,-6 1-1 0</inkml:trace>
  <inkml:trace contextRef="#ctx1" brushRef="#br0" timeOffset="13370.72">14674 3180 452 0,'0'0'0'15,"0"0"0"-15,-6-50 0 0,1 22 87 0,-4-8 2 0,-5 8-2 16,-2-8 2-16,-7 2 35 0,1 9-1 0,-3 0 0 16,0 0 1-16,-12 5-115 0,1 6 0 0,3 0 0 15,-6 12 1-15,2 2 18 0,1 2 1 0,0 4-1 16,-9-3 1-16,-5 11 52 0,5 5 0 0,-5 4 0 16,-3 13 1-16,3-3-45 0,0 3 1 0,-9 15 0 15,3 2 0-15,-3-12-2 0,6-16 1 16,-2 12 0-16,-4 7 0 0,6-16-11 0,3 8 1 0,5 1 0 0,-5 10 0 15,11 6 18-15,5 11 0 0,4 3-1 0,-4 16 1 16,9-10-22-16,3-17 0 0,-1 5 0 0,4 3 0 0,2-5-8 31,3-4 1-31,6 4-2 0,2 11 2 0,12 2 5 16,2-2 2-16,6 8-2 0,3 2 1 0,5-15-7 0,6-24 1 16,0 4-2-16,3 5 2 0,11-11-6 0,2 0 1 0,1-3 0 0,0 9 0 0,5-9-5 15,0-2 1-15,0-4 0 0,0-2 0 0,3 0-3 16,-11-14 2-16,11 8-1 0,0-8 1 0,-2-5-3 15,-1-4 2-15,0-5-1 0,-2 3 1 0,-1-6-4 16,-2-2 0-16,-4-4 0 0,12-5 1 0,-8 0-2 16,-3 0 2-16,-3-8-1 0,17 0 0 0,-6-6 1 0,-2 6 0 15,2-12 1-15,6 1 0 0,-6-3 0 0,-6 5 2 16,4 0-2-16,-1-2 2 0,-2-3-2 0,-6-6 1 16,-3 3 0-16,6-25 0 0,-6-9 0 0,-8-5 0 15,9-11 0-15,7 5 0 0,-7 6 3 0,-12 9 0 0,3 5-1 16,-1-3 1-16,-10-20-1 0,-6 4-1 0,-2-6 1 15,-9-3-1 1,-9 19-2-16,4 15-1 0,-12 5 0 0,3 14 2 0,-14 2-3 0,-5 10 0 0,-1 4 0 16,-2 4 0-16,-11-6 1 0,2 0 0 0,0 8 1 15,1 11 0-15,-1-2-2 0,0-3 1 0,-5 8 0 16,3 11 0-16,2-2-2 0,6 2 0 0,-6 1 0 16,3 10 0-16,6-5-1 0,5 3 0 0,9 8-1 15</inkml:trace>
  <inkml:trace contextRef="#ctx1" brushRef="#br0" timeOffset="14672.49">9896 4186 326 0,'0'0'0'0,"0"0"0"0,0 0 0 0,0 0 19 15,0-31 0-15,3 17 0 0,3 0 0 0,-1 0 53 16,4-2 1-16,-6 10 0 0,2-13 0 0,3-4-5 16,4 1 1-16,-1-3-1 0,0 5 2 0,3-5 12 15,3 3 1-15,-3 5-1 0,0 3 1 0,-3-8 0 0,8 3 0 16,-5 2 0-16,0 11 0 0,3-8-35 0,2 6 1 15,-7-3-1-15,2 8 0 0,-3-2-17 0,-3-1 2 16,6 3 0-16,-6 3-1 0,-2 0 4 0,2 0 0 16,1 0 0-16,-9 6 0 0,5 2-12 0,4-5 1 0,-1 0 0 15,0 19 0-15,-2 9-4 0,0-4 0 0,-6 1 0 16,0 11 2-16,-6 17-6 0,6-6 0 0,-8-5-1 16,2 2 1-16,0 3-3 0,4-5-1 0,-7 0 1 15,-5 16 0-15,0-22 3 0,-8-3 1 0,3 3 0 16,-7-3 0-16,4 1-11 0,-6-15 1 0,-2 14-1 15,-7-2 1-15,4-4-3 0,5-13 0 0,3 2 1 16,-12 1 0-16,15 11 9 0,0-15 1 0,8-2 0 0,0-8 1 16,0-1-7-16,-3-5 1 0,6 9-1 0,8-18 1 15,3 9 21-15,0 0 0 0,-5-5 1 0,2-9-1 16,0-3-12-16,3-8 1 0,3 8-1 0,5-16 0 16,1-12-9-16,5 9 2 0,0 0-1 0,-6 22 0 15,6 0-6-15,0 0-1 0,-3-3 1 0,0 3 0 0,-3 9-5 16,6-1 1-16,-5 6 0 0,5 0 1 0,0 11-3 15,0-11 0-15,2 0 0 0,12 14 0 0,11-3-4 0,3 1 1 16,-5-7-1-16,-7 6 2 0,4 0-11 0,-4-8 0 16,1 3 1-16,5 2 0 0,-2-2 4 0,-3-6 1 15,-4 3 0-15,-1 8 1 0,-1-8 2 0,-3-6 1 16,-5 3 0-16,5 8 0 0,-2-2 3 0,-6-4 1 16,2-2-1-16,-10 3 2 0,2-3 5 0,-8 0 1 0,3 0 0 15,3 0 0-15,-6 0-1 0,0 0-1 0,0 0 1 16,0 0 1-16,0 0-3 0,0 0 0 0,0 0 1 15,0 6-1-15,0-1-2 0,0 1 0 0,0-3-1 16,0 2 2-16,0 4-3 0,0 2 0 16,-6 0 0-16</inkml:trace>
  <inkml:trace contextRef="#ctx1" brushRef="#br0" timeOffset="15381.22">13912 3796 276 0,'0'0'0'0,"0"0"0"0,0 0 0 15,0 0 318-15,-17 36 2 0,9-25 0 0,-12 23 0 16,-10 2-417-16,-4-8 1 0,12-3-1 0,19 3 1 16,-5-9 96-16,2-2 0 0,6 8 0 15,0-8 1-15,8-3 13 0,1-3 2 0,2-3-1 16,3-8 0-16,11 8 13 0,3-2 2 0,-6-6-1 16,20 0 0-16,-3-6 38 0,-3 6 2 0,-2 0-2 0,-1 0 2 15,1 0 5-15,-9 6 0 0,3-3 0 0,0-3 0 16,-6 5-25-16,-5-2 1 0,2 8-1 0,-5-2 0 15,0-4-19-15,-2 4 0 0,-7-4 0 0,3 9 0 0,4-3-5 16,-10 0 0-16,4-2-1 0,-6 10 1 0,3 1-6 16,-3 5 0-16,-3-14 0 0,3 14 2 0,-8-8-7 0,-6-3 1 15,5 0-1-15,4 5 2 0,-9-5 8 0,-3 0-1 16,-5-6 1-16,-3 12 0 0,-6-3-7 0,0-3 0 16,3-1 0-16,-2 10 0 0,5-9-1 0,2 0-1 15,-2-6 1-15,-6 11 0 0,3-5-13 0,6-5 0 16,-3-1 1-16,8 6-1 0,1-6-3 0,2 1 0 0,5 2 0 15</inkml:trace>
  <inkml:trace contextRef="#ctx1" brushRef="#br0" timeOffset="15756.68">13990 3617 1847 0,'0'0'0'0,"0"0"0"16,0 0 0-16,0 0 0 0,36-14 0 0,-22 9 0 0,3-3 0 0,3-1 10 16,-9 9 0-16,8 0 0 0,4 0 0 0,13 0-13 15,0 0 0-15,-8 0 1 0,17 0 0 0,-9 0 0 16,0 0-1-16,-8 0 1 0,3-5 0 0,-9 10 5 15,-2-5 2-15,-1 0-1 0,6 0 1 0,-8 0 13 0,-3 0 1 16,0 0 0-16,0 0 0 0,-6 9 11 0,-2-7 2 16,2 4-1-16,-2-6 1 0,-3 0 8 0,2 0 1 15,-5 0 1-15,0 0-1 0,0 0-11 0,0 0 0 16,0 0-1-16,0 0 1 0,0 0-9 16,0 0 0-16,0 0 0 0,-5 0 1 0,2 0-11 15,3 0 1-15,0 0 1 0,-3 0-1 0,0 0-5 16,3 0-1-16,-5 0 1 0,5 5 1 0,0-2-10 0,-3 3 1 15,0-1-1-15</inkml:trace>
  <inkml:trace contextRef="#ctx1" brushRef="#br0" timeOffset="17326.64">5811 5557 12 0,'0'0'0'0,"0"0"0"16,0 0 0-16,0 0 37 0,0 0 1 0,0 0 0 16,8 33 0-16,-8-27 252 15,0 2 1-15,0-5-2 0,-5 8 2 0,5 3-233 0,0 8 2 0,0-8-1 16,0 23 0-16,0-7 60 0,0 4 1 0,0-6 1 15,0-1-1-15,0-4-101 0,-3-7 1 0,-3 4 0 16,1 2 0-16,2-8 25 0,-2 3 0 0,2 2 0 16,-11 4 1-16,0-1-20 0,-6-3 0 0,9-5-1 15,-8 14 2-15,-4-3-10 0,-5-2 0 0,3 2 0 0,-3-3 1 16,6 6-2-16,-6 3-1 0,-3-4 1 0,-2-4 1 16,2 5-6-16,1-1 0 0,-7-1 0 0,1-1 2 15,-6 2-9-15,3 4 2 0,3-9-1 0,0-2 1 0,-9 2-5 16,3-8 0-16,-3 0 0 0,9 3 1 0,-6-12 3 15,3 4 1-15,3-1-1 0,-9 6 1 0,3-3-3 16,6-11 1-16,-9 3-1 0,4 11 1 0,2-6-1 16,-3-2 0-16,-3-1 1 0,0 9 0 0,-5-14-1 0,0-8 2 15,-3 5-2-15,-6 6 2 0,3-9-4 0,6-5 1 16,-3 0 0-16,-5 8 1 0,2-5-2 0,8 0 1 16,-7 2-1-16,2 6 1 0,-3-3-2 0,3-5 0 15,-3-3 0-15,-3 2 0 0,-2-5-1 0,5-2 1 16,3 5 0-16,-14-3 0 0,11-3-1 0,3 6 1 15,-3-3 0 1,6-3 0-16,3 0-2 0,5 3 1 0,6 3-1 0,-9-3 0 16,3 3 0-16,6 6 1 0,-3 5-1 0,-6-11 1 15,9 5-3-15,2 6 1 0,9 6 0 0,-8-12-1 0,10 12 1 0,1-1-1 0,5 1 1 16,-8-4 1-16,9 4-1 0,2 2 0 0,0 4 0 16,-3-4 1-16,-5 6 4 0,-1 0 0 0,9 0 0 15,0 11 2-15,-5 3 0 0,2-3 1 0,3 5-1 16,6 12 1-16,2-11-3 0,3-1 1 0,-8 4 1 15,8 19-1-15,-2-11 0 0,2-6 1 0,-3 8-1 0,6 4 1 16,0-4-4-16,0-7 0 0,-5 2 0 0,10 5 0 16,1-10-2-16,-3-4 2 0,-3 7-1 0,5-1 1 0,-5-8-1 15,0-9 0-15,0 3 0 0,9 4 1 0,-4-7 0 16,-5-5 0-16,0 0 0 0,9 0 0 0,-9-3 0 16,3-5 0-16,2-1 0 15,-5 1 0-15,6 2 0 0,2-8 0 0,-8 6 0 0,8 2 1 0,6 0 1 0,-5-13 2 16,2 2-2-16,6-3 1 0,5-2 5 15,6-6 1-15,-11-5-1 0,2 2 1 0,3-5-3 0,-5-3-1 16,3 8 1-16,-3 3 0 0,-4-14-2 0,1 0-1 16,-5 6 1-16,5 5 0 0,-6 3-5 0,3-5 1 15,-2 5 0-15,-7 0 0 0,4-3-2 0,0 6 1 16,-6 3-2-16,2-1 2 0,4-5-16 0,2 6 2 0,-8-3-1 16,0 0 0-16,0 11 8 0,0-6 2 0,0 6-1 15,0 0 0-15,0-5-2 0,0 2 0 0,0 3 0 16,0-6 1-16,0 6 5 0,0 0 0 0,0 0-1 15,0 6 1-15,-2 2 2 0,-4 6 0 0,6-8 0 16,-14 27 1-16,-3 3 1 0,-2 6 1 0,5-6 0 16,0 3 0-1,3-11 3-15,-3-6-1 0,8 1 1 0,-11 5 1 0,-2-6 1 0,2-8 1 0,3 3 0 0,-8 5 1 16,8-3 10-16,0-10 0 0,-8 2 0 0,2 3 0 16,3-6-6-1,3-5-1-15,-2 0 0 0,2 2 2 0,-9-2-9 0,4-3 2 0,2-8-1 0,-2 2 1 0,2-8-3 16,-6 0 1-16,10-8-1 0,-1-6 1 0,-14-8-5 15,5 8 1-15,1-8-1 16,16 5 1-16,-2-5-2 16,-9 5 1-16,6-2 0 0,8 5 0 0,-5 8-1 0,-3 12-1 15,8 8 1-15,3 6 1 0,0-1-12 0,3-5 0 16,8 11-1-16</inkml:trace>
  <inkml:trace contextRef="#ctx1" brushRef="#br0" timeOffset="17974.78">2697 7761 590 0,'0'0'0'16,"0"0"0"-16,0 0 0 0,0 0 14 0,0 0 2 15,0 0-1-15,0 0 0 0,-31 6 44 0,20 2-1 16,3 9 0-16,-15 33 2 0,1 14-21 0,-9 0 0 15,-2 9 1-15,2 5 0 0,0-11 15 0,3 2 0 16,-8 12 0-16,14 8 0 0,-6-5 74 0,6-6 0 0,-1 8 0 16,9 1 1-16,-8-12-78 0,5-19 0 0,-2 2-1 15,19 1 2-15,0-9-48 0,0-14 0 0,5 0 0 16,18-11 0-16,-9-5 5 0,2-6 0 0,7-12 1 16,5-2 0-16,8-2 11 0,-5-1 1 0,5-11-1 15,6-8 2-15,-3-3-5 0,-3-3 0 0,0-6 0 0,1 6 1 0,-1-8 36 0,-8 0 0 0,-6 0 0 16,-5 16 2-16,-3-16-28 0,0-6 1 0,-9 6 1 15,-10 0-1-15,-1-6-5 0,-2 3 1 0,-6 11-1 16,-8 0 1-16,-1 6-13 0,1 2 1 0,-6 9-1 16,-3 11 2-16,1 0-7 0,-4 9 1 0,-2-1-1 15,5 6 1 1,0-3-6-16,4 6 0 0,4-3 0 0,9 16 0 0,0-13-4 0,0-3 1 0,6 6-1 0</inkml:trace>
  <inkml:trace contextRef="#ctx1" brushRef="#br0" timeOffset="18455.34">3213 8918 1658 0,'0'0'0'0,"0"0"0"16,31 5 0-16,-14-2 40 0,2 0 1 0,-5 5-1 15,17-5 1-15,5-3-21 0,6-3 1 0,-6-5-1 16,-5 8 2-16,-9-6 4 0,6-8-1 0,3 6 1 15,5 5 1-15,-8-8-12 0,-3-3 0 0,-5 0 0 16,2 6 1-16,0 2-1 0,-8-8 2 0,0 6 0 16,0 8 0-16,3-8 2 0,-12 2 0 0,-5-5 0 0,0 8 0 15,-5-5-10-15,5 2 1 0,-3-2-1 0,-11-3 1 16,-14-15-7-16,-3 1 0 0,4 0-1 0,-10-11 2 0,1 8-2 16,5 12 0-16,3 4 0 0,9 4 1 0,2-3 16 15,9 5 0-15,2 3 0 0,3 1 0 0,3-1-3 16,0 3 0-16,0 0 1 0,0 0 0 0,0 0 10 15,0 0 1-15,0 0 0 0,0-3 0 0,3 3-9 16,3-5 1-16,8 2 0 0,22-8 0 0,17-6-8 16,6 3 0-16,-6-8 1 0,-3 11 0 0,-6-1-3 15,-2 7 0-15,3-4 1 0,5-4-1 0,-5 1-10 16,-3 10 0-16,2 2 0 0</inkml:trace>
  <inkml:trace contextRef="#ctx0" brushRef="#br0" timeOffset="20038.75">15038 14658 0,'0'0'0,"26"0"16,-14 0-1</inkml:trace>
  <inkml:trace contextRef="#ctx1" brushRef="#br0" timeOffset="21518.82">13438 5440 276 0,'0'0'0'0,"0"0"0"16,0 0 0-16,19-31 196 0,-19 14 0 15,0 6 1-15,0 6-1 0,0 2-140 0,0-3 0 0,0-5 0 16,0 8 2-16,0-5 0 0,0 8 0 0,0 0 1 16,0 0-1-16,0 0 70 0,0 0 0 0,0 0 0 0,-5 0 0 15,-1 8-92-15,3-5 0 0,3-3 0 0,-8 11-1 16,-6 12-7-16,0-9 1 0,0 0-1 0,-3 8 0 16,6 0 2-16,8-2 0 15,-5-4 1-15,-3 4 0 0,0 2-11 0,5-8 0 0,-2 3 1 16,8 2-1-16,-6 9 3 0,-2-3 1 0,2-5-1 0,-2 2 2 0,-1 3-10 15,-5-3 0-15,3-2 0 0,0 11 1 0,-3-15-5 16,-5-2 0-16,2 6 0 0,3 2 2 0,-3-8-8 0,6 0 2 16,-3-6-1-16,-3 15 0 0,1-4-4 0,2-8-1 15,-6 0 0-15,3 6 1 0,-5-3-2 0,2-8 0 16,4 2 0-16,-7 3 0 0,-2 0 0 0,0-5 0 16,-3-1 0-16,-2 9 1 0,-7-5-1 0,4-9 1 0,-4 2 0 15,4 12 1-15,0-2 3 0,2-10 1 0,-11 7-1 16,3 7 2-16,3-4 1 0,-6-1 1 0,3-3-1 15,5 6 1-15,-2 0 0 0,0-11 0 0,-3 8 0 16,-12 0 1-16,-2 9-5 0,3-7 2 0,-9-4 0 16,-5-4 0-16,6 9-2 0,2-3 1 15,3 9-1-15,-14-9 2 0,8 3-2 0,1 3-1 0,-6-9 1 16,-15 3-1-16,-2-2 0 0,1-1-1 0,-7 0 0 16,3 4 1-16,6 1-1 0,0 4 0 0,3-3 1 15,-15-8-1-15,-4 2 15 0,-7-8 0 0,1 6 0 0,2 5 1 16,11 0-19-16,9-11 0 0,-5 0 0 0,-23 8 0 15,8-16 12-15,3 8 1 0,0-11-1 0,0 11 2 0,9 0-16 16,-1-3 2-16,-2-3-1 0,-14-2 1 0,2 0 7 16,1 2 1-16,2-2 0 0,3 2 0 0,9 1-11 15,-1-7 1-15,-2 7 0 0,-20-9 1 0,9 6 4 16,10-4 2-16,-5 4-2 0,9-6 1 0,11 6-10 0,2 2-1 16,-11-5 0-16,-5-6 2 0,0 6 7 0,11 6 1 15,2-7-1-15,12 4 2 0,0 0-11 0,11 5 1 16,8 3 0-1,-5-6 0-15,5 6-2 0,3 0 2 0,-2 0-1 0,-12-5 0 0,3-1 3 0,0 6-1 16,-3 6 1-16,6-6-1 0,5 0 5 0,6 5 0 0,-8 4 0 16,8-1 0-16,2 0-3 0,1 9 1 0,5-3-2 15,-5-8 2-15,-6 10 0 0,6-7-1 0,-6 2 1 16,3-11 1-16,-6 11 0 0,1 0 1 0,8-2 0 16,-6-7 0-16,5 4-1 0,1 2 1 15,5 3-1-15,-2 3 1 0,8-5-1 0,3-1 1 0,-1 6 0 16,4 3 0-1,-4 2 5-15,9-5 2 0,-2 0 0 0,-4-8-1 16,6 2-1-16,6 0-1 0,-1-2 1 0,1 2-1 0,2 4-1 16,-2 4-1-16,-3-2 0 0,3 11 1 0,-1 3-3 0,1-3 0 0,-1 6 0 15,4 8 0-15,5 0-1 0,-6-17 0 0,3 9 0 0,3 11 0 16,0-6-4 0,0-3 2-16,3-2-1 0,3-3 0 0,-1 0 1 0,4 2 0 0,-6-2-1 0,8-6 1 15,0 6 1-15,0-8 0 0,-3 2 0 0,6 0 1 0,-5-5 0 16,-1-3 0-16,3 0 0 0,-2 6 1 0,-1-7 0 15,-8-4 1-15,6-4-1 0,2 4 1 0,-8-6 2 16,0 2 1-16,0 1-1 0,3-6 2 0,2 8 0 16,1-2 2-16,-6-6-2 15,0 0 2-15,0 0-3 0,0 0-1 0,0 0 0 0,0 0 2 0,0 0-4 0,0 0 0 16,0 0 0-16,0 0 1 0,0-6-2 0,0-2 0 16,8-6 0-16,6-31 2 0,3-11-2 0,3 1 0 15,-6 10 0-15,-6 3 0 0,6 6 0 0,-6 0 0 16,9 0 0-16,2 2 0 0,4 6 0 0,-9 0 0 15,3 3 0-15,2 11 0 0,-5-2-7 0,-6-1 0 16,1 6 0-16,5 5 2 0,-9 4-14 0,-5-4 0 0,3 0-1 16,-3 6 3-16,0 6 5 0,0-6 1 0,0 0 0 15,0 0 0-15,0 0 4 0,-3 0 1 0,3 0 1 16,-11 22-1-16,0 9 3 0,-9 8 0 0,4 5 1 31,-4 7 0-31,3-12 1 0,-2-6 1 0,10 1-1 0,-4-1 1 0,4 0 0 0,-5-2 0 0,6 0 0 0,-6 5 1 31,6-11 3-31,-6-5 2 0,-6-7-2 0,6 13 2 16,3-7 8-16,0-5-1 0,2-6 0 0,-5 12 2 16,6-9-7-16,-6-5 1 0,6-6-1 0,-6 5 1 0,0 1-4 15,0-6 1-15,0 0 0 0,3 0-1 0,-9-6-6 16,3-5 1-16,4 3 0 0,-10-9 0 0,1-19-1 16,-3 2 0-16,8-2 0 0,0 0 1 0,-2 5-1 15,2-2 1-15,3 5-2 0,0-3 2 0,6 9-3 16,8 8 1-16,0 8-2 0,0 4 2 0,3 2-10 0,-3 0 1 15,0 0-2-15</inkml:trace>
  <inkml:trace contextRef="#ctx1" brushRef="#br0" timeOffset="22018.7">6023 7848 1143 0,'0'0'0'0,"0"0"0"16,0 0 0-16,-22 30 105 0,16-16 1 0,-2 6-1 0,-6 10 1 16,-8 4-39-16,2-4 2 0,3-2-1 0,3 8 1 15,6-8-48-15,-6-5 0 0,6 4 1 0,2-1-1 32,6-1-5-32,0-3 0 0,0-8 1 0,14 8 0 0,0-5 8 0,0-3 0 0,-6-3-1 0,9-3 2 0,8-5-8 15,-3 3 0-15,1 5 0 0,2-3 1 0,8-2-3 16,4 2-1-1,-7-5 1-15,1-3 1 0,-6 5 32 16,0 4 1-16,3-1-1 0,0-5 0 0,-6 5-18 0,-8 6-1 16,3 0 0-16,3-5 2 0,-9-1-13 0,0-2 0 15,-8 2 0-15,2 6 1 0,-5 0 3 0,-5 0-1 16,2-3 1-16,-8 8-1 0,-6 4-10 0,-5-1 1 16,-1-3-1-16,-13 7 0 0,3-4-4 0,-1-8 1 15,-2 2-1-15,0 4 1 0,8-3-5 0,0-9 2 0,6 0-1 16,-6 6 0-16,5-3-4 0,7-5 0 0,-4-6 1 15,12-6-1-15,-9 6-2 0,3-11 1 0,0 9-2 16</inkml:trace>
  <inkml:trace contextRef="#ctx1" brushRef="#br0" timeOffset="22240.14">5914 7778 1293 0,'0'0'0'0,"0"0"0"0,53-17 0 0,-19 6 72 16,-3 8 1-16,5 3 0 0,0-8 0 0,-8 8-1 15,3 3 0-15,5 2-1 0,0-10 1 0,0 10-67 16,1 1-1-16,-1 5 1 0,3-3-1 0,-5 3-79 0,-4-5 0 16,-2 2 0-16,8-5 1 0,-5-3 129 0,-9 0 1 15,6 0 0-15,3-3 0 0,-31 3-1416 0</inkml:trace>
  <inkml:trace contextRef="#ctx1" brushRef="#br0" timeOffset="22852.51">7773 7767 1080 0,'0'0'0'0,"0"0"0"0,8 33 0 0,-8-22 4 16,0 0-1-16,3 3 0 0,-3 20 2 0,-11 10 19 16,-3 4 1-16,0-9 0 0,-6 3 0 0,4-6 58 15,-7-3 1-15,-5 12 0 0,6-1 0 0,-9-2-26 16,3-8 1-16,-2-1-1 0,2-5 2 0,0-3-13 15,0-11 1-15,3 3 0 0,-9-3 0 0,9-9-9 16,-3 4-1-16,6-7 0 0,0-4 0 0,-1-7-38 0,1 4 0 16,3-9 0-16,2-3 1 0,6-8 3 0,2-3 0 15,1 3 1-15,2 3-1 0,12-3 2 0,-6 0-1 16,3 5 1-16,2-2-1 0,9-1 4 16,3 9 2-16,3-8-2 0,10 22 1 0,4-5 12 15,-4-9 2-15,1 5-1 0,3 9 1 0,2-8 14 16,0 5 1-16,0-5 1 0,9 2-1 0,0 3-10 15,-1-2 1-15,-2-6 1 0,3 11-1 0,-6 8-12 0,3-5 1 16,-6 2 0-16,0-2 0 0,1-3-8 0,-9-3 2 16,-3-5-1-16,3 8 0 0,-14-8-3 0,-6 5 0 0,-3 0 0 15,-5 3 1-15,0 0-5 0,0 0 0 0,0 0 1 16,0 0 0-16,-5 0-3 0,2-5 2 0,0 2-2 16,-41-14 1-16,-15-5-3 0,-2-3 1 0,2 0-1 15,9 0 1-15,8 5-1 0,6 6 0 0,5 0 0 16,0-3 0-16,3 4-1 0,6 4 2 0,8 4-1 15,6 5 0-15,2-9 11 0,1 9 1 0,5-3-1 16,-3 3 0-16,3 0-2 0,0 0 0 0,0 0 1 0,3 3 0 16,8 11 7-16,0-3 0 0,0 0 0 0,11 26 0 15,15 7-8-15,-7 1 1 0,-10 2-1 0,-3-2 1 16,-3-3-5-16,-6-3-1 0,6 8 1 0,-6 3 0 0,6 0-3 16,6 0 0-16,2 1 1 0,0-10-1 15,-13 7-3-15,-1-12 0 0,6-8 0 0</inkml:trace>
  <inkml:trace contextRef="#ctx1" brushRef="#br0" timeOffset="23285.62">9151 7232 904 0,'0'0'0'0,"0"0"0"15,3 28 0-15,3 2 86 0,-4 4 2 0,-4 2-1 16,-4 56 1-16,3 17 24 0,3-15 2 0,0 1-1 16,-2-6 0-16,-1-8-40 0,-6-14 0 0,4 8 0 15,-1 0 1-15,3-2-10 0,3-6 0 0,0-3 0 16,3-6 0-16,8-8-28 0,-2-13 0 0,-6-1 0 0,8-8 0 15,-3-3-13-15,0-8 2 0,1-6-2 0,2-3 2 16,-11-5-16-16,3-6 1 0,2-5-1 0</inkml:trace>
  <inkml:trace contextRef="#ctx1" brushRef="#br0" timeOffset="23855.05">9140 7162 1168 0,'0'0'0'16,"0"0"0"-16,56-11 0 0,-11 3-1 0,-1-1 1 16,6 6 0-16,9 3 0 0,0 0 15 0,5-5 1 15,8 2 0-15,12 11-1 0,3-8 22 0,-1 3 2 16,3 3-2-16,4 2 1 0,-10-2 81 0,1-6 1 0,5-6-1 16,6-2 1-16,-8-1-63 0,-6 1 0 0,5 8 1 15,3-6 0-15,-2-5-2 0,-15 0 0 0,4 0 0 16,10-3 1-16,-13 3-21 0,-9 3 1 0,3 2-1 15,-3-2 1-15,-11 5-14 0,-8 3 0 0,-3 0 1 16,-6-3-1-16,-8 3-12 0,-11 0-1 0,-3 0 0 16,-6 0 1-16,-8 0-11 0,0 0 0 0,-6 6 0 15,4 2 0-15,2-2 0 0,-6-4 0 0,3 4 0 0,-8 22 0 16,-6 8 0-16,3-5 0 0,0-1 0 16,6 12 0-16,2-8 4 0,4-7 1 0,2 4-1 0,-6 14 2 0,1-9 5 15,10-3 2-15,1 1-2 0,-6 19 1 0,8-11-2 16,6-3 2-16,3 13-1 0,-3-1 0 0,2-1-3 15,4-6 1-15,2 7 0 0,1-1 0 0,-1-6-1 16,0-7-1-16,1-1 1 0,2 0 1 16,-9-14-3-16,4-5 1 0,2 14-2 0,1-4 2 15,-9-4 1-15,-12-6 1 0,4 2-1 0,-6 3 1 0,-6-5 12 0,-2 3 0 16,0-4 1-16,-15 4-1 0,-5 13-8 0,-2-5 1 0,-7-3-1 16,-13-5 2-16,0-1-5 0,-9-2 0 0,-8 2 0 15,-11-2 1-15,3 5-5 0,-6-2 1 0,-6 2 0 16,-7-2-1-16,-10-4-1 0,4-4-1 0,-15-4 1 15,-2-2-1-15,14 5-4 0,8-3 0 0,-5 3 0 16,-6-5 0-16,11 2 4 0,17-16-1 0,-3 5 0 16,8 0 1-16,6 3-2 0,17-8 0 0,0 2 0 15,8-2 1-15,3-3-2 0,5 0 0 0,9-1 0 16,3 1 1-16,2 0-4 0,6 3 1 0,3 2 0 0,6 3 0 16,5 1-18-16,0-4 1 0,0 6-1 0</inkml:trace>
  <inkml:trace contextRef="#ctx1" brushRef="#br0" timeOffset="24107.35">10343 7418 1670 0,'0'0'0'0,"0"42"21"15,0-20-1-15,0-2 0 0,-8 50 1 0,2 13 46 0,3-8 0 0,3-8-1 16,0-3 1-16,-3-11 18 16,3-5-1-16,3 2 0 0,0 0 0 0,3-3-61 0,2 4 0 0,-3 4 0 15</inkml:trace>
  <inkml:trace contextRef="#ctx1" brushRef="#br0" timeOffset="24584.23">12553 7789 1243 0,'0'0'0'0,"0"0"0"0,36 8 0 15,-5 1 13-15,2-4 2 0,4 4-2 0,2-4 2 16,3 4 66-16,2-1 0 0,-5-2-1 0,9-4 2 16,2 4-45-16,-5-1 0 0,-1-5 0 0,1 0 0 15,-3 0-21-15,-6 0 0 0,-5 0 0 0,-3-5 0 0,2-1-2 16,-13 4 0-16,-6-7 0 16</inkml:trace>
  <inkml:trace contextRef="#ctx1" brushRef="#br0" timeOffset="24766.12">12924 7371 1306 0,'0'0'0'16,"0"0"0"-16,0 0 0 0,-19 47 47 15,16-24 1-15,-3-1-1 0,1 14 2 0,5-2 34 0,0 2 0 16,-3 17 0 0,6 0 0-16,8 2-25 0,-3 4 0 0,6 8 1 15,0 5-1-15,8-8-24 0,1-8-1 0,-1-6 1 16,6-5 1-16,3-9-9 0,-3-8-1 0,2 0 1 0</inkml:trace>
  <inkml:trace contextRef="#ctx1" brushRef="#br0" timeOffset="24986.91">14211 7070 1520 0,'0'0'0'0,"0"0"0"0,19 53 0 0,-5-3 44 15,-6 0 0-15,-8 0-1 0,0 9 2 0,-5-9 35 16,2 0 0 0,-3 9-1-16,6 11 2 0,0 2-36 0,0-5 1 15,-5-3-1-15,5-6 1 0,0 4-46 0,-3-7 0 16,-5 7 0-16</inkml:trace>
  <inkml:trace contextRef="#ctx1" brushRef="#br0" timeOffset="25558.35">14755 6529 1746 0,'0'0'0'0,"-11"-36"0"16,-3 3 0-16,-3 8 3 0,-11-3 0 0,-3 6 1 0,1 2-1 0,-7 12-3 16,-5 2 1-16,-2 12 0 0,-1-1 0 0,-2 12 8 0,-1 11 0 0,-10 0 0 15,-1 22 0-15,-2-6 22 0,5 1-1 0,-3 16 0 16,3 20 1-16,-2-3-1 0,2 9 1 0,9 5 0 16,2 22 0-16,3-6-1 0,-3-13 1 0,4 14-1 15,2 5 0-15,11 6 13 0,5-14-1 0,18 3 1 16,10-9 1-16,9-14-1 0,3-22 0 0,11-2 0 0,3-1 1 15,-1-8-25-15,4-14 0 0,10-3 0 0,7-14 1 16,-7 1 0-16,7-7 2 0,2-4-2 0,11-10 1 16,3-2-5-16,2-2 0 0,12-12-1 0,-5-6 1 0,-7-8-4 15,-2-5 2-15,-2-6-2 0,10-3 2 0,-11-3 9 16,-11 1 1-16,0-1-1 0,-3-5 2 0,-5 0-1 16,-9 0-1-16,1-14 1 0,-4-14 0 0,-8 5-12 15,-5-2 0-15,-6-11-1 0,-9 2 2 0,-10-5-6 0,-9 0 1 16,-9-3 0-16,-10-3 1 0,-1 17-6 0,1 5 2 15,2 12-2-15,-11 19 2 0,12 3-4 0,-1 11 1 16,3 1-1-16,-3 27 2 0,4 0-3 0,7-6 0 16,9-2 0-16</inkml:trace>
  <inkml:trace contextRef="#ctx1" brushRef="#br0" timeOffset="26385.91">17623 6228 941 0,'0'0'0'0,"0"0"0"16,-50 39 0-16,0-2 13 0,-3-1 1 0,-11 11-1 15,-3 1 2-15,-11-12 40 0,-9 0 1 0,-8 0-1 16,-2 23 1-16,2-12-42 0,5-2 0 16,-4 8 1-16,-7 3-1 0,-8-4 48 0,6 4 1 0,0 0-1 0,5 0 1 15,14-9-38-15,12 0 2 0,-1-5 0 0,-13-6 0 16,10-8 24-16,18-14-1 0,8 0 1 0,5 17 0 15,9-23-22-15,13-2 2 0,9-3-1 0,6 8 0 0,2-11 35 16,6 0 2-16,0 0-1 0,3-11 0 0,8 11-50 16,-2-3 1-16,5-3-2 0,36-24 2 0,17-18-4 15,-9 4-1-15,1 2 0 0,0-3 2 0,-4 3-2 16,-1-2 0-16,4-12 1 0,-2 11-1 0,-3-5-2 0,-11 9 0 16,-3 10 0-16,-11 17 2 0,-3-11-5 0,-6 3 2 15,-10 8 0-15,-9 11 0 0,-6 3 0 0,-2-9 1 16,-1 7 1-16,-13 16-1 0,-20 0-5 0,-2 5 2 15,7-2 0-15,-16 19-1 0,-2 0-2 0,2 0 0 16,-3 9 0-16,-3 5 0 16,12 0-2-16,5-5 2 0,3-9-1 15,2 6 0-15,10-6 1 0,13-5-1 0,0 2 1 16,11 4 0-16,11-7 4 0,9-10 0 0,11 10 0 16,8 1 1-16,14-6-6 0,3-19 1 0,17 2 0 0,11 0 0 0,8-8 0 0,6-5-1 0,14 2 0 15,8 3 2-15,-5-8-3 0,-6-6 0 0,6-11 1 16</inkml:trace>
  <inkml:trace contextRef="#ctx1" brushRef="#br0" timeOffset="26785.97">18366 5309 1407 0,'0'0'0'16,"0"0"0"-1,-39 36 0-15,13-14 24 0,4-5 1 0,-9 3 0 0,4 21 1 0,-1-4 7 0,0-9 2 0,11-3 0 16,9 0 0-16,2 5 5 0,0-13 0 0,12 8 1 16,8 0-1-16,3 3 1 0,2-6-1 15,-5-2 0-15,11 5 1 0,0 0-8 0,-2-5 2 0,2 2-1 16,6 6 1-16,-6-6 38 0,-9-8 1 0,1 8-1 16,0 1 1-16,-9-7-18 0,-13 4 0 0,-4-1 0 15,-5 9 1-15,-8-6-33 0,0 1 1 0,-6-4-1 16,-3 12 1-16,-11-14-15 0,3-6 1 0,3-3-1 15,0-2 2-15,8 2-31 0,5-8 1 0,7-8-2 0</inkml:trace>
  <inkml:trace contextRef="#ctx1" brushRef="#br0" timeOffset="26999.64">18703 4910 1105 0,'0'0'0'0,"0"0"0"0,3 28 0 0,0-8 41 16,0-6 1-16,2 8-1 0,1 53 1 0,-3 0 4 16,-6-19 0-16,-3 6 0 0,-5 10 0 0,0-2 27 15,3-1 1-15,2 4-1 0,6 2 1 0,-6-5-27 16,4-15 1-16,2-4 1 0,8 1-1 0,-5-10-10 0,-3-14 0 16,-3 8 0-16,-5 1 2 0,-4-18-28 0,-1 3 0 15,-10-8 1-15</inkml:trace>
  <inkml:trace contextRef="#ctx1" brushRef="#br0" timeOffset="27125.66">18600 5412 866 0,'0'0'0'0,"45"-8"0"0,-9 8 0 0,0-6 5 0,3-2 1 0,3-6 0 15,-11 19-1-15,5-13-4 0,-2-3 1 0,-4 2-1 16</inkml:trace>
  <inkml:trace contextRef="#ctx1" brushRef="#br0" timeOffset="27369.25">18893 5657 552 0,'-6'6'0'0,"4"8"0"0,-4 14 0 16,3-9-4-16,6-2 2 0,3-6 0 0,2 6 0 16,-5-3 22-16,8-14 1 0,3 0-1 0,0 0 2 0,8-9 220 15,1 4 0-15,-1-12 1 0,14-3-1 0,0-5-158 16,1-2 0-16,-12 4 1 0,-3-2-1 0,-5 11-18 15,-6-8 1-15,-3-6 0 0,-2-5 0 0,0-6-23 16,-12 0 1 0,-2 8-1-16,-1 17 1 0,-5-6-9 0,0 9 0 0,-5-3 0 0,2 20 0 0,-5-6-24 0,2-6 2 15,-2 12-2-15,8 13 2 0,3-2-11 0,5-6 1 16,1-2 0-16,-4 16 0 0,1 3-4 0,8-6 0 16,5-8 0-16</inkml:trace>
  <inkml:trace contextRef="#ctx1" brushRef="#br0" timeOffset="27756.64">19471 5381 1332 0,'0'0'0'0,"0"0"0"16,0 0 0-16,0 31 20 0,0-17 1 0,0 0-1 0,0 22 2 15,0 20-7-15,0 2 1 0,-3-8 0 16,3 1 1-16,0-10 40 0,-6 1 0 0,4 3 0 0,-4-1 0 15,-8-10 10-15,6-12 0 0,2 0-1 0,0 6 2 16,-5-5-22-16,6-15 0 0,-4 0 0 0,1 3 1 0,2-11-10 16,1-5 0-16,5 5 0 0,-3 5 0 0,3-5-6 15,-8-8 2-15,2 3-1 0,1-4 1 0,-1-5-8 16,3 0-1-16,3-11 1 0,6-19 1 0,2-15-11 0,6 1 2 16,-3-9 0-16,9 8 0 0,2-2-5 0,6 5 1 15,8-16-1-15,3 8 0 0,3-6-4 0,-11 3 1 16,5 9-1-16,0 10 1 0,1 9-1 0,-7 6 0 15,4 5 0-15,-3 11-1 0,5-2 6 0,-3 10-1 16,-2 1 0-16,-9 8 2 0,1 0-6 0,-7 8 1 0,4 6 0 16,-12 14 0-16,3-6-4 0,-5 1 1 0,-6-4 0 15,-11 20-1-15,-3-11-1 0,-6-8-1 0,-5 2 0 16,-3 9 2-16,-8-9-3 0,5-3 0 0,-10 4 1 16,2 24 0-16,-3-11-3 0,3-5 1 0,2 2 0 15,-2 4 0-15,3-1-1 0,5-11 0 0,3 0 0 16,3 0 1-16,3-14-3 0,2-3 0 0,4-5 0 15</inkml:trace>
  <inkml:trace contextRef="#ctx1" brushRef="#br0" timeOffset="31438.99">14040 8594 744 0,'0'6'0'0,"9"-3"0"15,-9 5 0 1,3-2 155-16,-3-1 1 0,-3-5 0 0,3 14 2 0,0 0-92 0,-9-3 0 0,1 0 0 15,-6 26 0-15,-6-4-45 0,4-2-1 0,-7-6 0 16,9 14 0-16,-5-11 6 0,2-6 1 0,3 0 0 31,-5 14 0-31,-6-16 17 0,-3 2-1 0,-3 1 1 0,3 4 1 16,-3-1-25-16,-5-7 2 0,-11 1-2 0,-1-4 1 16,1 4 5-16,2-6 0 0,0 2-1 0,-5 4 2 0,-3-3-4 0,3 2-1 0,5-2 1 15,-5 8 0-15,-3 6-9 0,3-9 0 0,0 6 1 16,-6 2 0-16,-6-5 9 0,-2-2 1 0,-3-4 0 15,-5 12-1-15,-1-6 0 0,6 0-1 0,3 0 1 16,5 14 1-16,-8-3-17 0,-5-13-1 0,-1-7 1 0,-13 4 1 16,5-6-4-16,0-3-1 0,-6 6 1 0,7 5 0 15,-1-2-1 1,8-1-1-16,-16-2 0 0,-17-6 1 0,2 3 4 0,10-3-1 0,-7 3 1 0,3-3 0 0,4 0-8 16,-10 6 0-16,-4-9 0 15,-12-5 0-15,13 5 0 0,13 4 0 0,-1 4 0 0,-11-7 1 0,0-4-1 16,5 1 1-16,-13-1-1 0,-3-5 2 0,8 12-1 15,6-4 1-15,-6 0 0 0,-11-8 0 0,0-3 1 0,8 3 0 16,3 3-1-16,9-3 2 16,2 0-1-16,3 0 0 0,-19 0 1 0,-3-5-1 0,8 5 4 0,11 5 1 15,3 4-2-15,-5-15 2 0,-12 6-2 0,-5 6 1 16,-6-1-2-16,9-5 2 0,11 6-4 0,2 8 2 16,-5-9-1-16,-25 1 1 0,14-1-2 0,16 1 1 15,-8 2-1-15,9 3 0 0,2 6-2 0,-8-3 1 0,-5-8-1 16,-12 2 0-16,11-5-2 0,17 11 0 0,9 5-1 15,-31-5 2-15,2-14-3 0,9-5 0 0,-14 5-1 16,9 5 2-16,2 12-1 0,8-3 0 0,-5-3 1 16,-11-3 0-16,8-8-1 0,9 6-1 0,-9 0 1 15,6 13 1 1,2-13-2-16,6-6 2 0,-2 0 0 0,-12 0-1 16,6 0 0-16,10 5 1 0,4 6 0 0,3 3-1 0,-4-8 0 0,7-6 0 0,-7-14-1 0,1 19 1 15,3-5 0-15,7 0-1 16,7 9 1-16,-4 5 1 15,10-6-3-15,1-2 1 0,-7-1-1 0,-9 6 2 0,8-2-2 16,6-4 2-16,9 4 0 0,-1 10-1 0,3-5-4 16,12-8 2-16,-7 10-1 0,12 4 0 0,-8-3-3 15,8-6 1-15,3 6 0 0,13 2 0 0,-10-2-18 16,2-3 1-16,3 0-1 0,6 2 2 0,-3 1 22 16,-3-3 2-16,0 8-1 0,6 1 1 0,-6-1 0 15,5-5 1-15,7 10 0 0,-7 10 0 0,1-4 0 0,8-5 0 0,0 11 0 0,0 17 0 0,0-17 30 16,-3-6 0-16,3 15 1 0,1 13 0 0,4-14 16 15,4-8 0-15,-4 9 0 0,9-7 2 0,0-2-28 16,3-5 1-16,3-1 1 0,-1 1-1 0,4-9-12 0,-4-6 1 16,3 6-1-16,1-8 0 0,-4-3-7 0,-2-8 2 15,11-1-2 1,-8 4 1-16,-3-7-4 0,2-2 2 0,-5 0-2 0,8-2 1 0,6-10-2 0,0 1-1 16,-8 0 1-16,16-17 0 0,1-5-2 0,2-1-1 15,0-2 1-15,-3 0 0 0,-5 8-8 0,-3 0-1 16,8-2 1-16,6 7 1 0,-14-2-14 0,-6 3 2 0,1 2 0 15,-1 18-1-15,6 2 1 0,0-9-1 0,-8 4 1 16,2 10-1-16,-8 4 15 0,6-7 1 16,-6 1-1-16,8 11 1 0,-5 11 4 0,-3 0 0 0,-3-5 1 15,3 8 0-15,-8 5 1 0,-4-5 1 0,4 3 0 16,8 2 0-16,-17-5 0 0,-5-6 0 0,-6 1 0 16,9 4 0-16,-7-4 1 0,-7-7 1 0,2 4-1 15,1 2 2-15,2-5 12 0,-3-6 1 0,-3-8 0 0,4 8 0 16,-6-5 8-16,-1-12 0 0,7 6-1 0,2 0 2 15,5-14-5-15,1 3 0 0,0 0 0 0,8 5 2 16,5-2-14-16,-2-6 0 0,8-6-1 0,-2 4 1 16,10 5-7-16,-5 2 2 0,0-8-1 0</inkml:trace>
  <inkml:trace contextRef="#ctx1" brushRef="#br0" timeOffset="32066.2">1988 11927 401 0,'0'0'0'16,"0"0"0"-16,0 0 0 0,14 31 240 0,-11-14 2 15,2-1-1-15,-2 9 0 0,3 23-230 0,-6 2 1 16,5 0-1-16,-5 0 0 0,-5-2 23 0,5-12 1 0,-6 8-1 16,3 9 1-16,-5-8 35 0,-3-6-1 0,8 0 1 15,-3 6 1-15,1-1-37 0,2-5 2 0,-3-3-1 16,6-8 1-16,-2 0-11 0,-4 0 0 0,6-11 0 15,0 8 1-15,-5-9 14 0,2-4 2 0,-3-1-2 16,6-3 2-16,0-5-18 0,0 0 1 0,0 2 0 16,0-5 1-16,0 0-13 0,0 0 2 0,0 0-1 0,6 0 1 15,-3-5-8-15,2 2 0 0,1-5 1 0</inkml:trace>
  <inkml:trace contextRef="#ctx1" brushRef="#br0" timeOffset="33636.82">771 10222 187 0,'0'0'0'0,"0"0"0"0,0 0 0 0,37-23 220 16,-18 18 1-16,3-1 0 0,1 6 0 0,2-2-229 16,3-7 1-16,0 4 1 0,11-4-1 0,-6 9 7 15,-2-11 0-15,-3 0 0 0,17 8 0 0,-4 3 0 16,4 0 0-16,-6-3 0 0,3 6 1 0,3 0 77 15,-4 0 0-15,4 2 0 0,14 4 0 0,-6-4-22 0,-6-10 1 16,6-1 0-16,6 12 0 0,-9-6-24 0,0-6 2 16,9 6 0-16,2 11 0 0,3-11-12 0,1 0 1 15,2 9 0-15,11 5-1 0,-3-12-21 0,-11-2 1 16,3-2-1-16,11 2 1 0,-5 0-1 0,-6 0 1 16,5 2-1-16,1 9 1 0,8 3 0 0,0-11-1 15,0-3 0-15,-3 0 0 0,-3-3 1 0,-2-5-1 0,13 2 0 16,1 12 0-16,-6-3 33 0,0-3 0 0,8-3 0 15,6-3 1-15,-9 1 24 0,-5-3 1 0,11-1-1 16,-2 9 2-16,-1 0-53 0,-5 3 1 0,-1-3-1 16,18-3 1-16,-15-2 56 0,-2 2 1 0,8 3-1 15,3 3 0-15,-6 2-66 0,-2-5 0 0,8 0 0 16,14 0 0-16,-15-8 3 0,-7 2 2 0,8 6-1 16,16 0 1-16,4 0-13 0,-12-5 0 0,0-1 0 0,6-2 2 15,-6-1 6-15,-2 4 0 0,2 2 0 0,20 3 0 16,-20-6 0-16,-2-2 0 0,2 0 0 0,6 2 1 15,0 6-1-15,-6 0 1 0,6 0-1 0,8 0 1 16,-14-5 0-16,-2 2 0 0,7 0 0 0,18 3 2 0,-9 0-1 16,-16 0 1-16,7 0 1 0,10-3-1 0,-10-2 1 15,-1 5 1-15,13 5-1 0,-1-5 1 16,-4-8 0-16,-12-1 1 0,14 9 0 16,15-2-1-16,-10 2 1 0,-5-3-1 0,6-5 1 15,8-4 1-15,-11 7-6 0,-2 5 0 0,10 0 0 0,3-11 0 0,-11 2 0 16,-5 7 1-16,7-1-1 0,12-8 0 0,-5 5 3 0,-18 0 2 15,12 1 0-15,8-12-1 0,-5 9-5 0,-3 8 1 16,2 0 0-16,6-11 1 0,-8 5 2 0,-6 3 0 16,6 6 1-16,8-8 1 0,-11 2-1 0,-5 3 2 15,10-11-1-15,12-1 0 0,-6 12-3 0,-11 6 0 0,11-6-1 16,6-14 1-16,-14 9-5 0,-3 5 0 0,11 0 0 16,6-9 1-16,-12 4 3 0,-8-4 1 0,6-2 1 15,14 3-1-15,-11 5-6 0,-9 0 0 0,11-8 0 16,6-3 1-16,-8 14-3 0,-6 0 2 0,5 0 0 15,15-14-1-15,-12 6 2 0,-8 8 0 16,17 0-1-16,8-6 2 0,-14 6 2 0,-5 0 1 0,5-11-1 16,6 3 1-16,-4 13-2 0,-7-5 0 0,11-16 0 15,8 4 0-15,-6 4 0 0,-5 2 0 0,23 1 0 16,4-1 0-16,-15-5 2 0,-12 0 2 0,16 5-1 0,18 6 0 16,-15-5 1-16,-8-9 0 0,20 3-1 0,5 11 2 15,-8-9-1-15,-20-7 2 0,12 5-1 0,10 16 0 16,-7-13 13-16,-15-6 1 0,0-6 0 0,9 20 0 0,0-11-7 15,-12 3-1-15,1-3 0 0,5 2 0 0,-20 1-4 16,-2 8 0-16,11 8-1 0,3 1 1 0,-23-15 7 16,-2 3-1-16,-3-5 1 0,11 19 0 0,-9-11-15 15,-16-3 1-15,0-5 0 0,-3 2 0 0,-5 1-1 0,-9 2 0 16,-3 6 0-16,6 5 1 0,-8-8-1 0,-9 0-1 16,0 3 1-16,-5 8 0 0,-9 0-6 0,-14-11 1 15,-5 0-1-15,-6 14 1 0,-6 8-9 0,-13-13 0 16,-9-4-1-16</inkml:trace>
  <inkml:trace contextRef="#ctx1" brushRef="#br0" timeOffset="34788.18">2725 12404 12 0,'0'0'0'0,"0"0"0"0,0 0 0 0,0 0 7 16,0 0-1-16,36 14 1 0,-28-3 1 0,1 0 338 15,5-3-1-15,2-2 1 0,10 5 1 16,4-5-341-16,7-4 2 0,-10 4-1 0,10 0 1 0,-4-6 98 0,3-3 2 16,1 0 0-16,-1 3 0 0,-2-8-57 0,-9-4 2 15,8 1-1-15,-2 6 0 0,5-4-5 0,-5-2 2 16,-3 3-1-16,-6-3 0 0,-2 0-38 0,-4-1 0 15,-2 1 0-15,-5 6 1 0,5-6-10 0,-9-1 0 16,-5 4 0-16</inkml:trace>
  <inkml:trace contextRef="#ctx1" brushRef="#br0" timeOffset="35094.87">3009 12069 690 0,'0'0'0'0,"0"0"0"0,0 0 0 0,0 0 43 16,0 0 1-16,0 0 0 0,0 0 1 0,0 0-20 15,0 0-1-15,0 0 1 0,0 0 0 0,0 0 65 16,0 0 1-16,0 0 0 0,0 0 1 0,0 0-25 16,31 23-1-16,-17-21 0 0,14 4 0 0,8 0 7 15,3 2 1-15,-11-5-1 0,-6-3 1 16,1 2 7-16,-9 7 0 0,0-9 0 0,2-9 0 0,12 7-17 0,-5 2 0 15,-9 0 0-15,0-3 0 0,0 3-17 0,2-8 2 16,-10 5-1-16,2-6 0 0,-2 7-29 0,-3 2 1 16,2 0 0-16,-2 0 0 0,3-6-10 0,-1 3 0 15,-2 0 0-15,3 1 0 0,-6 2-14 0,0 0 0 16,0 0 1-16,0 0 0 0,0 0-64 0,0 0 2 0,0 0-1 16</inkml:trace>
  <inkml:trace contextRef="#ctx1" brushRef="#br0" timeOffset="36113.61">4600 11155 213 0,'0'0'0'0,"0"0"0"16,0 0 0-16,0 0 67 0,0 0 2 0,0 0-1 15,0 0 0-15,0 0 19 0,0 0-1 0,0 0 1 16,8 62-1-16,-22 10-4 0,-8 1 1 0,5 5 0 15,6-12 0-15,-11-1 0 0,0-10 1 0,-6 15 0 16,11 11 1-16,-5-3-28 0,-1-6 1 0,1-5-1 0,8-3 2 16,0-8-3-16,6-17 1 0,8 0 0 0,0 0 1 15,0-8-21-15,0-9 0 0,2-3 0 0,10 1 1 0,-1-9 18 16,0 0 1-16,0-8 0 0,3 3 1 0,6-6-29 16,2-6 1-16,0 0 0 0,20-16 1 0,3-6-10 15,-9-8 0-15,0-6 1 0,17 6 0 0,-11 0 5 16,-6 0 0-16,-5 8 0 0,5-17 1 0,-8 9-11 15,-3 2 1-15,-5-2-1 0,2 0 1 0,-8 8-3 16,-5-8 1-16,-4 5 0 0,-5 12 1 0,0-6-2 0,-11 2 2 16,0 7-1-16,-9 2 1 0,-2 5-10 0,0 1 2 15,-6 8 0-15,-9 8 0 0,-2 1-4 0,3-1 1 16,8 3-1-16,0 11 1 0,3-8-4 0,-3-5 1 16,6 5 1-16,11 8-1 0,2-2-3 0,7-7 0 15,-4 1 0-15</inkml:trace>
  <inkml:trace contextRef="#ctx1" brushRef="#br0" timeOffset="36432.15">5593 11832 1646 0,'0'0'0'0,"0"0"0"0,0 0 0 0,0 0 3 16,0 0 0-16,31 14 1 0,-11-8-1 0,-4-3 25 15,7-3 1-15,5 0 0 0,13 8 0 0,4-16 7 0,0 5 1 16,-3-3-1-16,5 6 1 15,3-11-8-15,1-5 1 0,-7 2-1 0,12 2 2 0,-3-4-7 16,-8 2 1-16,2-3 0 0,-2 11-1 0,-9-7-16 0,-5-1 0 16,-3-3 0-16,2 11 0 0,-10-16-8 0,-3 3 0 15,-17 5 0-15</inkml:trace>
  <inkml:trace contextRef="#ctx1" brushRef="#br0" timeOffset="36600.61">6154 11364 1143 0,'0'0'0'15,"-5"0"0"-15,2 6 0 0,-3-1-3 0,1 12-1 0,5 0 1 16,5 14 1-16,1-12 2 0,-6 6 1 0,0 3-1 16,3 17 1-16,2-4 150 0,-2 1 2 0,-3 8 0 15,0 17-1-15,6 3-111 0,8-14 0 0,-6-1 1 16,6 1-1-16,0-3-3 0,0-8 1 0,3-6-1 16,-3 2 1-16,-1-4-13 0,-7-4 0 0,-3-8-1 15</inkml:trace>
  <inkml:trace contextRef="#ctx1" brushRef="#br0" timeOffset="36979.25">6863 11197 992 0,'0'0'0'15,"0"0"0"-15,0 0 0 0,-8 34 39 0,-1-12 0 16,4-8 0-16,-4 8 2 0,9-2 26 0,0-4 0 16,0-2 1-16,0 11-1 0,3-2-27 0,8 2 2 0,12-14 0 15,-1 11-1-15,9-8 39 0,-1 3-1 0,-2-3 1 16,6 2 1-16,5-2-40 0,-8-3 1 0,5-2-1 16,6 13 1-16,-3-8-8 0,-3-11-1 0,0 8 1 15,1 6 1-15,-4-9-15 0,-8-8 0 0,0 11 0 16,-2 9 2-16,-7-6-1 0,-2-6 0 0,-8 0 1 15,5 6-1-15,-5 3 1 0,-12-3 1 0,3-6-1 16,-5 17 2-16,-17 1-7 0,0-4 1 16,-3 3 0-16,-17 3 0 0,3 8-3 0,3-11 2 15,3-3-1-15,-9-8 1 0,9 3-16 0,0-3 1 0,-1-6-1 16,1-2 1-16,3-1-2 0,8-5 0 0,-3-5 0 0,-9-9 0 0,1 6-14 16,5 8 0-16,12-9 0 0</inkml:trace>
  <inkml:trace contextRef="#ctx1" brushRef="#br0" timeOffset="37136.25">6964 11074 1771 0,'0'0'0'16,"0"0"0"-16,58-11 0 0,-22 0-7 0,1-3-1 16,2 0 0-16,11 17 1 15,0-6 7-15,0-8 0 0,3 0 0 0,3 5 1 0,-3-2-4 0,-2-11 0 0,-1 2-1 16,3 39 2-16,-11-16-26 0,-6-6 1 0,-5-3-1 15</inkml:trace>
  <inkml:trace contextRef="#ctx1" brushRef="#br0" timeOffset="37513.18">8585 10687 1030 0,'0'0'0'15,"0"0"0"-15,0 0 0 0,0 0 22 0,0 0 1 16,5 36-1-16,-16-8 0 0,-5 8 38 0,-7-8 1 15,1 9-2-15,-12 18 2 16,4 1 61-16,-1-3 1 0,3 22 1 0,-3 0-1 0,3 1-87 0,6-9 1 16,8-1-1-16,0 12 1 0,6-27 51 0,0-12-1 15,2 8 1 1,12 6 0-16,-6-14-29 0,8-8 0 0,-3 2 0 0,12 12 0 16,0-17-33-16,2-3 1 0,4 2-1 0,8-7 1 15,2 2-11-15,3-13 1 0,1 2 0 0,-1-8 1 0,3-3-16 0,-3-3 0 0,0-3 1 16</inkml:trace>
  <inkml:trace contextRef="#ctx1" brushRef="#br0" timeOffset="37702.24">9009 11420 1746 0,'0'0'0'0,"0"0"0"0,0 0 0 0,59-8 0 16,-18 2 1-16,-4 3 0 0,-1 3 0 0,9 0 0 16,-9-8 1-16,9 5-1 0,5-2 2 0,-8-1-8 15,-9-5 2-15,3 0-2 0,12 0 2 16,-12-3-5-16,-5-3 1 0,0 3 0 0</inkml:trace>
  <inkml:trace contextRef="#ctx1" brushRef="#br0" timeOffset="37921.96">9891 10793 1545 0,'0'0'0'0,"0"0"3"0,8 39 0 0,-2-19 1 16,-6 7 0-16,-6 21 32 15,3 2 0-15,3 6 0 0,-5-1 0 0,5-2 84 0,0-2 1 0,5 1 0 16,-5-1 1-16,0-7-95 0,9-8 1 0,-4-2-1 15,-5 2 1-15,12-11-6 0,1-5 1 16,7-6-1-16,-6 8 2 0,-11-8-31 0,-3-6 0 0,0-2 0 0</inkml:trace>
  <inkml:trace contextRef="#ctx1" brushRef="#br0" timeOffset="38185.35">10681 10604 1494 0,'0'0'0'0,"0"0"0"15,33 52 0-15,-16-7 1 0,-3-9 2 0,0-5-1 0,0 19 0 0,0-14 16 0,-12-2 0 16,4 8 0-16,0 19 1 0,-12-8 69 0,-2-6 0 15,-4 15 1-15,4-4 0 0,-6-2-36 0,-8 2 1 16,-3-2 0-16,-3 3 0 0,-6-9-10 0,1-9 1 16,-9 7 0-16,-8 19-1 0,5-9-11 0,0 1 1 0,4 5-2 15</inkml:trace>
  <inkml:trace contextRef="#ctx1" brushRef="#br0" timeOffset="39749.51">2719 14257 12 0,'0'0'0'15,"0"0"0"-15,0 0 0 0,0 0 164 0,36 0 0 16,-22 0-1-16,3 5 2 0,3 1-47 0,-6-3 1 16,8 0 0-16,9-1 0 0,10-4-31 0,-1-1 0 15,1 3 1-15,4-6 0 0,0 1-26 0,-3 2 3 16,-3 3-1-16,8-9 0 0,-2-2-25 0,-9 3 2 0,-5 0-1 16,5-1 1-16,-8 1-18 0,-6 8 2 0,1-6-1 15,-1-5 1-15,-3 3-11 0,-10-1 2 0,-6-4 0 16</inkml:trace>
  <inkml:trace contextRef="#ctx1" brushRef="#br0" timeOffset="39938.56">2967 13833 375 0,'0'0'0'0,"0"0"0"0,0 0 0 16,0 0 170-16,0 0 0 0,0 0 0 0,0 0 0 15,0 0-102-15,0 0-1 0,0 0 0 0,0 0 2 0,6 28 21 16,8-25-1-16,3-3 1 0,25 0 1 0,11-8-26 15,2-6 1-15,-7-6 1 16,8 15-1-16,2-7-26 0,-5-2 1 0,12 3-1 0,-1 11 0 0,3-11-24 16,-3-3 0-16,3 6 0 0</inkml:trace>
  <inkml:trace contextRef="#ctx1" brushRef="#br0" timeOffset="44062.04">7591 11938 12 0,'0'0'0'16,"0"0"0"-16,0 0 0 0,0 0 3 0,0 0 2 15,0 0-1-15,0 0 1 0,0 0 59 0,0 0 0 16,0 0 0-16,0 0 1 0,0 0 240 0,0 0 0 16,0 0 0-16,0 0 1 0,28 34-290 0,-17-20 1 0,1 0 0 15,4 5 1-15,7 9-18 0,-1 3 1 0,-2-6 0 16,-4 0 0-16,-2-11 32 0,0 2 0 16,0 4-1-16,3-3 2 0,2 2-2 0,-5 4 1 15,3-10-1-15,3 10 2 0,2-1-25 0,-5-2 0 16,2-7 0-16,4 18 0 0,-1-9 6 0,-8-2-1 0,8-3 1 15,3 8-1-15,0-9-7 0,-8-7 1 0,-3 2-1 16,8 0 0-16,1 0 1 0,-4-5 0 0,4 2 0 16,7 3 0-16,-7-2 3 0,5-7 1 0,-1 7 0 15,-4 2 0-15,7-5-7 0,-2-6 0 0,-2 5 0 0,7 1 0 16,-8-1-3-16,0-2 2 0,6 3-1 0,-3 2 1 16,3-5-3-16,-4-3 1 0,4 3-1 0,5 5 1 0,-5-2 3 15,3-12-1-15,2 0 1 0,3 6 0 0,-3-5 3 16,0-4 0-16,1 1 0 0,13 8 1 0,-5-3 1 15,-9-8 1-15,6 3-1 0,2 2 2 0,1-2 20 16,-9-1 1-16,3 4-1 0,9 8 1 0,-12-3-10 16,0-9 1-16,1 7-1 0,7 2 2 0,1-6-13 0,-9 3 2 15,3-2-1-15,3 13 1 0,0-8-6 0,-3-3 0 16,3-2-1-16,3 10 2 0,-4-5 5 0,-4-5 0 16,2 5 1-16,-3 11 0 0,6-8-5 0,-6-6 0 15,1 0 0-15,2 9 0 0,5-6-3 0,-2-6-1 16,-6 3 1-16,9 9 0 0,-9-9-3 0,1-5 2 15,-1-1 0-15,8 9-1 0,-2-5-1 0,3-4-1 0,0 1 0 16,5 11 2-16,0-6-13 0,-5 3 0 0,5 0 0 16,9 3 2-16,-6-6 2 0,-9-3 2 0,6 1 0 15,9 8-1-15,-9-9 5 0,1-5 0 0,2 8-1 16,2 11 1-16,4-8-6 0,-9-5 0 0,-2 2 0 16,7 11 0-16,-2-8 1 0,3-8 1 0,-8 0-1 15,2 13 0-15,-3-10 1 0,-2-6 1 0,5-3-1 0,3 3 1 16,6-1 1-16,-9-4 0 0,0 2 0 0,3 14 1 15,-2-6-4-15,-1-5 2 0,0-3-1 0,11 3 1 16,-5-6 1-16,-8 3 0 0,2 0 0 0,9-2 0 16,-4-4 0-16,-10 1 0 0,14-1 0 0,-1 1 1 0,-5 2-1 15,-5 3 0-15,2 3 0 0,3-3 0 0,-3 0 0 16,-2 0 0-16,2-3 0 16,6-2 0-16,-6 2 0 0,-6 3 0 0,7-3 0 0,-4-8 0 0,3 6 0 15,-5 10 1-15,5-5 0 16,6-8 0-16,-11 3-1 0,-3 2 0 0,5 3 0 15,9 0 0-15,-6-8-1 0,-5 0 0 0,5-4 0 16,9 10 1-16,-6-7 1 0,-12-2 0 0,12 0 0 0,0 11 1 0,-5-14-2 0,-3 9 0 16,5 2 0-16,3 6 0 0,-3 0-2 0,-11-3 2 15,9-8 0-15,-4 8 0 0,-2-11 0 0,3 0 0 16,-6 2 0-16,11 1 2 0,0 3 8 0,-11-7 0 16,9-1 0-16,5-4 0 0,3 6-10 0,-3 5 0 15,0-2 0-15,11-11 0 0,-8 2 0 0,2-5 0 0,9 0 0 16,0 8 0-16,-3-6 11 0,-5-5 2 0,8-3-2 15,5 20 1-15,-5-14-12 0,-2 0 1 0,2-1 0 16,5 15 0-16,-5-11 1 0,-6-9-1 0,6 0 0 16,6 6 1-16,0 5-1 0,-6-2 1 0,5-6 0 15,9 3 0-15,-8-9-1 0,-1 0 0 0,1 6 0 16,10 3 0-16,-4-8 0 0,-12 2 1 0,11 0-1 16,11 11 0-16,-3-5 0 0,-13-6 0 0,8 6 0 15,5-14 0-15,-5 0 0 0,-14 8 0 0,11-5 1 0,3-4-1 16,-2 12-1-16,-4-5 1 0,3-9 0 15,17 3 0-15,-11-3 27 0,-6 3 0 0,5-6 0 0,10 11 0 16,-13 1-28-16,-1-1 0 0,10-2 0 0,3-1 0 0,-8 4 1 16,-6-1 1-16,-3-11-1 0,6-2 1 0,0-6-2 15,-3 0 1-15,9 8-1 0,-1 11 1 0,-5-8-1 16,-8-2 0-16,2 5 0 0,6-1 1 0,-3 1-1 16,-5-6 1-16,8-2-1 0,-6-9 2 0,3 0-2 15,-3 3 0-15,9 0 0 0,-3 6 1 0,-8-4-1 0,-1 6 0 16,-5-2 0-16,6-6 1 0,-1 3-1 0,-13 8 0 15,5-14 0-15,11-6 0 0,-11-10 0 0,-5 10 0 16,0 1 0-16,-1 5 0 0,-5 3 0 0,-5 2 0 16,5-13 0-16,-3 0 1 0,-5 0-1 0,-3 8 0 15,2-17 0-15,1 6 1 0,-1 3-1 0,-2 5 0 0,-8 3 0 16,13-11 0-16,-8 0 0 16,-5 6 0-16,-4-23 0 0,7 6 0 0,-7 0 0 0,-4 5 0 0,-1 3 0 15,-3-2 0-15,-2-4 0 0,-4-4 0 0,-2-4 0 16,0 14 0-16,0-5 8 0,3 2 1 0,-6 12 0 15,-3 7 0-15,-2-4 4 16,-3 2 1-16,0-6-1 0,-3-7 1 0,-6-4-5 16,3 12 0-16,3-1 0 0,0 3 1 0,-3 4-1 15,-2 1 1-15,-4 1-1 0,-4-14 1 0,4 11-7 0,-5-2 1 0,6-1-1 16,-6 9 0-16,0-9-3 0,0 0 0 0,0 9 0 0,-3 3 0 16,-2-4-2-16,2 4 1 0,-5 8 0 0,-3-9 0 15,2 9-8-15,1 5 0 0,-3 4 0 0,0-1 1 16,0-8-21-16,-9 2 1 0,-2 9-1 0,-3 3 0 0,-3-3 17 15,3 0 0-15,-6 3-1 0,-2-6 1 0,2 6 5 16,0 8 2-16,-5 0-2 0,3 0 1 0,5 3 1 16,-3 0 0-16,1 8 1 0,-4-8-1 0,-5 6 3 15,-3-1 1-15,-5 1-1 0,-3 2 1 0,2-3 8 0,7 7 1 16,-1 1 0-16,-6 1 1 0,7 3-10 0,2 2 1 16,-6 12 0-16,-5-12 0 0,2 4-1 0,1 2 0 15,-14-9 0-15,-6 9 0 0,3 9 1 0,11-1 0 16,0-3 0-16,-12-2 0 0,10 8-2 15,5-2 2-15,-9-1 0 0,-8-8 0 0,-5 0 0 0,7 6 0 0,4-4 0 16,-6 4 0-16,9 0 0 0,5 2 0 0,-3-5 0 16,-5 8 0-16,-9-3 9 0,3-2 1 0,-6 5 1 15,4 0-1-15,2 3-9 0,8-3 1 0,1 6 0 16,2-3 1-16,0-9-3 0,-8 7 1 0,-3-4 0 16,-5 9 0-16,5-1-1 0,8-2 1 0,-2 0-1 15,2 11 1-15,3-5-1 0,3-1 0 0,-8-2 0 16,-3-3 1-16,-3-8-1 0,3-4 0 0,3 7 0 0,2 24 0 15,6-13-1-15,8-4 1 0,4-2 0 0,2 14 0 16,-6-11-1-16,0-6 1 0,1 0 0 0,-6 3 0 16,5-3 0-16,9-2 0 0,5-4 0 0,-5 9 0 0,0 3 2 15,11-9 1-15,-3 3-1 0,5 6 0 16,10-3-3 0,4 0 0-16,9-14 1 0,3 0 0 0,6 3 0 0,-4-3 0 0,-2 0 0 0,8 0 0 15,-2 0 0-15,2 0 0 0,0 5 0 0,0-5-1 16,3 0 1-16,0 0 0 0,0 0 0 0,0 0 0 0,0 0 0 15,0 0 0-15,0-8 0 0,14-6 0 0,0-5 0 16,-3 2 0-16,14-14 0 0,-2-5 1 0,-1-3 0 31,-5 5 0-31,2 15 0 0,4-9 5 0,-9 0-1 16,8-2 1-16,3 10 0 0,0-11 17 0,-3 4 1 0,1 4-1 16,2 4 1-16,0-6-12 0,-8 5 2 0,11-2-1 0,-6 2 1 0,-2 1-9 0,-4 8 1 15,1 0-1-15,3 2 2 0,-12 1-7 0,0-3 1 16,1 8 0-16,-7 3 1 0,1 0-11 0,-3 0 1 15,0 0 0-15,0 0 0 0,0 0 1 0,0 0 1 16,0 0-1-16,-8 3 0 0,-9 8 1 0,-2 0 2 0,-4 8-1 16,-21 18 1-16,-7 5 2 0,1-6 1 0,8-3-1 15,6 3 1-15,3 1 5 0,-4-15 0 0,12 6 1 16,0 11-1-16,-8-11 1 0,7 0-1 0,4-1 1 16,3 10 0-16,5-18-1 0,0 6 0 0,3 3-1 15,-3-8 2-15,2 7-7 0,10-7 1 0,4 5-2 16,10-14 2-16,-10 9 0 0,4-6 0 15,8 0 0-15,3-6 0 0,11 3 0 0,-1-8 1 0,1 2-1 16,17 1 1-16,5 2 0 0,-2-2 0 0,2 2 0 0,6 1 0 16,2 10-2-16,-13-2 2 0,-9 2 0 0</inkml:trace>
  <inkml:trace contextRef="#ctx1" brushRef="#br0" timeOffset="45389.01">4840 13106 452 0,'0'0'0'16,"0"0"0"-16,0 0 0 0,0 0 113 0,0 0 2 0,0 0-2 0,0 0 1 15,0 0 11-15,0 0-1 0,-11 28 1 0,-6 5 0 16,-19 9-102-16,-1 17 1 0,1 2-1 0,8 3 1 15,3 0 32-15,-3 0 1 0,6 9 0 0,0 10 1 0,-6-5-20 16,0-8 1-16,-3 0-1 0,3-1 2 0,6-2-7 16,5-6 1-16,-2-5 0 0,2-3 0 0,6-6-10 15,2-8-1-15,7-2 1 0,2 13 1 0,0-17-1 16,2-10 1-16,7-1 0 0,2 3-1 0,-3-8-2 0,-5-15-1 16,8 1 0-16,12 3 1 0,4-6-1 0,-4-6 0 15,-1-5 1-15,17-8 0 0,3-18-4 0,-11 1 1 16,2 0-1-16,6 0 1 0,-2-3 4 0,-1 2 0 15,-5 1 1-15,2-6-1 0,-8 6-7 0,-5 3 1 16,2-1-1-16,-8 9 0 0,0-3 5 0,-6-2-1 0,-8-1 0 16,0 14 0-16,-8-5 3 0,-3 0-1 0,0 5 1 15,-3 11-1-15,-9-2-11 0,1 3 2 0,2-7-1 16,-24 24 0-16,-1-7-5 0,3-2 1 0,-2 2 0 16,7 23 0-16,-5-14-5 0,6-3 1 0,6 3 1 15,2 9-1-15,2-9-1 0,4-6-1 0,8 0 0 16,9 9 2-16,-1-6-16 0,6-2 1 0,6 2 0 15</inkml:trace>
  <inkml:trace contextRef="#ctx1" brushRef="#br0" timeOffset="46115.18">5716 14023 815 0,'0'0'0'16,"0"0"0"-16,0 0 0 0,0 0 10 0,0 0 2 15,0 0-1-15,0 0 0 0,31 33 32 0,-23-30 1 16,3 0-1-16,6 0 1 0,11-1-1 0,3 1-1 16,-1 0 1-16,18-3 1 0,-1-3 108 0,1-2 2 15,-4-4-1-15,1 1 0 0,5 5-112 0,-11 0 0 0,9-5 1 16,-4 5-1-16,-7-2 0 0,-1-7-1 0,0 4 1 16,3 8-1-16,-5-11-19 0,-12-3 2 0,0-3-1 15,4 17 1-15,-7-5-12 0,-11-4 0 0,1 7 0 16</inkml:trace>
  <inkml:trace contextRef="#ctx1" brushRef="#br0" timeOffset="46335.53">6207 13647 1557 0,'0'0'0'0,"0"0"0"0,0 0 0 0,20 30-3 16,-17-13 0-16,2 8 1 0,1 17 0 0,2 2 3 15,-8-5 1-15,3 3 1 0,3 8-1 0,-6-8 117 16,0-3 0-16,0 6 0 0,8 2 0 0,-3 1-86 16,1-12 1-16,2 0 0 0,6 11-1 0,-5-5-2 0,-1-3 0 15,-2-3 0-15,-6 23 1 0,-11-6-24 0,2-22 0 16,1-15-1-16</inkml:trace>
  <inkml:trace contextRef="#ctx1" brushRef="#br0" timeOffset="57718.12">7483 12930 12 0,'0'0'0'0,"0"0"0"16,0 0 0-16,0 0 2 15,0 0 0-15,-14 39 1 0,8-14-1 0,-5 3 107 0,-3 3 0 0,0 5-1 0,0 12 1 16,-3-4 64-16,3 1 0 0,-5 2 0 0,5 9 0 16,5 2-148-16,1 4 1 0,0 7 0 0,-6 7 0 15,5-7 52-15,-2-7 2 0,8 7 0 0,-2 6-1 16,-1-2-20-16,-2-9 0 0,5 8 1 0,3 1-1 0,0-12-24 15,9-5 0-15,-1 0-1 16,6 16 2-16,0-11 8 0,0-22 0 0,-6 3 0 0,9 3 1 0,2-12-3 16,-5-5 2-16,-5-3 0 0,7 9 0 0,4-12-19 15,-6-8 2 1,0-3-1-16,3 3 1 0,-3 3 0 0,-9-6 0 16,4 0 0-16,-1-8 0 0,0 0 4 0,-2-1 2 15,-3 1-1-15,2 0 1 0,1 0 3 0,-3 0 0 0,2-3 0 0,-5 0-1 0,0 0-19 0,0 0 0 16,0 0 0-1,0 0 0-15,0 0-9 0,0 0 1 0,0-3 0 0,6-3 0 0,5-2-6 0,8-6 0 16,4 3 0-16,-4-14 1 0,4 0-4 0,-7-12 1 16,-2-4 0-16,0 7 0 0,-5-16-18 0,-4-6 0 15,-5 56-2119-15</inkml:trace>
  <inkml:trace contextRef="#ctx1" brushRef="#br0" timeOffset="58049.13">8105 13117 1243 0,'0'0'0'0,"0"0"0"0,0 0 0 0,0 0 5 16,0 0 1-16,-3 36 0 0,3-11 0 0,-8 6-15 16,2 14 0-1,1 5 1-15,2 0-1 0,-3-3 43 0,1 9 2 0,2-3-1 0,3 6 1 0,0-7 29 0,-9-10 1 32,9 6-1-32,0 10 2 0,0-19 1 0,-5-3 2 0,-1 1-2 0,6 7 2 0,-3-8-13 0,-5-8 1 31,5 11-1-31,6-5 2 0,0-12-22 0,-3 0 0 0,0-2 0 15,5-3 1-15,-2-9-25 0,3-2 2 0,-6-1 0 0,0-2-1 0,0 0-18 16,0-3-1-16,0-3 1 16</inkml:trace>
  <inkml:trace contextRef="#ctx1" brushRef="#br0" timeOffset="58441.09">8496 13178 1218 0,'0'0'0'0,"0"0"0"0,0 0 0 16,0 0 6-16,39 14-1 0,-25-14 1 15,0 3 0-15,-1 5 26 0,1-8 2 0,0 0 0 0,11 6-1 16,9 2 94-16,2-8 1 0,-5 0-1 0,8 0 1 16,3-8-87-16,-11 2 2 15,5-10-2-15,6 7 2 0,-6-2-12 0,-5-8 2 0,2 8-2 0,-2 8 2 0,-3-6 36 16,-11 4 1-16,2 2 0 0,-2 6-1 0,-3-3-44 15,-9-3 1-15,-2-2 0 0,3 10-1 0,-6 1-6 16,0-4 2 0,0-2-2-16,-6 6 1 0,3 2-3 0,1 6 1 0,-1-5-1 0,-20 32 0 0,1 12-9 0,-6 9 1 31,6-9 0-31,0-6 0 0,2-5-4 0,3 2 0 16,-2 1 1-16,8 11 0 0,-3-14-4 0,-9-1 1 15,4 7 1-15,2 7-1 0,3-13-1 0,-8-6 0 16,8 6 1-16,0 6-1 0,0-1-2 0,-3-11 1 15,3-5 0-15,9 2 0 0,-1-8-1 0,3 1 0 0,-2-7 0 16,5 3 0-16,0-2-9 0,-3-9 1 0,3 0 1 16,0 0-1-16,0-5 1 0,0-3 1 0,0-1 0 15,8 1 0-15,-5-3-37 0,-3 0 2 0,0 0-1 16</inkml:trace>
  <inkml:trace contextRef="#ctx1" brushRef="#br0" timeOffset="58674.12">8671 13708 1306 0,'0'0'0'0,"0"0"0"0,0 0 0 0,45-22 18 16,-31 8 1-16,3 2-1 0,11 10 1 0,-6-7 26 0,-3 1 1 15,7 2 0-15,7 4 0 0,-2-1 74 0,-3-3 1 16,2 1 0-16,12 5 0 0,3 0-65 15,-9 0 2-15,-5-6-1 0,11 3 0 0,-6 3-23 16,0 9 1-16,-5-7-1 0,11 4 1 0,-12-6-15 16,-7-6 1-16,8-2-1 0</inkml:trace>
  <inkml:trace contextRef="#ctx1" brushRef="#br0" timeOffset="59169.1">9746 13842 288 0,'0'0'0'0,"0"0"0"16,0 0 0-16,28 2 92 0,-6-2 1 0,-3 0-1 16,7 12 1-16,15-12 6 0,-1 2 1 0,1 1-1 15,1 5 0-15,-3-8-26 0,-2 0 1 0,-1 0 1 16,0 12-1-16,0-15-10 0,1-6 1 15,-7 1 0-15,4 8 0 0,-9-5-23 0,-3-7 1 0,-2 1 0 16,2 11 1-16,-13-8-35 0,-4 0 1 0,-5-1-1 16</inkml:trace>
  <inkml:trace contextRef="#ctx1" brushRef="#br0" timeOffset="59334.13">10111 13438 1155 0,'0'0'0'0,"0"8"0"0,-3 3 0 16,-2 6 24-16,5 2 1 0,5 6-1 0,-2 12 1 16,-3-1 31-16,0 0 0 0,0-3 0 0,-3 20 2 0,3-8 29 15,0-6 2-15,-8 8-2 0,3 15 2 0,-1-18-44 16,3 1 0-16,12 8 0 0,-4 5-1 0,3-7-6 16,1-4-1-16,5-3 0 0</inkml:trace>
  <inkml:trace contextRef="#ctx1" brushRef="#br0" timeOffset="59978.71">10979 13053 1269 0,'0'0'0'0,"0"0"0"0,0 0 0 0,0 0 9 0,0 0 1 15,0 0-1-15,0 0 1 0,0 0 44 0,0 0 1 16,0 0 0-16,0 0 0 0,0 0 1 0,-8 42 1 16,-1-20 0-16,-10 39 0 0,-6 15-24 0,-3-4 1 0,11 1-2 15,12-4 2-15,-4-5 12 0,-2-5 1 0,3-1-1 16,5 12 1-16,-3-14-10 0,1-9 1 0,5 0 1 16,8 18-1-16,-2-24-13 0,-1-7 2 0,4 2 0 15,18-3 0-15,-10-10-2 0,3-6 0 0,-4-6-1 16,12-9 2-16,-11 1-3 0,3-3 0 0,-4-5 0 15,12-6 0-15,0-1 1 0,-5-10 0 0,-10-3 1 0,10 3 0 16,-9-6-4-16,-6-3 2 0,-8-2-2 0,9 5 1 16,-9-3 19-16,-9 1-1 0,1-7 1 15,-3 12-1-15,-1 0-24 0,-7 3-1 0,2 11 1 0,3 8 1 0,0 0-10 16,-5-2 0-16,5-1 1 0,11 6 0 0,-5 0-8 16,2 0 0-16,3 0 0 0</inkml:trace>
  <inkml:trace contextRef="#ctx1" brushRef="#br0" timeOffset="60415.51">11933 12922 1897 0,'0'0'0'0,"0"0"0"0,0 0 0 16,0 47 7-16,0-19 0 0,0 6-1 0,-5 19 2 16,2 0 31-16,-5 0 1 0,2 13-1 0,-8 7 0 15,6-1-3-15,-1-2 0 0,4 2 0 0,5 4 0 16,-6-18 2-16,4-10 1 0,2 7 0 0,-6 15 0 16,12-14-6-16,-4-12 2 0,9 6 0 0,-2 1 0 0,8-7-12 15,2-8 1-15,-5-2 0 0,8-1-1 0,1-8-5 16,-1-8 0-16,-2 5 0 0,2 9 1 0,-5-11-12 15,-3-9 1-15,2 0-2 0,-2-3 2 0,-8-8-38 16,-6-5 1-16,0-4 0 0</inkml:trace>
  <inkml:trace contextRef="#ctx1" brushRef="#br0" timeOffset="60636.05">12274 13783 1218 0,'0'0'0'0,"0"0"0"15,0 0 0-15,45-5 56 0,-23-4 2 0,0-2-1 16,9 3 0-16,2-6 8 0,-2-3 1 0,0 6-1 16,5 8 2-16,6-5-36 0,-3-1 0 0,3 7 1 15,-6 2 0-15,6-9-18 0,-3 4 0 0,-3 2 1 16</inkml:trace>
  <inkml:trace contextRef="#ctx1" brushRef="#br0" timeOffset="61043.2">12983 13279 464 0,'0'0'0'0,"0"0"0"16,44-25 0-16,-16 8 253 0,-5 0-1 0,-1 6 1 16,0 5 0-16,-8-13-221 0,3 2-1 0,2 6 0 0,4 11 2 0,-1 0 6 0,-5 0 1 15,2 3-1-15,4 8 0 0,13 3 33 0,-8 5 1 16,-6 1 0-16,-8 16 0 16,0 3-32-16,-3-3 2 0,0 1-2 0,-8 2 2 0,3 5 4 0,-6-2 0 0,-6 3 0 15,-2 5 1-15,-6-8-20 0,0-6 1 0,-3-8-1 16,-13 11 1-16,-4-14-12 0,3 0 0 0,-5-3 0 15,3 3 1-15,-1-2-7 0,6-12 0 0,-2 0 0 16,2 6 0-16,-3-6-2 0,11-11 1 0,1-9-1 16,8 12 2-16,0-3-11 0,8-8 1 0,3-3-1 15,0 8 1-15,0-6-1 0,0 4 1 0,0-3-1 16,8-4 1-16,6-2 0 0,8-2 1 0,-2 7 0 16,19-5 0-16,3-5 3 0,-9 2 2 0,1 3 0 0,-3 14 0 15,-1-5 0-15,4-1 2 0,2 6 0 0,3 14 0 16,-3-3 7-16,-2-8 1 0,2 8-1 0,0 3 0 15,-2-6-5-15,-6-5-1 0,5 8 0 0,-2 1 0 0,-3-4-7 16,-6-8 2-16,-5-6-2 0</inkml:trace>
  <inkml:trace contextRef="#ctx1" brushRef="#br0" timeOffset="61306.84">13728 12766 1306 0,'0'0'0'15,"0"0"0"-15,36 22 0 0,-14-2 79 0,1 5 1 0,-1 8 0 16,6 4 1-16,-6-7-5 0,-8 4 1 0,9 5 0 16,-1 16 0-16,-5-4-31 0,-6-4 0 0,-3 11 0 15,6 4 1-15,0 13 52 0,-14-11 1 0,0 0 0 16,0 9 0-16,-8-18-70 0,-3-7 1 0,-6-1 0 15,-6 17 0-15,1-14-11 0,-11-2 2 0,-6 2-1 16,-3 17 0-16,-3-6-6 16,-11-14 0-16,-5-13 1 0</inkml:trace>
  <inkml:trace contextRef="#ctx1" brushRef="#br0" timeOffset="61999.75">14495 12535 929 0,'0'0'0'31,"0"0"0"-31,0 0 0 0,0 0 22 0,0 0 2 0,20 28-2 16,-12-3 2-16,6 11 55 0,0 6 1 0,-6 8 0 15,6 28 1-15,9 3-21 0,-9-3 1 0,2 3-1 0,4 2 2 0,-6-5-2 0,3-5 0 16,-3-7 0-16,-1 10 0 0,1-1 65 0,-5-3-1 15,-4 4 1-15,4 2-1 0,-1-11-74 0,-8-15 0 16,-8-1 0-16,8 10 0 0,-9-16-7 0,4-6 1 0,-9 2-2 16,0-2 2-16,0-2-20 0,-3-4 0 15,-2 0 0-15,2-2 1 0,3 0-12 0,-6-9 2 0,9-2-2 16,-3 10 2-16,6-7-12 0,2-10 0 0,1-7 1 16,2 5 0-16,-3 0-4 0,6-11 0 0,0-5 0 15,0 5 0-15,0 0-1 0,0 0 1 0,6 0-1 16</inkml:trace>
  <inkml:trace contextRef="#ctx1" brushRef="#br0" timeOffset="62424.33">15600 12490 1733 0,'0'0'0'0,"0"0"0"16,0 0 0-16,-28 56 29 0,9-20 2 0,-4 3-1 16,-2 11 0-16,-3 3 24 0,1 8 0 0,4 12 0 15,4 22 1-15,2-17-19 0,-3-3 0 0,6 3 0 16,6 6 0 0,0-12-23-16,-1-2 1 0,9 2-1 0,3 9 0 15,8-14 9-15,-2-11 0 0,5-1 1 0,0-2-1 16,2-14 23-16,-2-3 0 0,0-5 0 0,11 5 1 15,0-8-18-15,-2-8 0 0,-1-4 0 0,0 7 1 16,1-9-9-16,-1-9 1 0,0 1-1 0,1-3 0 16,2 2-8-16,0-10 2 0,-3-4-2 0</inkml:trace>
  <inkml:trace contextRef="#ctx1" brushRef="#br0" timeOffset="62633.27">15952 13527 1470 0,'0'0'0'0,"0"0"0"16,45-17 0-16,-9 6 66 0,0 3 0 0,0-1 0 15,1-2 2-15,2 8-48 0,-6 3 1 0,3-5-1 16,-2-4 2-16,2 9-16 0,-8 0 1 0,0-5 0 15</inkml:trace>
  <inkml:trace contextRef="#ctx1" brushRef="#br0" timeOffset="62876.02">16663 12883 1231 0,'0'0'0'0,"0"0"0"0,17 28 0 0,-8 5 30 16,-9 6 1-16,2 0 0 0,4 17 0 0,-3-9 51 15,0-5 1-15,-1 0 0 0,4 17 0 0,-1-9-2 0,-2-14 1 16,3 11 0-16,5-5 0 0,0 0-34 0,-2-6 0 16,-4 0 0-16,9 6 2 0,-3-11-13 0,-2-6 1 15,2-8-1-15,-3 16 1 0,-8-16-32 0,-3-9 0 16,1 3 1-16</inkml:trace>
  <inkml:trace contextRef="#ctx1" brushRef="#br0" timeOffset="63224.28">17149 12415 1356 0,'0'0'0'15,"0"0"0"-15,22 56 0 0,-5-12 27 0,-3 4 0 0,6 5 0 0,-4-1 1 16,4 4 26-16,-9 5 1 0,9 4 0 0,7 18 0 16,-4-5 4-16,-9-14 2 0,0-2-2 0,-3 4 2 15,-6-10 13-15,1-3 1 0,-6 8 0 0,0 9 1 0,-6-3-19 16,1-8 1-16,-4 10 1 0,1 12-1 0,-9-22-23 15,3-15 0-15,-14-2-1 0,1 8 2 0,-4-11-12 16,0-3 1-16,-2 3-1 0,2-5 1 0,-2-4-5 16,7-4 1-16,4-1 0 0,0-6 0 0,2-2-9 15,6-3 2-15,3-3-2 0,6 0 2 0,-1-8-8 0,0 0 2 16,4 2 0-16,2-2 0 0,0-3-8 0,0 0 1 16,0 0 0-16</inkml:trace>
  <inkml:trace contextRef="#ctx1" brushRef="#br0" timeOffset="64084.58">2792 16651 375 0,'0'0'0'0,"0"0"0"0,0 0 0 0,0 0 143 0,0 0-1 16,42 16 1-16,-26-13 0 0,12 3-75 0,8-1 0 15,-5-2 1-15,11 0 0 0,-6 2 52 0,3-5-1 16,-8 0 0-16,3 3 1 0,-4-6 60 0,-2-5-1 16,0-3 1-16,11 5 0 0,3 1-183 0,-11-6 2 0,-3 5 0 15,-3 0 0-15,0-2-4 0,-8 0 1 0,2-3-2 16,3 2 2-16,-8-2-11 0,-11-3 2 0,-3 3 0 16</inkml:trace>
  <inkml:trace contextRef="#ctx1" brushRef="#br0" timeOffset="64274.62">2914 16291 552 0,'0'0'0'0,"0"0"0"0,0 0 0 0,0 0 67 16,0 0 1-16,0 0 0 0,37-31 0 0,-23 18-17 15,-3 1 0-15,8 7 1 0,18-6 0 0,-1-3 40 16,9 0 0-16,-1-6 0 0,6 20 1 0,4-14-32 15,1-2 2-15,7 2 0 0,-1 11 0 0,0 0-17 0,-2-5 0 16,5 5 0-16</inkml:trace>
  <inkml:trace contextRef="#ctx1" brushRef="#br0" timeOffset="64806.57">4366 15603 904 0,'0'0'0'0,"0"0"0"0,0 0 0 0,0 0 129 16,0 0 0-16,0 36 0 0,-6-19 1 0,0 11-57 16,4-1 1-16,-12 1 0 0,0 42 0 0,-9-9-22 15,1 1 0-15,0 13-1 0,-1 3 2 0,4 0 27 16,-3-6-1-16,8 4 1 0,5-1 0 0,1-3-48 15,2-8 2-15,6-13 0 0,6-1-1 0,2-14 23 16,1-8 1-16,5-3-1 0,2 3 0 0,9-6-32 0,-2-14 1 16,-1 1 0-16,14-6-1 0,-5-6-8 0,-3-6 0 15,3-7 0-15,5-4-1 0,0-2-2 0,-5-6 0 16,2-8-1-16,4 2 2 0,-7-2-5 0,-7 0 1 16,-4-3-1-16,-2 0 1 0,-11 3-2 0,-4 2 0 15,4 1 0-15,-6-3 0 0,-14 8-3 16,-3 8 1-16,-2 3-1 0,-4 4 2 0,1 7-2 0,-9 9-1 0,-2 0 1 15,2 2-1-15,0 6-4 0,-2 3 0 0,-3 0 0 16,-1-3 0-16,1-2-2 0,5-9 1 0,9 2 0 16,8-2-1-16,14 0-2188 0</inkml:trace>
  <inkml:trace contextRef="#ctx1" brushRef="#br0" timeOffset="65308.78">5351 16472 527 0,'0'0'0'0,"0"0"0"0,0 0 0 15,0 0 89-15,30 3 0 16,-13-3 0-16,11 0 1 0,3-3-62 0,2 3 0 0,3-5 0 0,3 5 0 0,3 0 49 15,3 0 2-15,0 0 0 0,-1 0-1 0,-2 5-6 16,0-2 1-16,3-6 0 0,-1-2 0 0,-7-4-68 16,-7-2 1-16,4 6 0 0,-4-4-1 0,-7-2-6 15,-4 0 1-15,-8-9-1 0</inkml:trace>
  <inkml:trace contextRef="#ctx1" brushRef="#br0" timeOffset="65544.66">5719 16038 1243 0,'0'0'0'0,"0"0"0"15,6 44 0-15,2-22 9 0,-3 1 0 0,-2 5 0 16,3 5 0-16,2 9 41 0,3 0 1 0,-8-6-1 16,3 8 2-16,-3 4 6 0,2-1 1 0,1 1-1 15,5 4 0-15,0-7 9 0,-8-6 0 0,2 3-1 16,1 8 1-16,-3-8-27 0,2-6-1 0,-2 0 0 15,-3 3 2-15,-3 3-16 16,3-8 2-16,-8-12-1 0</inkml:trace>
  <inkml:trace contextRef="#ctx1" brushRef="#br0" timeOffset="66374.87">6718 15656 276 0,'0'0'0'0,"0"0"0"0,0 36 0 16,-3-8 170-16,-2 0 2 0,5 8 0 0,0 25-1 16,-9-11-100-16,1-8 0 0,2 8-1 0,-2 9 1 15,8-12-54-15,-6-5 1 0,-2 11-1 0,2 0 1 0,12-3 43 16,-6-8 1-16,-8 0 0 16,16 0-1-16,-5-3-44 0,2-9 0 0,1-2 0 0,8 0 1 0,-6-6 12 15,1-8 2-15,5 0-1 0</inkml:trace>
  <inkml:trace contextRef="#ctx1" brushRef="#br0" timeOffset="66739.28">7058 15672 1520 0,'0'0'0'0,"0"0"0"15,0 0 0-15,45 0-2 0,-23 0 1 0,1 0-2 16,-4 3 2-16,6 0 22 16,3-6 0-16,-5 0-1 0,5-2 1 0,-1-1 15 0,-1-2 0 0,1 2 0 15,10 1 1-15,-9-6 0 0,-6 5 0 0,0 1 0 16,-5 2 0 0,3 0 1-16,-12 0 2 0,-3 0-2 0,-2 1 1 15,3 2-14-15,-1 2 0 0,-2 1-1 0,3 0 1 16,-6 0 24-16,0 0 2 0,0 8-1 0,-9 14 1 0,4 8-29 15,-1 1 1-15,3-1-1 0,-8 20 2 0,-5-8-12 16,2-6 0-16,0 0 1 0,5 8-1 0,1-5-6 0,-6-12 0 16,0 12 1-16,-3 6 0 0,3 2-7 0,0-8 0 15,6-3 0-15,2-9 0 0,-2 6 0 0,2-2 0 16,6-6 0-16,0 0 0 0,-5-9 0 0,2 6 1 16,6-8-1-16,2 5 1 0,-5-8-1 0,0-8 0 15,0 5 0-15,6-6 0 0,-6-2-21 0,3 0 1 16,-3 3-1-16</inkml:trace>
  <inkml:trace contextRef="#ctx1" brushRef="#br0" timeOffset="66928.86">7234 16071 841 0,'0'0'0'0,"0"0"0"0,0 0 0 16,0 0 58-16,28-8 1 0,-11 5-1 0,-3 3 2 15,8-3 3-15,0-5 0 0,-2-1 0 0,16 7 1 16,1-4-41-16,7-2-1 0,-5-4 1 0,6 12-1 16,2-5-10-16,-10 2 2 0,-1 6-1 0</inkml:trace>
  <inkml:trace contextRef="#ctx1" brushRef="#br0" timeOffset="67210.03">8119 15422 1180 0,'0'0'0'0,"0"0"0"16,-9 39 0-16,-4-11 6 0,4-1-1 0,-5 4 1 15,-3 28 1-15,-2-4 125 0,2-5 0 0,12 9 1 16,-4 8 0-16,-5-9-70 0,0-5 1 15,-2 6-1-15,10 8 1 0,-2-6-10 0,8-2 1 16,2-1 0-16,4-8 0 0,2 0-15 0,1-8 2 16,2 3-1-16,3 5 1 0,8-8-10 0,0-9 1 0,1-2-1 15,8 2 2-15,-1-10-10 0,-5 2-1 0,6-3 1 16,-3 11 0-16,3-5-11 0,-3-17 0 0,8-2 1 0</inkml:trace>
  <inkml:trace contextRef="#ctx1" brushRef="#br0" timeOffset="67933.63">8395 16071 414 0,'0'0'0'15,"0"0"0"-15,0 0 0 0,31 0 27 0,-20 0-1 16,0-8 1-16,3 16 0 0,6-8 79 0,-4 3 0 15,4 0 1-15,2 8 0 0,14-3-15 0,-5-5 1 16,0 5 0-16,2 6 0 0,4-3-90 0,-1-8 1 0,-5-3-1 16,-1 11 1-16,4-14 57 0,-4-8 2 0,-2 3 0 15</inkml:trace>
  <inkml:trace contextRef="#ctx1" brushRef="#br0" timeOffset="68147.78">8995 15483 1520 0,'0'0'0'0,"0"0"0"0,0 0 0 0,11 28-1 16,-8-17 0-16,5 3 0 0,6 33 0 0,0 17 1 15,0-2 0-15,0-9 0 0,0-3 1 0,-5-6 66 16,-1-5 0-16,3 17 1 0,6 3-1 0,-12-6-41 15,4-6 0-15,-4 6-1 0,4 0 1 0,-9-6-8 0,-11-8 1 16,2-5-1-16</inkml:trace>
  <inkml:trace contextRef="#ctx1" brushRef="#br0" timeOffset="68498.27">9503 15324 1231 0,'0'0'0'0,"0"0"0"0,0 0 0 0,0 0 32 0,17 39 1 16,-12-25-1-16,32 45 2 0,2 5 20 0,-3-6 0 15,-8 1-1-15,0-9 2 0,-3 3-25 0,0-14 0 16,-8 3 0-16,-3 11 0 0,-6-12 119 0,-2 1-1 16,-4 6 0-16,-4 16 0 0,-12 0-118 0,0-6 2 15,-3-5-1 1,-5 3 1-16,2-3-4 0,-2-11 1 0,-6 5-1 0,6-5 1 0,5-11-13 0,-3 2 1 16,6 3-2-16,6 0 2 0,0-13-30 0,-1-20 0 0,-5-3 0 15,6 2 1-15,8-2-1897 0</inkml:trace>
  <inkml:trace contextRef="#ctx1" brushRef="#br0" timeOffset="68788.86">10089 16202 527 0,'0'0'0'16,"0"0"0"-16,0 0 0 0,0 0 30 0,33 0 2 0,-21 0-2 15,13-3 1-15,14-5 29 0,11-3-1 0,0 2 1 16,0 9-1-16,-5-8 20 0,-9 0 1 0,3-4-1 0,3 4 1 15,-5 2-13-15,-7-2 2 0,4-6-1 0,-9 11 1 16,-3-8-69-16,-2-5 1 0,-6-1 0 0</inkml:trace>
  <inkml:trace contextRef="#ctx1" brushRef="#br0" timeOffset="68940.87">10371 15770 1557 0,'-6'3'0'0,"3"11"0"0,1 19 0 0,-1-13 3 0,-3-1 2 15,12 6-2-15,-6 14 2 0,0-5 79 0,0-4 0 16,3 9 0-16,8 17 2 0,-3-3-33 0,6 3 2 16,-6-3 0-16,6-6 0 0,9 0-27 0,-6-5 2 15,2 0-1-15</inkml:trace>
  <inkml:trace contextRef="#ctx1" brushRef="#br0" timeOffset="69590.38">11155 15235 866 0,'0'0'0'0,"0"0"0"15,0 0 0-15,0 0 65 0,0 0 1 0,-11 31 0 16,11-4 1-16,-11 18 28 0,-1 8 0 0,1 11 1 16,3 9 0-16,0-1 2 0,-1-5 1 0,4 3-2 15,-1 13 2-15,6-8-63 0,-3-8 0 16,3 3 0-16,9 5 0 0,-9-11 13 0,5-11 1 0,9-5 0 0,8-18 0 0,9-5-18 16,0-2 0-16,-3-12 1 0,2 0-1 0,-2-11-10 15,0 0 0-15,-3-6 0 0,3-5 0 0,0 0-4 16,-11 0 1-16,2 0-1 0,-2-9 1 0,-3-2-2 15,-5-3 1-15,-4 5-1 0,-5-13 1 0,-8-12-17 16,2 4 0-16,-2 4 0 0,-6 9 0 0,-3 1 0 16,-2-4 0-16,-4 9 0 0,1 13 1 0,-6-2 0 0,6 0 1 15,5 8-1-15,-3 9 2 16,6 10-4-16,6-4 1 0,2-4 0 0</inkml:trace>
  <inkml:trace contextRef="#ctx1" brushRef="#br0" timeOffset="70121.64">12012 15260 1017 0,'0'0'0'16,"0"0"0"-16,-14 42 0 0,0 0 16 0,0 2 0 15,-3 12-1-15,3 0 1 0,3-3 20 0,3 2 1 0,-1 9 0 16,-10 9 0-16,7-12 18 0,7-8 1 16,5 0-1-16,-6 8 1 0,12-10 36 0,2-12 2 0,3 2-1 15,6 1 0-15,3 3-49 0,-1-12 0 0,1-5 1 16,2-6 0-16,6 1-11 0,0-7 1 0,3-2-1 16,-9-3 1-16,6 1-6 0,-6-10 1 0,0 4-1 15,6-6 1-15,-11 3-30 0,-3-3 0 0,3-9 0 16</inkml:trace>
  <inkml:trace contextRef="#ctx1" brushRef="#br0" timeOffset="70719.61">12581 15636 1646 0,'0'0'0'0,"0"0"0"16,0 0 0-16,14-39 0 0,-3 17 0 0,0 0 0 15,-2 2 0-15,-7-2 10 0,4 2 1 0,2-8 0 16,1 9 1-16,2-3 22 0,-8-1 1 0,2 1 0 16,4 8 0-16,2 0-15 0,-3 0 1 0,0 6 1 15,-8 8-1-15,6-3-1 16,-6 0 1-16,8 1 0 0,-5 2 0 0,0 0 0 0,-3 0 1 0,0 0-1 16,3 0 0-16,2 0-2 0,4 0 1 0,-9 0 1 0,5 13-1 15,4 4-3-15,-1 8 1 0,-2 0-2 0,5 23 2 16,3 5-3-16,-3 0 0 0,-3-9-1 0,-8 1 1 15,0-3-1-15,0-6 2 0,-5 0 0 0,-4 6-1 0,-5-6 0 16,0-11 0-16,-2 3-1 16,-7 11 1-16,1-11 10 0,0-6 0 0,2 1 1 0,-11 4 0 0,4-7 9 15,4-9 1-15,1 3-2 0,2 3 2 0,4-9-17 16,-4-8 1-16,3-3-1 0,3 3 0 0,6-3-7 16,-3-2 1-16,8 2 0 0,-5-2 0 0,2-9-10 0,3 2-1 15,3-4 0-15,3-4 0 0,3-8-1 0,2 0 2 16,6 6-1-16,8 8 0 0,1-5-1 0,-4 2 1 15,1 6 0-15,8 5 0 0,5 1 15 0,-2-4 1 16,-3 4-2-16,8 13 2 0,-5-2-5 0,-1-6 0 16,4 5 1-16,2 12-1 0,0-14-4 0,-2-3 1 0,2 5-1 15,6 20 1-15,-6-19-12 0,-5-6 0 0,3 0 0 16,-4 6 0-16,-2-6-50 0,-6 5 0 0,-8 1 0 16</inkml:trace>
  <inkml:trace contextRef="#ctx1" brushRef="#br0" timeOffset="71094.61">13332 14965 1784 0,'0'0'0'0,"0"0"0"0,0 0 0 0,39 41-11 16,-17-15 0-16,-3 7 0 0,4 6 1 0,-6-3 10 16,2-2 0-16,3 7 0 0,1 15 0 0,-1-3 26 15,-2-3 0 1,-4 9 0-16,1 2-1 0,-3-2 12 0,-3-6 2 0,-2-3-2 0,-1 14 1 0,-2-22 47 16,-12-6 1-16,0 3 1 0,4 11-1 0,-18-14-42 0,3-8 0 15,-5 0 0-15,-6 14 0 0,6-12-9 0,-6-2 1 16,0 0-1-16,-3 0 1 0,9 3-9 0,2-9 0 15,4-2 0-15,-1-4 1 0,6-5 3 0,8-2 2 16,-5-6-2-16,2-3 2 0,6 0 6 16,0 0 1-16,0 0 1 0,0 0-1 0,0 0-24 0,0 0 0 0,0 0-1 15,0-3 1-15,8 0-10 0,6 0 0 0,-5 0 1 16</inkml:trace>
  <inkml:trace contextRef="#ctx1" brushRef="#br0" timeOffset="71881.1">3068 18389 12 0,'0'0'0'0,"0"0"0"16,45-5 0-16,22-6 289 0,-3 0 1 0,-6 2-1 15,-13 9 1-15,0 0-278 0,-3-3 1 0,-1 3-1 16,-7 3 0-16,-1-8 51 0,4-1 0 0,-1 3 0 16,14 6 1-16,-11-8 141 0,-3-4 2 0,-5-2-2 15,5 17 2-15,-2-12-209 0,-9-2 2 0,-3 2-1 16,3 12 1-16,-13-6-1 0,-7-9 1 0,-5 1 0 15</inkml:trace>
  <inkml:trace contextRef="#ctx1" brushRef="#br0" timeOffset="72098.13">3261 18041 1306 0,'0'0'0'0,"0"0"0"0,0 0 0 0,0 0-1 16,-31 0-1-16,31-8 1 0,0 8 0 0,0 0 81 15,0 0 1-15,0 3 0 0,5 2-1 0,4 3 6 16,-9-8-1-16,5-8 0 0,18 8 2 0,16-11-46 16,11 0 2-16,3-3-1 0,11 14 1 0,-8-11-10 0,-3-3-1 15,6 0 1-15,5 6 0 0,-6 2-17 0,-5-5 1 16,6 0-1-16,5 2 0 0,-5 9-32 0,-15-5 0 16,-7-6 0-16</inkml:trace>
  <inkml:trace contextRef="#ctx1" brushRef="#br0" timeOffset="72850.89">4717 17590 1695 0,'0'0'0'0,"0"0"0"0,0 0 0 16,0 0-21-16,0 0-1 0,0 0 1 0,-8 28 0 0,2-12 20 16,-2 4 1-16,-6 2 0 0,0 51 0 0,-8-4 27 15,2-2 0-15,9 3 0 0,5 8 1 0,-2-14 7 16,-6-11 3-16,6 5-3 0,10 4 2 0,-2-9 9 16,0-12 0-16,6 7 0 0,16-12 1 0,-5-11-6 15,3-3 2-15,-4-8-1 0,12-3 1 0,3-2-7 0,2-12 0 16,-2-3 0-16,5 1 0 0,1-6-13 0,-7-3 1 15,4-3-1-15,-3-2 2 0,-4-4-5 0,-4 4 1 16,-1 2 1-16,0 0-1 0,-8-8-5 0,0 0 0 16,-5-3-1-16,-4 9 2 0,-10-4-2 0,-1-2-1 15,-2 9 1-15,-1 5-1 0,-10-3-9 0,-3 0 1 0,-1 5-1 16,-2 12 1-16,-11-6-1 0,0-5 1 0,-1 8 0 16</inkml:trace>
  <inkml:trace contextRef="#ctx1" brushRef="#br0" timeOffset="73471">5850 17598 12 0,'0'0'0'0,"0"0"0"0,0 0 0 16,0 0 314-16,-8 31 1 0,2-20 0 0,-5 22 0 16,-9 20-265-16,4 3 2 0,2 0-1 15,5 11 0-15,4-14 29 0,5 2 0 0,-9 4-1 0,9 8 2 0,0-14-24 16,0-12 2-16,3 7-1 0,8 2 0 0,-2-3 7 15,5-10 0-15,-6-1 1 0,9 3-1 0,2-11-31 16,4-9 2-16,-1-2-1 0,0 11 1 0,-2-9-7 0,2-10 2 16,1-1-1-16,-7 0 0 0,-2-8-12 0,0-2 0 15,0-4 0-15,3 0 0 0,2-5-9 0,4-3 0 16,-9-5 0-16</inkml:trace>
  <inkml:trace contextRef="#ctx1" brushRef="#br0" timeOffset="73949.38">6316 17615 1583 0,'0'0'0'0,"0"0"0"15,0 0 0-15,42-25 19 0,-28 14 1 0,3 2-1 16,-1 9 1-16,4-3 38 0,-6-2 0 0,3 5-1 0,2 5 2 16,4 1-31-16,-1 0 0 0,-8-1 0 0,3 9 0 15,2 3 8-15,-5-1 0 0,-3 4 0 0,0 5-1 16,-11 0-3-16,0-3 0 0,0-2 1 0,0 8 0 0,-11 2-10 16,0-2 1-16,0-3-1 0,8 3 2 0,-5-5-7 15,-6-7 1-15,0 1 0 0,5 3 0 0,-2-4-3 16,8-7 1-16,3-4-2 0,0 9 2 0,0-3-6 15,0-5 2-15,0-3-1 0,14 2 0 0,-2 1 3 0,2-3 0 16,-1-3-1-16,24 2 1 0,13-4 1 0,-5-10-1 16,-1 1 1-16,-2 11 0 0,3-8-4 0,-1 8 0 15,1 0 1-15,-3 14 0 0,-6-11 12 0,-8-3 1 16,3 5-1-16,-9 20 1 0,0-11-12 0,-2-5-1 16,-6 2 1-16,-6 14-1 15,-8-6-6-15,-5-5 1 0,2 0 0 0,-11 14-1 0,-8-6-3 0,-6-5 0 0,-3 3 0 16,-11 16 0-16,-11-3-3 0,6-8 2 0,-1 0-1 15,-7 9 0-15,2-6-2 0,8-3 1 0,3-3 0 16,-3 0 0-16,1-8 0 0,7-3 1 0,4-2-1 16,8-4 0-16,5-7-1 0,-2-4 0 0,14-2 0 15,-1-4 0-15,6 1-1 0,3 0 0 0,3-3-1 16</inkml:trace>
  <inkml:trace contextRef="#ctx1" brushRef="#br0" timeOffset="74483.02">7636 18063 1381 0,'0'0'0'0,"0"0"0"0,0 0 0 0,36 9 4 15,-22-15 1-15,0 1-1 0,0 7 1 16,17 1 71-16,-3 0 2 0,5 0-2 0,23 11 1 0,3-12-32 16,-9-7 0-16,0-1 0 0,9 12 0 0,-1-12-4 15,-7-5 1-15,2-3-1 0,-3 3 1 16,0 0-17-16,-5-3-1 0,-1 3 1 0,-2 11 0 0,-5-6-22 16,-12-10 2-16,-3-1-2 0</inkml:trace>
  <inkml:trace contextRef="#ctx1" brushRef="#br0" timeOffset="74669.38">8169 17634 929 0,'0'0'0'16,"0"0"0"-16,0 0 0 0,28 42 65 0,-14-17 1 15,-3 0 0-15,14 31 0 0,-2 0 99 0,-15-9 1 0,0 9-1 16,6 13 1-16,-5-10-127 0,-4-14-1 0,1 2 0 15,2 14 1-15,6-13-16 0,-6-12-1 16,6 0 1-16,3-2 0 0,-3-9-11 0,0-9 2 0,-8-2-2 16</inkml:trace>
  <inkml:trace contextRef="#ctx1" brushRef="#br0" timeOffset="74937.8">9065 17378 1457 0,'0'0'0'0,"0"0"0"15,8 36 0-15,-2 9 19 0,2-3 0 0,-8-6 0 0,3 22 2 0,-3 4 36 0,0-4 0 16,0-2 0-16,6 8 2 0,-1-14-4 0,-2-5 1 15,2-1 0-15,-5 15 0 0,6-17-21 0,2-9 1 16,-5 6 0-16,3 8 0 0,-6-13-12 0,5-12 1 16,-5-2 0-16</inkml:trace>
  <inkml:trace contextRef="#ctx1" brushRef="#br0" timeOffset="75454.53">9584 17475 1281 0,'0'0'0'0,"0"0"0"0,42-16 0 0,-9-1 135 15,1 6 0-15,5 2 1 0,-6 9 0 0,-2-2-92 16,0-1 1-16,2 0 0 0,3 0-1 0,1-2-30 16,-7 5 1-16,1 0-1 0,-3 0 1 0,0-3-3 0,-6 0 0 15,-8 3 1-15,0 0 0 0,-6-5 6 0,1-1 0 16,-4 3 0-16,-5 6 1 0,3 0 0 0,3-3 0 15,-6 0 0-15,-6 0 0 0,3 0 4 0,3 3 1 16,-5 2-1-16,-4 6 1 0,-13 6-3 0,0 3 1 16,-6-1-1-16,-3 9 1 0,3 0-1 0,6-3 1 0,8 6-1 15,-5-1 1-15,7 12-7 0,7-6 2 0,-4 0-1 16,-2 6 1-16,3 6-2 0,5 2 0 0,-3-3-1 16,1 12 1-16,2-15 6 15,-2-8 1-15,10 3-1 0,-10 12 1 0,2-15-8 0,0-14 2 0,6 9-1 16,0 5 1-16,2-11-10 0,3-11-1 0,-8-3 1 0,0 3 1 15,0-5-6-15,0-7 0 0,0 1 1 0,0 0-1 16,-5-3-19-16,5 0 0 0,0 0 0 0,-3-3 0 16,-2 0-49-16,-1 1 1 0,3-1-1 0,-5-14 1 31,-6-8-23-31,-14-9 1 0,-11-2-1 0</inkml:trace>
  <inkml:trace contextRef="#ctx1" brushRef="#br0" timeOffset="75614.25">9606 17966 1369 0,'0'-3'0'0,"0"-2"0"0,6 5 0 0,11 0 4 0,2-6 1 16,3 3-1-16,9-8 1 0,14-6-5 0,5-2 1 15,-5-1 0-15,-4 6 0 0,-1 6 24 0,1 2-1 16,4 1 1-16,-3 5 0 0,-3-6 5 0,-6 1 0 16,4 2 1-16,-7-5 0 0,-7-6-28 0,-9 8 2 15,-12 0-2-15,-4 6 2 0,2 0-1226 0</inkml:trace>
  <inkml:trace contextRef="#ctx1" brushRef="#br0" timeOffset="76330.06">7271 17470 438 0,'0'0'0'0,"0"0"0"0,0 0 0 16,0 0 41-16,0 0 0 0,0 0 0 0,0 0 0 0,0 0-14 0,27 33 1 0,-18-22-1 16,13 17 1-16,0 9 121 0,1 2 1 0,5 8-1 0,0-2 1 15,-3-1-72-15,-6 9-1 0,4 3 1 0,-1 11 0 16,0-12-14-16,-8-7 1 0,-5 5 0 0,-1 11 0 16,-3-11 70-1,-5-14 1-15,0 0 0 0,-8 14-1 0,-3-3-84 0,0-8 0 0,-9-1 0 0,3 1 1 0,-5-3-19 31,8-11 2-31,0 0-1 0,-5 8 0 0,2-13-11 16,3-10-1-16,6 1 1 0,-1 3 0 0,4-11-22 0,5-6 1 16,0 0-1-16,-6 0 1 0,6 0-7 0,6 0 2 15,-1 0 0-15,4-20-1 0,5-22-2 0,2 1-1 16,-2 4 0-16,-5 4 0 0,-9 33-2107 0</inkml:trace>
  <inkml:trace contextRef="#ctx1" brushRef="#br0" timeOffset="77352.85">10834 17191 12 0,'0'0'0'0,"0"0"0"16,0 0 0-16,0 0 0 0,0 0 0 0,0 0 0 0,0 0 0 16,0 0 58-16,0 0 1 0,3 34-1 0,-9 10 1 15,-16 18 175-15,0-1-1 0,8-3 1 16,5 6-1-16,-5-5-181 0,3-3 0 0,3 13 0 16,5 7 1-16,-3-1 31 0,1-14 0 0,5 9 0 15,5 11 2-15,-5-17-10 0,0-17 1 0,6-2 1 0,11 5-1 16,-3-14-42-16,0-8 1 0,0 0 0 15,2 2 0-15,4-4-2 0,-9-10 1 0,9-2 0 0,-4-3 0 0,4-2 6 16,-6-7 1-16,0 4-1 0,-3 2 1 0,3-5-15 16,-3-3 0-16,-3 0 0 0,1 0 1 0,-1 0-7 15,-2 0 2-15,-1 0-2 0,4 0 1 0,5-5-9 0,-6-1-1 16,-5 0 0-16,8-7 2 0,3-7-10 0,-6 1 2 16,1 2 0-16</inkml:trace>
  <inkml:trace contextRef="#ctx1" brushRef="#br0" timeOffset="77556.89">11211 17969 1985 0,'0'0'0'0,"0"0"0"15,0 0 0-15,30 8-1 0,-16-16-1 0,0 8 1 16,6 0 1-16,11-3 3 0,-9-5 0 0,6 8 0 15,8 0 1-15,3-6-3 0,3-8 0 0,-6-3 0 16,3 12 0-16,3-6-1 0,-6-3 0 0,1-3 0 0,-7 9 1 16,1-4-1-16,-3-4 0 0,0-1 0 15</inkml:trace>
  <inkml:trace contextRef="#ctx1" brushRef="#br0" timeOffset="77758.47">11970 17450 1494 0,'0'0'0'15,"0"0"0"-15,0 0 0 0,0 45 1 0,0-26 1 16,0-2-1-16,5 33 1 0,-2 9 20 0,3-6 2 16,-3-3-2-16,-1 0 2 15,1-5 87-15,3-1 0 0,-6-5 0 0,2 17 0 16,4-14-83-16,0-9 2 0,-4 1-2 0,4 5 1 0,-6-9-7 15,0-10 2-15,-6-1-2 0</inkml:trace>
  <inkml:trace contextRef="#ctx1" brushRef="#br0" timeOffset="78183.05">12413 16982 1356 0,'0'0'0'0,"0"0"0"0,0 0 0 0,9 36 61 15,-1-27-1-15,1-1 1 0,10 31 1 0,9 22-2 16,-6-2 2-16,1-9-1 0,-1 3 0 0,-8-6-24 15,0-2 2-15,8 2-1 0,1 6 0 0,-7-8 49 0,-2-6 1 16,6 6-1-16,-9 2 1 0,0 0-42 0,-8-5 0 16,2 3 0-16,1-1 0 0,-6-8 5 15,0-5 0-15,0 3 1 0,-14 7-1 0,3-10-18 0,0-6-1 16,-12 6 1-16,-2 11 1 0,0-12-16 0,-3-7 1 0,0 2-1 16,12 8 1-16,-7-13-6 0,1-7 2 0,2-1-1 15,12 4 1-15,0-7-5 0,-1-7 1 0,4-2-1 16,-1 6 2-16,3-3-12 0,3-6 0 0,-5 3 0 15,5 3 0-15,0-3-4 0,0-3 2 0,0 3-1 16,0 0 0-16,0 0-9 0,0 0 1 0,0 0-1 16,0 0 0-16,0 0-2 0,0 0 0 0,0 0 0 15</inkml:trace>
  <inkml:trace contextRef="#ctx1" brushRef="#br0" timeOffset="79138.48">13262 17999 401 0,'0'0'0'0,"0"0"0"0,0 0 0 0,0 0 139 16,0 0 2-16,42 14-2 0,-28-11 1 16,8 0-65-16,3-3 2 0,3 0-1 0,17 14 0 15,2-14-11-15,-2-6 2 0,-1 6-2 0,1 14 1 0,-3-14 3 16,-6 0 1-16,0 0 0 0,3 14 0 0,-2-14 12 16,-9-6 1-16,0-2 0 0,2 16 0 0,-2-8-61 0,-11-11-1 15,2 3 0-15,-2 8 1 0,-3 3-10 0,-8-3 0 16,2-6 1-16,0 6 0 0,-8 0-11 0,0-3 2 15,0 3-1-15</inkml:trace>
  <inkml:trace contextRef="#ctx1" brushRef="#br0" timeOffset="79374.03">13376 17668 1206 0,'0'0'0'0,"0"0"0"0,0 0 0 16,36-23 11-16,-22 12 1 0,3 11 0 0,-3-3 0 16,0 1 21-1,-3 2 0-15,9 0 0 0,-3 0 0 0,5 5 16 16,3 4 0-16,-3-1-1 0,17 3 2 0,3 3-2 0,-6-3 0 0,4-5 0 0,1-1 2 16,1-2-22-16,-8 3 0 0,5-3 0 0,8-3 0 15,-2 2-15-15,-9 1 1 0,-2-6-1 0</inkml:trace>
  <inkml:trace contextRef="#ctx1" brushRef="#br0" timeOffset="79768.06">14085 17397 1054 0,'0'0'0'0,"0"0"0"15,0 6 0-15,0-6 0 0,0 0 0 0,0 0 0 16,6 3 0-16,2 5 14 0,-8-5 0 0,3 0 0 16,8 2 0-16,0 6 124 0,9 1 2 15,-6-7-1-15,25 17 0 0,11 1-100 0,-6-7 1 0,-2-4-1 16,-5 7 1-16,-7-5 13 0,-2-3 0 0,0 0-1 16,-6 3 2-1,1-3-34-15,-6-2 1 0,5 2-1 0,3 3 0 0,-3 0 5 0,-8-3-1 0,-3 0 1 0,1 3 0 16,-12 3-3-16,0-6 1 0,0-3-1 0,0 9 2 31,-6 5 34-31,-2-2 2 0,-6-4-2 0,-9 21 1 0,-5-7-29 16,1-5 0-16,1 3-1 0,-2 9 1 0,-8-10-7 0,6-10-1 0,-7 3 1 0,4 13-1 0,-4-13-6 15,7-12 0-15,2 6-1 0,3 11 2 0,-3-14-6 16,6-5 1-16,8 2-1 0,5 12 0 0,-2-9 11 16,8-9 2-16,3 1-2 0,0 3 2 0,0-1-12 15,0-2 1 1,0-3-1-16,0 0 1 0,0 0-8 0,0 0-1 15,0 0 1-15,0 0-1 0,9 9-4 0,5-7 2 16,-9-2-2-16</inkml:trace>
  <inkml:trace contextRef="#ctx1" brushRef="#br0" timeOffset="81462.28">15821 16751 866 0,'0'0'0'16,"0"0"0"-16,0 0 0 0,0 0 33 16,-31 14 2-16,25-9 0 0,-2 15 0 0,-3-3 32 0,0-1 1 15,-3 4-1-15,-11 24 0 0,2 7 13 0,7 2 1 16,-7-3-2-16,1-3 2 0,2 3-24 0,6 0 1 15,-2 1-1-15,-1 13 0 0,3-11-12 0,0-9 0 16,3-2 0-16,3 5 0 0,5-10 57 0,3-4 0 0,8-2 0 16,0-1 0-16,6-5-74 0,-5-5 1 0,5-3 0 15,5-6 1-15,4-3-10 0,-1-5 0 0,3-3 0 16,9-6 0-16,-4-2-14 0,4-3 0 0,-1-3-1 16,1-6 1-16,2-2-6 0,-11 3 0 0,0-4 0 15,6 4 1-15,-9-3-1 0,-8-1 1 0,0 4-1 16,-5-1 1-16,-9 6 0 0,0-2 1 0,-6-1-1 15,3 0 0-15,-5 3 2 0,-3 6 1 0,2 2-1 0,-10 1 1 16,-6-1 2-16,-3 1 0 0,0 5-1 0,-11 0 1 16,5 0-2-16,9 0 2 0,-3 0-2 15,6 5 2-15,0 1-5 0,10-4 1 0,10 1-1 16,-4-3 2-16,3 0-3 0,3 0 1 0,0 0-1 0</inkml:trace>
  <inkml:trace contextRef="#ctx1" brushRef="#br0" timeOffset="81777.58">16181 16486 1658 0,'0'0'0'0,"0"0"0"0,0 0 0 15,0 0 3-15,0 0 2 0,0 0-1 0,0 0 1 16,33-5 22-16,-30 5 0 0,3 0 0 0,-1 0 1 16,12 0 47-16,-3 2 1 0,3 4 1 0,19 5-1 15,8 0-50-15,4-5 0 0,-9-1-1 0,3-5 1 0,-14 0-10 16,-3 0 0-16,3-5-1 0,0 2 2 15,-6-8-51-15,-5 0 1 0,2 0-1 0</inkml:trace>
  <inkml:trace contextRef="#ctx1" brushRef="#br0" timeOffset="81997.42">16739 15851 1269 0,'0'0'0'0,"0"0"0"16,0 0 0-16,0 0 0 0,0 28 0 0,3-14 0 16,5 13 1-16,3-4 15 0,-8-1 0 0,-3-2 0 15,-3 21 1-15,3 4 186 0,3-6 1 0,2 11 1 16,-5-2-1-16,0-4-174 16,0-5 0-16,0-3 1 0,0 3-1 0,0-2 8 15,0-1 1-15,0 3 1 0,0 0-1 0,0-6-13 0,-5-5 1 0,5 17 0 16</inkml:trace>
  <inkml:trace contextRef="#ctx1" brushRef="#br0" timeOffset="83079.53">17127 17202 12 0,'0'0'0'0,"0"0"0"0,0 0 0 0,0 0 333 16,22-28 0-16,-16 26 1 0,2-7 0 0,3 7-299 15,0 2 0-15,-11 0-1 0,3 5 1 0,3 6 25 0,-1 6 0 16,-2 0 1-16,8 27 0 0,-2 6 0 0,-4-5 1 15,-2-9 0-15,-3 0 1 0,-3-8-29 0,-2-3 2 16,-1-2-1-16,0-1 1 16,4 0-28-16,-7-5 1 0,4-6 0 0,-1-8 0 0,3-3 15 0,3 6 1 0,0-6 0 15,-5 0 1-15,2 0-8 0,3 0 1 0,0 0-1 16,0-6 1-16,0 6-16 0,0-3 2 0,0 0-1 16,8-19 1-16,15-20 7 0,-7-8 1 0,4 3 0 15,5-6 0-15,-5 3-3 0,-7 8 0 0,7 0 0 16,5 0 2-16,-3 9-11 0,-2 11 1 0,-6 2-1 15,8 1 1-15,-5 7 0 0,3 10-1 0,-9-1 0 16,0 0 0-16,0 6 9 0,0 5 0 0,-8 1 0 0,8 2 1 16,-2 8-5-16,-7 3 1 0,1-2-2 0,0 8 2 15,-3 2 33-15,-6 4 2 0,4-3 0 0,-7 2-1 16,4 0-22-16,-1-7 0 0,-2-4 0 0,2-8 0 0,3-3-10 16,3-6 1-16,0-2 1 0,0-3-1 0,0 0-7 15,0 0 0-15,0 0 1 0,0 0 0 0,0 0-3 16,0 0 0-16,0 0 1 0,0-3 0 0,0 1-2 15,0-1 1-15,6 0-1 0,11-25 1 0,5-14-1 16,6-5 0-16,-6 5 0 0,-5 0 1 0,-3 6 1 0,-3 20 2 16,0-1-2-16,0 0 1 0,-2 6-1 0,-7 5 0 15,1 6 0-15,6 0 0 0,-7 0-1 0,4 0 1 16,-6 3-1-16,0 6 1 16,6-1-2-16,-4 6 0 0,-2-6 0 0,6 23 0 0,-3 11 0 0,0-1 0 15,-3-4 0-15,2-7 0 0,4-7 0 0,2-9 0 16,-8 5 0-16,14-2 0 0,-8 5-1 0,2-8 0 0,3-8 0 31,-5-1 1-31,-1-5-7 0,4 6 1 0,-6-4 1 0,11-2-1 16,5-8-62-16,3-3 0 0,-2 0 0 0,19-20 0 0,-11 1-17 0,-6 2 0 0,-2-3 0 15</inkml:trace>
  <inkml:trace contextRef="#ctx1" brushRef="#br0" timeOffset="83285.28">18022 17213 300 0,'0'0'0'0,"0"0"0"0,0 0 0 0,0 9 25 15,0-1 1-15,3 1-2 0,6 13 2 0,2-3-4 32,0 4 0-32,0-4-1 0,3-2 2 0,6-9 183 0,-1-5 2 15,-2 0-1-15,8-6 1 0,-8 0-134 0,-1-2 1 16,1-4 1-16,3-2-1 0,-1 0-2 0,-5 3 1 16,-8 2 0-16,2-5 0 0,1-3 38 0,-9 3 0 15,2 5 0-15,1-5 2 0,-3-3-73 0,-3-3 2 16,1 6-1-16,-7-3 0 0,-10 3-17 0,2 6 0 15,-5-1-1-15,-1-5 2 0,-2 5-10 0,3 6-1 0,8 3 1 16,5 0 1-16,1-3-53 0,0 0 1 0,8 0-1 16</inkml:trace>
  <inkml:trace contextRef="#ctx1" brushRef="#br0" timeOffset="83961.09">18687 17188 426 0,'0'0'0'0,"0"0"0"0,0 0 0 0,8-36 21 15,0 28 2-15,-8 2-2 0,3-2 1 0,3 0 28 16,-6 2-1-16,0 6 1 16,-3 0 0-16,0 0 12 0,0 0 1 0,3 0-2 0,-14 3 2 0,-2 8-18 15,-4 3 1-15,-2 3-1 0,-17 19 1 0,-3 6 118 0,6-3 1 16,8-6 0-16,5 3 0 0,7-5-89 0,-4-9 0 16,12 0 1-16,-6 4 0 0,5-10-23 0,9-5 0 15,0 1 0-15,3-4 0 0,3-5-26 0,-1 0 0 16,-2-3 0-16,8 0 0 0,12-3-14 0,2-6 1 15,0 4 0-15,22-15-1 0,9-10-6 0,-8-1 0 0,-1-2 0 16,-11-4 0-16,1 1-7 0,-7 0 1 0,-2-12-1 16,3 1 1-16,-3 5-1 0,-3 6 2 0,-3-6-1 15,3-5 0-15,-2 0-1 0,-7 5 2 0,4-6-1 16,-6 1 0-16,3 0 7 0,-3 2 1 0,-6 6-1 16,-8 6 1-16,-3 8 10 0,0 5 1 0,1 3-1 15,2 6 0-15,-9 6 1 0,4-1 1 0,2 6-1 0,-8 8 0 16,2 6-11-16,4 3 2 0,-4 0-1 0,-13 22 0 15,0 11-5-15,-6-3-1 0,5 1 1 0,4 5-1 16,8 2-3-16,-3 1-1 0,-6 0 0 0,3-3 0 0,9 2-8 16,-3 1 2-16,8 3-2 0,-2 2 1 0,2-19-12 15,0-3 0-15,6 5 0 0</inkml:trace>
  <inkml:trace contextRef="#ctx1" brushRef="#br0" timeOffset="84419.86">19719 16578 1306 0,'0'0'0'0,"0"0"0"0,0 0 0 16,0 0 1-16,0 0 1 0,0 36 0 0,0-8 1 15,0 14 15-15,0 3 1 16,0 2-1-16,-3 9 1 0,-2 2 111 0,-4-2 1 0,-2 2-1 0,6-5 2 0,-1 3-98 15,0-3 1-15,1-6 0 0,2 6 1 0,3-8-9 16,0-14 1-16,0-3 0 0,0 8 0 0,0-14-13 16,0-8 0-16,0 5 0 0</inkml:trace>
  <inkml:trace contextRef="#ctx1" brushRef="#br0" timeOffset="84829.86">20037 16481 690 0,'0'0'0'0,"0"0"0"16,0 0 0-1,36 2 161-15,-5 4 2 0,5-3 0 0,9-3-1 16,0-9-117-16,-9-2 0 0,6 3 0 0,-3-3 0 15,0-3-7-15,0 3 1 0,-3 5 1 0,6-5-1 0,-6 0 10 0,-5 2 2 0,-8 1-1 0,4 0 1 16,-4 8-16-16,-9 0 1 16,-6 5-2-16,0-2 2 0,-2 0-17 0,-3 2 1 0,2-2 1 0,-10 3-1 0,2 2 30 15,-5 1 2-15,2-4 0 0,-13 20-1 0,-18 17-23 16,1 0 1-16,0 0 0 0,11 8 0 0,-9-11-10 16,9 3 1-16,-3 2-1 0,-3 9 1 0,6 6-5 15,0-9-1-15,-3 3 1 0,6-6 0 0,0 6-5 0,2-6 0 16,3-5 0-16,3 3 1 0,0-3-6 15,0-6-1-15,3 0 1 0,9 3-1 0,-1-6 1 0,-6-10-1 32,9-1 1-32,0-2 0 0,0-7-1 0,0-7-1 0,0-3 0 0,3 5 2 0,3-2-42 0,-6-3 0 15,3-1 0 1</inkml:trace>
  <inkml:trace contextRef="#ctx1" brushRef="#br0" timeOffset="85021.14">20082 16901 1293 0,'0'0'0'0,"0"0"0"16,0 0 0-16,0 0 9 0,36 0 0 0,-14-2 0 0,1 2 0 16,-4 2 25-16,4 1 1 0,7-6-2 0,-2 3 2 15,6 0 52-15,-1 0 0 0,-2-2 0 0,11 2 0 0,-6 11-64 16,-8-3-1-16,5 0 0 0,1-8 1 0,-12 6-6 15,-5 0 1-15,-3 2-2 0</inkml:trace>
  <inkml:trace contextRef="#ctx1" brushRef="#br0" timeOffset="85489.19">20657 17347 1545 0,'0'0'0'0,"0"0"0"0,0 0 0 0,0 0 8 16,30 20-1-16,-16-17 1 0,9 5 1 0,-1-3 54 16,6-2 0-16,5 0 0 0,15 3 1 0,-6-4-4 15,-3-4 2-15,-3-1 0 0,14 0 0 0,-5-3-21 0,-9 1 2 16,0-3-2-16,4-6 2 0,-7 2-13 0,-11 7 0 16,3-1 1-16,1 6 0 0,-10 0-26 0,-7-5-1 15,-7-1 1-15,1 3 0 0,-3 3-10 0,0-2-1 16,-3-1 0-16</inkml:trace>
  <inkml:trace contextRef="#ctx1" brushRef="#br0" timeOffset="85646.16">20724 17052 1117 0,'0'0'0'0,"0"0"0"16,0 0 0-16,0 0 5 0,0 0 0 0,0 0 0 16,0 0 0-16,0 0 6 0,36-17 0 0,-14 17-1 15,15-5 1-15,2 5 49 0,2 0-1 0,1-3 0 16,3-3 2-16,2 6-5 0,1 0 1 0,-1 0 0 15,4-11 0-15,-7 11-11 0,-5-6 0 0,0 4 0 0</inkml:trace>
  <inkml:trace contextRef="#ctx1" brushRef="#br0" timeOffset="86218.53">21460 16595 1255 0,'0'0'0'0,"0"0"0"16,0 0 0-16,0 0 36 0,0 0 0 0,0 0 0 16,0 0 1-16,0 0 61 0,0 0 0 0,25-20 1 15,-8 23 0-15,14 3-26 0,5-4 1 0,0-2 0 16,15 3 0-16,-4 0-31 0,-11-3 0 0,1 0 0 16,-7 3 1-16,-2 2-7 0,0 1 1 0,-8-3-1 15,-1 11 1-15,-5-3 24 0,-8 0 1 0,-3-5-2 0,-3 2 2 16,-3 3-8-16,-3 0 0 0,-5 0 0 0,-14 17 0 15,-14 3-35-15,3-3 1 0,-9-6-1 0,9 6 0 16,-1-6-11-16,1-5 1 0,-9 2 0 0,9-5 0 0,3 3-23 16,5 0-1-16,8 0 1 0,9-9 1 0,3-5 5 15,2 5 1-15,9 3 1 0,5 0-1 0,1-2 4 16,-1-1 0-16,3 0-1 0,20 4 1 0,14 4 2 16,5-5 0-16,3 3 0 0,-6-11 0 0,-2 6 2 0,0-1 1 15,-6-5-1-15,2 2 1 0,-13 6 5 0,0 1 1 16,-3-4-1-16,-8 3 1 0,-3-5 39 0,-6-1 0 15,-8 4 1-15,-5 7 0 0,-6 1-29 0,-3 0 0 16,-3-6 1-16,-30 17-1 0,-9 5-10 0,-3 1 0 16,-5-1 0-16,5 3 1 0,-8-8-5 0,-2-8 1 0,-4-1-2 15,3 6 2-15,6-2-15 0,6-7 1 0,-7 4 0 16,10-4 0-16,7 1-90 16,3-3 2-16,6-8 0 0</inkml:trace>
  <inkml:trace contextRef="#ctx1" brushRef="#br0" timeOffset="88044.4">18106 14764 12 0,'0'0'0'0,"0"0"0"15,0 0 0-15,45-11 41 0,-26 3 2 0,-5-6 0 16,0 8-1-16,0 0 279 0,-3 4 1 16,-2-10-1-16,2 1 1 0,-6-3-216 0,4 0 0 0,-1 9 1 15,1-1 0-15,-4-2-18 0,-2-3 2 0,3 5-1 16,-6 1 1-16,0 2-92 0,0 0 1 0,-6 0-1 16,3 1 1-16,3-1-3 0,0 0 2 0,0 3 0 15,-11 6 0-15,0 2-10 0,-11 3 1 0,2 0-1 0,-25 11 0 16,-13 6 1-16,7-3 1 0,12 12 0 0,12-4 0 15,-4-2 4-15,3-3-1 0,6 5 1 0,8-2-1 0,0 2 6 16,0-8 0 0,5 0 0-16,9 12 0 0,-5-15 3 0,2-3 1 15,11 4-1-15,1-4 2 0,-1-2 0 0,-2-12 2 16,-4 4 0-16,18-4-1 0,-6 4 8 0,0-9-1 0,8-3 1 0,15-3-1 0,-1 1 2 16,-6-15-1-16,7 4 1 0,-1-4 0 0,-5-5 0 15,-3 0 1-15,0 3 0 0,2-6 1 16,1-3-3-16,-6 6 2 0,-3-3 0 0,1-5-1 0,-1 5 19 15,-8 0 1-15,3 0 0 0,-1 3-1 0,-2-3-17 0,-2 0 0 16,-10 6 0-16,4 5 1 0,0 3-8 0,-4 3 1 16,-2 0 0-16,0 3 1 0,0 8-7 0,0 0 1 15,-2 0-1-15,-1 5 1 0,3 1-3 0,0 2 1 16,-3-8-1-16,-3 17 2 0,-2 11-4 0,0 2 1 16,2 1 0-16,6 5 0 0,0 1 4 0,0-7 0 15,0-2-1-15,0-3 1 0,6 0 1 0,-1-8-1 0,6 5 1 16,1-2 0-16,-1-1-2 0,-3-2 1 0,3-3 0 15,6 3 0-15,3-1-2 0,-7-5 0 0,1 1 1 16,0-7-1-16,3-2-5 0,-9-3 1 0,-2 0-1 16</inkml:trace>
  <inkml:trace contextRef="#ctx1" brushRef="#br0" timeOffset="88751.07">18801 14761 1431 0,'0'0'0'0,"0"0"0"15,0 0 0-15,0 0 8 0,0 0 0 0,0 0 0 0,0 0 1 0,0 0 26 16,0 0 1-16,0 0 0 0,-25 0-1 0,25 0-12 16,0 0-1-16,0 0 1 0,0-5 0 0,0-6 31 15,0 2 1-15,5-2 0 0,4-6 0 0,5-11 0 0,0-2 1 16,2-1-1-16,-7 6 1 0,2 0-23 0,-3 5 1 15,4 15-1 1,1-3 1-16,1 2-6 0,-5 0 0 0,-4 4 0 0,4 2 1 0,2 0-11 0,-3-6 0 16,-2 6 0-16,2 0 0 0,1 6 35 0,-4-1 0 15,-2 1-1 1,3 10 1-16,-1 10-32 0,-2-1 2 0,0 5-1 16,-6 6 1-16,-3 6-13 0,-2 3 1 0,0-6 0 15,-6-3 0-15,5 0-6 0,-5-2 1 0,0-1-2 0,-5 3 2 0,2-2-6 16,3-3 0-16,-3-6 0 0,-2 8 1 0,2-11-2 0,3-8 0 0,6 0-1 15,-3 3 1-15,2-3-1 0,1-9 1 0,5-5-1 16,3 6 1-16,0-3-1 0,0-3 2 0,0-3-1 16,0 3 1-16,3-6-1 0,3 4 1 0,-4-1 0 15,21-36 0-15,13-20 0 0,6 4 0 0,-6 2 0 16,-5 0 0-16,-3 11 0 0,-3 0 1 0,3-5 0 16,5-3 1-16,-8-1 4 0,0 7 2 0,6 8-1 15,-6 8 1-15,-2 0-3 0,-10 0 1 0,1 11 0 0,0 12-1 16,-5-9-1-16,-6 11-1 0,-1 3 0 0,-2 0 1 15,-5-3-1-15,2 3 0 0,3 0 1 0,-6 6-1 16,-2 8-2-16,-6-6 2 0,6 6-1 0,-23 28 0 0,3 0-2 16,0-9 1-16,9-2 0 0,7 5 0 0,-1 0 4 15,-1-5-1-15,11-1 1 16,-3-2 0-16,6 3 1 0,0-3 0 0,6-3-1 0,-3 0 1 0,2-3 7 16,4-2 2-16,4-1-2 0,-1 4 2 0,4-4-6 0,1-5 0 15,-3-6 0-15,0 1 0 0,3-1-3 0,-3-2-1 16,2-1 1-16,-2 4 0 0,6-1-6 0,-6-8 2 15,-6 0-2-15,1 0 1 0,-1 0-5 0,-2 6 1 16,-4-6 0-16,4 0 0 0,0 0-1 16,-4 0 1-16,1-6-1 0,0 6 1 0,-3 0 1 0,0 0 0 0,0 0 0 15,0 0 1-15,0 0-1 0,0 0 1 0,0 0-2 16,0-3 2-16,0 0-1 0,0 1 0 0,0 2 0 16,0-6-1-16,5 0-36 0,-2 4 1 0,3-7-1 15</inkml:trace>
  <inkml:trace contextRef="#ctx1" brushRef="#br0" timeOffset="88968.12">19468 14850 1507 0,'3'0'0'0,"2"0"0"0,15-2 0 0,5-1 25 0,3 3 2 0,-6 0-1 0,1-6 1 0,4 6 15 16,-4 0-1-16,-1 0 1 0,-2 0 0 0,5 0 25 16,3 0-1-16,-6 0 0 0,-3-3 1 0,12-5-44 15,-6 8-1-15,0 0 1 0,-5-3 0 0,-3 1-9 16,-6 2 0-16,-3-3 1 0</inkml:trace>
  <inkml:trace contextRef="#ctx1" brushRef="#br0" timeOffset="89173.2">19697 14505 1180 0,'0'5'0'15,"0"1"0"1,0 11 0-16,0-3 132 0,5-9 1 0,-2-5-1 0,3 9 1 0,-6 5-66 0,0-1 2 0,5-1-2 16,4 24 1-16,-4 22-18 0,-2-7-1 0,-6-10 0 15,0-2 1-15,1 6 7 0,2-3 0 0,0 0 0 16,0-1 2-16,-6-16-28 0,6 6 1 0,6-6-1 15,-4 3 2-15,1-6-13 0,6-8 0 0,5-3 0 16,-6 9 2-16,-8-9-11 0,3-8 1 0,-3-6 0 16</inkml:trace>
  <inkml:trace contextRef="#ctx1" brushRef="#br0" timeOffset="89669.3">20073 14017 703 0,'0'0'0'16,"0"0"0"-16,0 0 0 0,3 34 213 0,3-15 1 16,-1 3-1-16,4 20 1 0,2 17-203 0,0 5 1 15,-8-11-1-15,0-3 1 0,5 0 63 0,-5-3 2 16,2 1-2-16,-5 5 1 0,3-11-29 0,-3-6 1 15,0 8 0-15,3-5 0 0,5-2-4 0,-8-4-1 16,0-5 1-16,0 0 0 0,0-9 4 0,0-2 0 0,0-3 1 0,0-14-1 0,0 3-24 0,0-3-1 16,-5 0 1-1,5 0 0-15,0 0-2 0,0 0-1 0,0-3 0 16,-3-8 2-16,0-9-9 0,0 4 1 0,3-7 0 16,0-21 0-16,0-18-1 0,6 9-1 0,5 6 1 15,9 14-1-15,-6-1-3 0,2 4 1 0,4 7 1 16,2 4-1-16,-5 5-4 0,3 0-1 0,2 6 1 15,-5 2 0-15,2 0-2 0,3 1 1 0,-5 8 0 16,3 11-1-16,2-9 6 0,-5 3 1 0,2-2-1 0,4 11 1 16,-1-1 17-16,-5-2 1 0,-3 3-1 0,0 14 0 15,-9-6-14-15,-5-3-1 0,0 3 1 0,-5 6 0 16,2-9-6-16,-8-2 2 0,-3 8-3 0,-6-3 3 0,-8 0-6 16,-2 5 1-16,2-2-1 0,-3 6 2 0,-5-1-6 15,-1-8 0-15,4-8 1 0,2 2 0 0,-2-5-2 16,8-5 1-16,2-4-1 0,1-5 1 0,8-11-46 15,0 8 1-15,6-11-1 0,-1-5 2 0,7 2 10 16,7-5 1-16,4 8-1 0,10-6 2 0,-19 20-2099 16</inkml:trace>
  <inkml:trace contextRef="#ctx1" brushRef="#br0" timeOffset="89938.27">21218 14321 1532 0,'0'0'0'0,"0"0"0"15,-12 50 0-15,-2-14-10 0,-2-11 0 0,2 12 0 16,-9 21 1-16,-7-5 8 0,2-8 0 0,6 2 0 16,-1 6 1-16,1-3 7 0,-3-5 0 0,0 5 0 15,11 0 1-15,-6-3 46 0,3-5 0 0,1 0 0 16,5 5 1-16,-6-10-13 0,-3-9 2 0,6 5 0 15,6-5-1-15,0-6 1 0,-6-14 0 0,5-2 0 0,4 5 1 16,2-5-18-16,3-1 0 0,0-5-1 16,0-5 3-16,-6-1-32 0,6 6 1 0,0 0 0 0</inkml:trace>
  <inkml:trace contextRef="#ctx1" brushRef="#br0" timeOffset="90115.26">20802 14377 1620 0,'0'0'0'15,"0"0"0"-15,19 30 0 0,-8-7-2 0,1-4 1 16,-1 1-1-16,11 27 1 0,-8-11 6 0,-3-11 0 16,0 3 0-16,3 11 1 0,0-17-6 0,-5-5 0 0,-4 3 0 15,6 2 0-15,1 6 1 0,-4-6 1 0,-8-5 0 16</inkml:trace>
  <inkml:trace contextRef="#ctx1" brushRef="#br0" timeOffset="90787.82">21329 14887 1231 0,'0'0'0'0,"0"0"0"15,0 0 0-15,59-6 37 0,-23 6 0 0,0-6 0 16,1 1 1-16,5-1 49 0,-3 1 2 0,-9-1-1 16,12-2 0-16,-6-3-25 0,-10 2 1 0,-1 1 0 15,-3 0 0-15,0 2-33 0,-11 3 2 0,1 0-2 0,2-5 2 16,-9 0-19-16,-2 8 2 0,-3 0 0 0,-6 0 0 15,4-11-14-15,2 2 1 0,-12 1-1 0,-13 0 2 16,-19-12-10-16,-1 3 2 0,3 3-1 0,-5 6 1 16,8-6-10-16,8 6 2 0,3-1-2 0,0 7 2 0,0-1 4 15,6-3 0-15,2-2 1 0,4 16-1 0,4-8 2 16,4 0 2-16,2 0-1 0,-2 0 1 0,8 0 17 16,0 0 2-16,0 0-1 0,8 0 1 0,-2 0 15 15,5 0 0-15,0 0 1 0,40-8 0 0,16 2-4 0,0-5 0 16,-9 3 0-16,1 8 1 0,-6-11-7 0,-6-3 1 15,3 0-1-15,-2 14 0 0,-6 3-10 0,-6-6 2 16,-11-6-2-16</inkml:trace>
  <inkml:trace contextRef="#ctx1" brushRef="#br0" timeOffset="91038.68">22658 13895 1997 0,'0'0'0'0,"0"0"0"16,0 0 0-16,0 0-7 0,30 27 1 0,-24-7-1 0,-6 8 0 16,0 8 7-16,0 0 1 0,-6 0-1 15,3 17 1-15,-2 3 94 0,2-3 0 0,0 14-1 16,0 5 2-16,-2-7-68 0,2-15 1 0,-2 5-1 15,-4 7 1-15,4-12-5 0,-4-8-1 0,-8 0 1 0,-2 2-1 16,-3-5-8-16,-1-3 0 0,-2-11-1 0</inkml:trace>
  <inkml:trace contextRef="#ctx1" brushRef="#br0" timeOffset="92858.08">18246 13605 12 0,'0'0'0'0,"0"0"0"0,0 0 0 16,0 0 188-16,0 0 1 0,0 0-1 0,14 44 2 15,-14-21-120-15,-3-7-1 0,3 9 1 0,0 31-1 16,-9-17-46-16,4 3-1 0,5 3 1 0,0 10 0 15,-11 1 31-15,0-6 0 0,2-5 0 16,4 5 0-16,-1-3-18 0,-2-8 0 0,-1 0-1 0,4 3 1 0,-1-11 18 16,-2-3 1-16,5 2 0 0,6-5 0 0,-6 0-16 15,-5-13 2-15,5 7-1 0,3-2 1 0,-3-6-8 16,-5-11 1-16,5 6 0 0,3-1 0 0,0 1-34 16,0-3 0-16,0-3 0 0</inkml:trace>
  <inkml:trace contextRef="#ctx1" brushRef="#br0" timeOffset="93125.4">18257 13613 1520 0,'0'0'0'0,"0"0"0"15,0 0 0-15,31 34-4 0,-26-21-1 0,6 4 1 16,3 11 0-16,-3 0 4 0,-2-3 0 0,-4 0 0 16,7 17 0-16,-1-9 107 0,-3-10 1 0,3 5-1 0,3 5 1 15,0-14-77-15,-6-2 1 0,-2 0-1 16,2 11 2-16,4 0 4 16,-4-6 0-16,-2-3 0 0,2-5 1 0,0 0-36 15,-5 0 2-15,-3-5-2 0,0-4 1 0,-3-2-40 0,0 3 0 0,3-6 0 0</inkml:trace>
  <inkml:trace contextRef="#ctx1" brushRef="#br0" timeOffset="93282.05">18098 13591 1042 0,'0'0'0'15,"0"0"0"-15,-20 42 0 0,9-20-7 0,-3-3 2 16,-8 1-1-16,-1 11 0 0,-2-1 5 0,0-10 1 15,3 2 0 1,14 9 0-16,-12-17 0 0,-2 0 0 0,-1-1 0 0</inkml:trace>
  <inkml:trace contextRef="#ctx1" brushRef="#br0" timeOffset="93989.75">18059 12418 1293 0,'0'0'0'0,"0"0"0"0,0 0 0 0,-3 47-38 16,0-30 1-16,-2 2 0 0,-1 26 0 0,-11 13 37 15,3 4 0-15,11-7 0 0,12 1 0 0,-9 0 34 16,3-3 1-16,2 5-1 0,15 4 1 0,-6-15 70 16,-3-11-1-16,8-5 0 0,7 2 1 0,-1-8-31 15,-3-11 0-15,-5-3 0 0,11 3 0 0,-6-8-30 0,-5-6-1 16,5-3 1-16,11 3 1 0,-5-3 17 0,-5-11 1 15,-1 3-1-15,-8 3 1 0,0-3-37 0,-3 0 1 16,0 2-1-16,-2-10 1 0,-9-3 3 0,2-1 0 16,-2 1 1-16,-8-6 0 0,-9-5-17 0,-11 8-1 15,-2 11 1-15,5 2 0 0,-1 10-7 0,-1 2 0 0,-4 5-1 16,9 29 2-16,-6-9-9 0,0-3 1 0,5 6 0 16,9 8 0-16,-2-2-41 0,2-12-1 0,-9-8 0 15</inkml:trace>
  <inkml:trace contextRef="#ctx1" brushRef="#br0" timeOffset="94693.52">19027 13424 1017 0,'0'0'0'0,"0"0"0"0,-8-31 0 16,5 20 16-16,3 5 0 0,8 1-1 0,-5-4 1 0,0 1 22 15,0 8 2-15,2 0-1 0,-5 0 0 0,3 0 63 0,-3 0 2 16,0 0-2-16,3 11 1 0,5 6-53 0,1 2 2 16,-4 9 0-16,3 28-1 0,-2 16-10 0,2-10 0 15,-5-9 0-15,-8 5 0 0,2-10 20 0,-3-4-1 16,-2 3 1-16,0 20-1 0,-1-8-24 0,1-9 1 15,8-3 0-15,0 4 0 0,0-12-14 0,0-3 0 0,0-3 0 16,3 3 0-16,2-5-7 0,-5-6 0 0,9-8 0 16,-9 0 0-16,0-9-7 0,0 0 0 15,0-8 0-15</inkml:trace>
  <inkml:trace contextRef="#ctx1" brushRef="#br0" timeOffset="94931.4">19097 13334 1255 0,'0'0'0'0,"0"0"0"0,0 0 0 0,0 28 32 16,5-5-1-16,4-1 0 0,-1 25 2 0,9 6 20 15,2-5 1-15,-5-9 0 0,3 8-1 0,-3-11 3 16,0-5 2-16,6 2-2 0,-4 4 1 0,-2-10-28 15,3-13 2-15,2 9-1 0,4 4 0 0,-9-4 6 0,-3-9 0 16,0-6 0-16,-3 12 0 0,-2-9-9 0,-6-8 1 16,8 2-1-16,-8-5 1 0,0 6-52 0,0-4 2 15,0-2-2-15</inkml:trace>
  <inkml:trace contextRef="#ctx1" brushRef="#br0" timeOffset="95119.75">18974 13376 1042 0,'0'0'0'0,"0"0"0"15,0 0 0-15,-28 14 0 0,11-3 0 0,1 12 0 16,-1-1 0-16,-3 3 17 0,1 3 1 0,2 3-1 16,3 2 1-16,0-8 10 0,9-3 0 0,-1 1 0 0,3 7 0 15,-5-10-6-15,-1-9 1 0,12 0-1 0</inkml:trace>
  <inkml:trace contextRef="#ctx1" brushRef="#br0" timeOffset="95825.4">18829 12448 740 0,'0'0'0'0,"0"0"0"0,0 0 0 0,0 0 65 15,0 0 0-15,28-25 0 0,-23 17 2 0,7-3 1 16,1 0 2-16,7-1-2 0,8 1 2 0,17-5 113 16,-1-4 0-16,-2 14-1 0,-3 9 2 0,-3 0-160 0,-5-3 1 15,3 11-1-15,-9 9 1 0,0-6 0 0,-8-12-1 16,-3 12 1-16,-9 9 1 0,-5-7-19 0,-5-7-1 15,-4 2 1-15,-13 14 1 0,-6-3-2 0,0-5-1 16,-3-3 1-16,-2 11-1 0,-1-3 0 0,6-11-1 16,1 6 1-16,4 5-1 0,1-13 10 15,5-4-1-15,3 7 1 0,3-1-1 0,3-6 0 0,2 4-1 0,6-1 0 16,0-2 1-16,0-6 4 0,0 8 0 0,0-8 1 16,11 8 0-16,3 3 0 0,3-2 1 0,0 2-1 15,16 3 1-15,12 5-8 16,5 1-1-16,-8-6 0 0,-3 2 0 0,-3 1-2 15,-11-3 0-15,0 6-1 0,-2 2 2 0,-9 0-2 0,-6 1 0 0,-2 2 0 16,-9 11 0-16,0-5 1 0,-11-6 0 0,-3 0 0 0,-8 0 0 16,0-3-1-16,-5 0 0 0,2-2 0 0,-6 10 1 15,9-13-7-15,11 0 0 0,-5 2 0 0</inkml:trace>
  <inkml:trace contextRef="#ctx1" brushRef="#br0" timeOffset="96829.1">20439 13003 1658 0,'0'0'0'16,"0"0"0"-16,0 0 0 0,0 50 18 0,6-25 1 16,-6 14-1-16,-3 14 1 0,3 0 36 0,0-6 0 15,0 1 0-15,0 5 1 0,0-6 34 0,0-2 1 16,-3 2-1-16,3 12 1 0,0-9-63 0,0-14 1 0,0-3 0 15,0 20 0-15,0-16-13 0,0-10 0 16,3-7-1-16,0 16 1 0,-1-11-7 0,-2-11 1 0,0-5-1 31,-5-1 1-31,2-3-26 0,3-2 2 0,0-3-1 16</inkml:trace>
  <inkml:trace contextRef="#ctx1" brushRef="#br0" timeOffset="97050.28">20492 12994 1192 0,'0'0'0'0,"0"0"0"0,0 0 0 0,11 48 6 0,-2-20 1 0,-4-3-2 15,12 22 2-15,-3-2 19 0,3-9 0 16,2 0 0-16,-2 3-1 0,2 0-6 0,-2-5 2 15,3-4-2-15,5-2 1 0,-6 0 18 0,-7-3 0 16,4 0 0-16,4-2 0 0,-6-4 13 0,-3 1 1 16,-8-9-2-16,2 3 2 0,-5-3-44 0,0-11-1 15,-8 0 1-15</inkml:trace>
  <inkml:trace contextRef="#ctx1" brushRef="#br0" timeOffset="97238.6">20216 13036 665 0,'0'0'0'0,"0"0"0"0,-20 62 0 16,1-29 80-16,2-5 0 0,3 0 0 0,3 2 1 16,2-5-74-16,1-5-1 0,-3 0 1 0,0 16 1 15,-3-8-8-15,14-9 0 0,0-5 0 0</inkml:trace>
  <inkml:trace contextRef="#ctx1" brushRef="#br0" timeOffset="97723.93">20235 11855 1093 0,'0'0'0'0,"0"0"0"0,0 0 0 0,0 0 0 15,14 28 0-15,-14-20 0 0,0 14 0 0,0 9 57 16,0 0 1-16,0 5 0 0,3 47 1 0,3 1 14 16,-1-6 0-16,-5-3 0 0,9-2 1 0,-7-18-6 0,1-13 2 15,6 6-1-15,-7-4 1 0,1 4-34 0,0-7 0 16,3 7 0-16,2-12 1 0,-3 0-12 0,-5-2 1 16,-5-4 0-16</inkml:trace>
  <inkml:trace contextRef="#ctx1" brushRef="#br0" timeOffset="98094.99">20539 11936 1218 0,'0'0'0'0,"0"0"0"15,40 0 0-15,-4 2 46 0,0 4 0 0,3-1 0 0,11-7 1 0,-8-1 33 0,-5-3 0 0,-7 6-1 16,12-5 2-16,-6-6-71 0,-11 2 0 0,1-2 0 16,-1 6 1-16,-6-1 42 0,-8-5 1 0,3 8 0 15,-2 3 0-15,-10 0-23 0,4-6 1 0,-6 6-1 16,0 0 2-16,0 0-13 0,0 0 1 0,0 0 1 16,-6 6-1-16,-2 0-3 0,0 2 0 0,-6-2 0 15,-25 24 0-15,-9 12-5 0,6 0 1 0,9 2-1 16,10-5 2-16,4 9-5 0,2-6 0 0,3 2 0 0,3 9 1 15,0-6-3-15,0-10 1 0,2-4 0 0,9 12 0 16,-2-9 5-16,-1-8 0 0,3 2 1 0,11 12-1 16,-11-5-1-16,0-12 0 0,3 0 1 0,8 0-1 15,-11 0-4-15,0-6 1 0,-6 1 0 0,6-9 0 0,-2-3-13 32,-4-5 1-32,-8 3 0 0</inkml:trace>
  <inkml:trace contextRef="#ctx1" brushRef="#br0" timeOffset="98268.42">20749 12365 1520 0,'0'0'0'16,"0"0"0"-16,36 0 0 0,-8 0 0 0,-6 0 0 16,3 0 0-16,12 2 1 0,-7-2 7 0,-2 0 0 0,6 3 0 15,10 8 0-15,4-5 4 0,-12-3 0 0,9 8 1 16,-6-5-1-16,-6-18-10 0,-2-13 0 0,-31 25-1207 15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02-15T18:04:01.440"/>
    </inkml:context>
    <inkml:brush xml:id="br0">
      <inkml:brushProperty name="width" value="0.05" units="cm"/>
      <inkml:brushProperty name="height" value="0.05" units="cm"/>
    </inkml:brush>
  </inkml:definitions>
  <inkml:trace contextRef="#ctx0" brushRef="#br0">1 1 3808 0 0,'123'36'5993'0'0,"-41"-7"-2172"0"0,-78-27-3605 0 0,0 0-1 0 0,0 1 0 0 0,0-1 1 0 0,0 1-1 0 0,3 3 0 0 0,8 5 159 0 0,-15-11-361 0 0,0 0 0 0 0,1 0 0 0 0,-1 0 1 0 0,0 1-1 0 0,1-1 0 0 0,-1 0 0 0 0,0 0 0 0 0,0 0 1 0 0,1 0-1 0 0,-1 1 0 0 0,0-1 0 0 0,0 0 1 0 0,0 0-1 0 0,1 1 0 0 0,-1-1 0 0 0,0 0 1 0 0,0 1-1 0 0,0-1 0 0 0,0 0 0 0 0,1 0 1 0 0,-1 1-1 0 0,0-1 0 0 0,0 0 0 0 0,0 1 1 0 0,0-1-1 0 0,0 0 0 0 0,0 1 0 0 0,0-1 1 0 0,0 0-1 0 0,0 1 0 0 0,0 0 0 0 0,1 7 452 0 0,2-3-26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15D1F6-6950-4A7F-B8BB-DA07B1FD735E}" type="datetimeFigureOut">
              <a:rPr lang="en-CA" smtClean="0"/>
              <a:t>2024-09-11</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333FE9-259E-4CE1-80EB-A380D2C004E6}" type="slidenum">
              <a:rPr lang="en-CA" smtClean="0"/>
              <a:t>‹#›</a:t>
            </a:fld>
            <a:endParaRPr lang="en-CA"/>
          </a:p>
        </p:txBody>
      </p:sp>
    </p:spTree>
    <p:extLst>
      <p:ext uri="{BB962C8B-B14F-4D97-AF65-F5344CB8AC3E}">
        <p14:creationId xmlns:p14="http://schemas.microsoft.com/office/powerpoint/2010/main" val="2010460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an outline for the main topics</a:t>
            </a:r>
            <a:r>
              <a:rPr lang="en-US" baseline="0" dirty="0"/>
              <a:t> we will discuss in this chapter, we will first bring the terminology and definitions we need during this chapter. </a:t>
            </a:r>
          </a:p>
          <a:p>
            <a:r>
              <a:rPr lang="en-US" baseline="0" dirty="0"/>
              <a:t>Then we will study some simple and traditional methods for cryptography. We have two purposes for this study. First we learn a history of cryptography from the early ages, which gives us many lessons that we can utilize in our new methods. Second, some of these simple methods are the base and building blocks for modern cryptography. Therefore we should learn these traditional and simple cryptosystems.</a:t>
            </a:r>
          </a:p>
          <a:p>
            <a:r>
              <a:rPr lang="en-US" baseline="0" dirty="0"/>
              <a:t>Then we talk about some general information and lessons we get from those cryptosystems as well as cryptanalysis. How we can attack to break a cryptosystem. This will give us some way of measurements for weakness and strength of a given cryptosystem.</a:t>
            </a:r>
          </a:p>
          <a:p>
            <a:r>
              <a:rPr lang="en-US" baseline="0" dirty="0"/>
              <a:t>Then we go to some modern cryptography. We categorize it into two main solutions, symmetric and asymmetric, or private-key and public-key encryptions. For each case, we will first talk about its characteristics  and then we bring one or more cryptosystems that are currently used in various systems. We will also talk about some applications such as digital signature and secret sharing.</a:t>
            </a:r>
            <a:endParaRPr lang="en-US" dirty="0"/>
          </a:p>
        </p:txBody>
      </p:sp>
      <p:sp>
        <p:nvSpPr>
          <p:cNvPr id="4" name="Slide Number Placeholder 3"/>
          <p:cNvSpPr>
            <a:spLocks noGrp="1"/>
          </p:cNvSpPr>
          <p:nvPr>
            <p:ph type="sldNum" sz="quarter" idx="10"/>
          </p:nvPr>
        </p:nvSpPr>
        <p:spPr/>
        <p:txBody>
          <a:bodyPr/>
          <a:lstStyle/>
          <a:p>
            <a:fld id="{0C333FE9-259E-4CE1-80EB-A380D2C004E6}" type="slidenum">
              <a:rPr lang="en-CA" smtClean="0"/>
              <a:t>2</a:t>
            </a:fld>
            <a:endParaRPr lang="en-CA"/>
          </a:p>
        </p:txBody>
      </p:sp>
    </p:spTree>
    <p:extLst>
      <p:ext uri="{BB962C8B-B14F-4D97-AF65-F5344CB8AC3E}">
        <p14:creationId xmlns:p14="http://schemas.microsoft.com/office/powerpoint/2010/main" val="3941512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talk about cryptography, we need an</a:t>
            </a:r>
            <a:r>
              <a:rPr lang="en-US" baseline="0"/>
              <a:t> understanding to some terminology and definitions. </a:t>
            </a:r>
          </a:p>
          <a:p>
            <a:r>
              <a:rPr lang="en-US" baseline="0"/>
              <a:t>Encryption, or encoding or enciphering or simply ciphering, is the process of converting a message to a non-meaningful message such that its meaning is not obvious.</a:t>
            </a:r>
          </a:p>
          <a:p>
            <a:r>
              <a:rPr lang="en-US" baseline="0"/>
              <a:t>On the other hand, the reverse process is named decryption, or decoding or deciphering, by which an encrypted message will be transformed to the original message.</a:t>
            </a:r>
          </a:p>
          <a:p>
            <a:r>
              <a:rPr lang="en-US" baseline="0"/>
              <a:t>With encryption and decryption methods, together we create a cryptosystem.</a:t>
            </a:r>
          </a:p>
          <a:p>
            <a:r>
              <a:rPr lang="en-US" baseline="0"/>
              <a:t>This diagram or data flow shows the process of encryption and decryption in a given cryptosystem.</a:t>
            </a:r>
            <a:endParaRPr lang="en-US"/>
          </a:p>
        </p:txBody>
      </p:sp>
      <p:sp>
        <p:nvSpPr>
          <p:cNvPr id="4" name="Slide Number Placeholder 3"/>
          <p:cNvSpPr>
            <a:spLocks noGrp="1"/>
          </p:cNvSpPr>
          <p:nvPr>
            <p:ph type="sldNum" sz="quarter" idx="10"/>
          </p:nvPr>
        </p:nvSpPr>
        <p:spPr/>
        <p:txBody>
          <a:bodyPr/>
          <a:lstStyle/>
          <a:p>
            <a:fld id="{0C333FE9-259E-4CE1-80EB-A380D2C004E6}" type="slidenum">
              <a:rPr lang="en-CA" smtClean="0"/>
              <a:t>3</a:t>
            </a:fld>
            <a:endParaRPr lang="en-CA"/>
          </a:p>
        </p:txBody>
      </p:sp>
    </p:spTree>
    <p:extLst>
      <p:ext uri="{BB962C8B-B14F-4D97-AF65-F5344CB8AC3E}">
        <p14:creationId xmlns:p14="http://schemas.microsoft.com/office/powerpoint/2010/main" val="2913172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we usually have a mathematical</a:t>
            </a:r>
            <a:r>
              <a:rPr lang="en-US" baseline="0"/>
              <a:t> function for our encryption and decryption, we use the function notation to show these two processes.</a:t>
            </a:r>
          </a:p>
          <a:p>
            <a:r>
              <a:rPr lang="en-US" baseline="0"/>
              <a:t>…</a:t>
            </a:r>
          </a:p>
          <a:p>
            <a:r>
              <a:rPr lang="en-US" baseline="0"/>
              <a:t>In every cryptosystem we want to find the original message. So if we apply the decryption on the encryption, we will reach to the original message.</a:t>
            </a:r>
          </a:p>
          <a:p>
            <a:r>
              <a:rPr lang="en-US" baseline="0"/>
              <a:t>Usually, encryption and decryption use a set of keys. Therefore, the resulting cipher depends on the original message, algorithm and the key value. Therefore, it would be more accurate if we show the encryption as this.</a:t>
            </a:r>
            <a:endParaRPr lang="en-US"/>
          </a:p>
        </p:txBody>
      </p:sp>
      <p:sp>
        <p:nvSpPr>
          <p:cNvPr id="4" name="Slide Number Placeholder 3"/>
          <p:cNvSpPr>
            <a:spLocks noGrp="1"/>
          </p:cNvSpPr>
          <p:nvPr>
            <p:ph type="sldNum" sz="quarter" idx="10"/>
          </p:nvPr>
        </p:nvSpPr>
        <p:spPr/>
        <p:txBody>
          <a:bodyPr/>
          <a:lstStyle/>
          <a:p>
            <a:fld id="{0C333FE9-259E-4CE1-80EB-A380D2C004E6}" type="slidenum">
              <a:rPr lang="en-CA" smtClean="0"/>
              <a:t>4</a:t>
            </a:fld>
            <a:endParaRPr lang="en-CA"/>
          </a:p>
        </p:txBody>
      </p:sp>
    </p:spTree>
    <p:extLst>
      <p:ext uri="{BB962C8B-B14F-4D97-AF65-F5344CB8AC3E}">
        <p14:creationId xmlns:p14="http://schemas.microsoft.com/office/powerpoint/2010/main" val="2505910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Later on we will see in the modern cryptography that in</a:t>
            </a:r>
            <a:r>
              <a:rPr lang="en-US" baseline="0" dirty="0"/>
              <a:t> general we have two types of cryptosystems, symmetric and asymmetric. In symmetric encryption, both encryption and decryption use the same key.</a:t>
            </a:r>
            <a:endParaRPr lang="en-US" dirty="0"/>
          </a:p>
        </p:txBody>
      </p:sp>
      <p:sp>
        <p:nvSpPr>
          <p:cNvPr id="4" name="Slide Number Placeholder 3"/>
          <p:cNvSpPr>
            <a:spLocks noGrp="1"/>
          </p:cNvSpPr>
          <p:nvPr>
            <p:ph type="sldNum" sz="quarter" idx="10"/>
          </p:nvPr>
        </p:nvSpPr>
        <p:spPr/>
        <p:txBody>
          <a:bodyPr/>
          <a:lstStyle/>
          <a:p>
            <a:fld id="{0C333FE9-259E-4CE1-80EB-A380D2C004E6}" type="slidenum">
              <a:rPr lang="en-CA" smtClean="0"/>
              <a:t>5</a:t>
            </a:fld>
            <a:endParaRPr lang="en-CA"/>
          </a:p>
        </p:txBody>
      </p:sp>
    </p:spTree>
    <p:extLst>
      <p:ext uri="{BB962C8B-B14F-4D97-AF65-F5344CB8AC3E}">
        <p14:creationId xmlns:p14="http://schemas.microsoft.com/office/powerpoint/2010/main" val="519016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asymmetric encryption,</a:t>
            </a:r>
            <a:r>
              <a:rPr lang="en-US" baseline="0" dirty="0"/>
              <a:t> encryption key is different from decryption key, and therefore we use subscripts for each key.</a:t>
            </a:r>
            <a:endParaRPr lang="en-US" dirty="0"/>
          </a:p>
          <a:p>
            <a:r>
              <a:rPr lang="en-US" dirty="0"/>
              <a:t>Before going further, I just want to bring your attention to one</a:t>
            </a:r>
            <a:r>
              <a:rPr lang="en-US" baseline="0" dirty="0"/>
              <a:t> traditional method, called Steganography. As we saw, for any cryptosystem, we can formulize it based on some mathematical methods. Although steganography can be used to hide a message, it cannot be considered as an encryption. There are various ways in this method, such as invisible ink, concealing in an image, pin punctures on selected characters, minute differences between handwritten characters, pencil marks on typewritten characters, … as in this method we conceal the message in a clear sight, it will have different purpose. In encryption, the message is very important. In steganography, although the message is important, however, the both sides, sender and receiver, are also very important to remain unknown to others.</a:t>
            </a:r>
          </a:p>
        </p:txBody>
      </p:sp>
      <p:sp>
        <p:nvSpPr>
          <p:cNvPr id="4" name="Slide Number Placeholder 3"/>
          <p:cNvSpPr>
            <a:spLocks noGrp="1"/>
          </p:cNvSpPr>
          <p:nvPr>
            <p:ph type="sldNum" sz="quarter" idx="10"/>
          </p:nvPr>
        </p:nvSpPr>
        <p:spPr/>
        <p:txBody>
          <a:bodyPr/>
          <a:lstStyle/>
          <a:p>
            <a:fld id="{0C333FE9-259E-4CE1-80EB-A380D2C004E6}" type="slidenum">
              <a:rPr lang="en-CA" smtClean="0"/>
              <a:t>6</a:t>
            </a:fld>
            <a:endParaRPr lang="en-CA"/>
          </a:p>
        </p:txBody>
      </p:sp>
    </p:spTree>
    <p:extLst>
      <p:ext uri="{BB962C8B-B14F-4D97-AF65-F5344CB8AC3E}">
        <p14:creationId xmlns:p14="http://schemas.microsoft.com/office/powerpoint/2010/main" val="735400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a:t>
            </a:r>
            <a:r>
              <a:rPr lang="en-US" baseline="0"/>
              <a:t> call person who studies encryption and </a:t>
            </a:r>
            <a:r>
              <a:rPr lang="en-US" baseline="0" err="1"/>
              <a:t>ciphertexts</a:t>
            </a:r>
            <a:r>
              <a:rPr lang="en-US" baseline="0"/>
              <a:t> to figure out the corresponding plaintexts as a cryptanalyst.</a:t>
            </a:r>
          </a:p>
          <a:p>
            <a:r>
              <a:rPr lang="en-US" baseline="0"/>
              <a:t>A cryptanalyst does the following activities:</a:t>
            </a:r>
          </a:p>
          <a:p>
            <a:r>
              <a:rPr lang="en-US" baseline="0"/>
              <a:t>Try to break single messages.</a:t>
            </a:r>
          </a:p>
          <a:p>
            <a:r>
              <a:rPr lang="en-US" baseline="0"/>
              <a:t>Find patterns in the </a:t>
            </a:r>
            <a:r>
              <a:rPr lang="en-US" baseline="0" err="1"/>
              <a:t>ciphertexts</a:t>
            </a:r>
            <a:r>
              <a:rPr lang="en-US" baseline="0"/>
              <a:t>, to find some way to break the cryptosystem using subsequent ciphers</a:t>
            </a:r>
          </a:p>
          <a:p>
            <a:r>
              <a:rPr lang="en-US" baseline="0"/>
              <a:t>Infer some meaning from the </a:t>
            </a:r>
            <a:r>
              <a:rPr lang="en-US" baseline="0" err="1"/>
              <a:t>ciphertexts</a:t>
            </a:r>
            <a:r>
              <a:rPr lang="en-US" baseline="0"/>
              <a:t> without actually break the system, using some methods such as unusual frequency of communication, as well as the length of the communications.</a:t>
            </a:r>
          </a:p>
          <a:p>
            <a:r>
              <a:rPr lang="en-US" baseline="0"/>
              <a:t>Find the encryption and decryption keys to break subsequent ciphers.</a:t>
            </a:r>
          </a:p>
          <a:p>
            <a:r>
              <a:rPr lang="en-US" baseline="0"/>
              <a:t>Find weaknesses of the system implementation.</a:t>
            </a:r>
          </a:p>
          <a:p>
            <a:r>
              <a:rPr lang="en-US" baseline="0"/>
              <a:t>Find weaknesses of the algorithms, without working on the messages.</a:t>
            </a:r>
          </a:p>
          <a:p>
            <a:r>
              <a:rPr lang="en-US" baseline="0"/>
              <a:t>We call the techniques in general as cryptanalysis.</a:t>
            </a:r>
          </a:p>
          <a:p>
            <a:r>
              <a:rPr lang="en-US" baseline="0"/>
              <a:t>We call both cryptography and cryptanalysis as cryptology.</a:t>
            </a:r>
          </a:p>
        </p:txBody>
      </p:sp>
      <p:sp>
        <p:nvSpPr>
          <p:cNvPr id="4" name="Slide Number Placeholder 3"/>
          <p:cNvSpPr>
            <a:spLocks noGrp="1"/>
          </p:cNvSpPr>
          <p:nvPr>
            <p:ph type="sldNum" sz="quarter" idx="10"/>
          </p:nvPr>
        </p:nvSpPr>
        <p:spPr/>
        <p:txBody>
          <a:bodyPr/>
          <a:lstStyle/>
          <a:p>
            <a:fld id="{0C333FE9-259E-4CE1-80EB-A380D2C004E6}" type="slidenum">
              <a:rPr lang="en-CA" smtClean="0"/>
              <a:t>7</a:t>
            </a:fld>
            <a:endParaRPr lang="en-CA"/>
          </a:p>
        </p:txBody>
      </p:sp>
    </p:spTree>
    <p:extLst>
      <p:ext uri="{BB962C8B-B14F-4D97-AF65-F5344CB8AC3E}">
        <p14:creationId xmlns:p14="http://schemas.microsoft.com/office/powerpoint/2010/main" val="1099906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Cryptanalysts</a:t>
            </a:r>
            <a:r>
              <a:rPr lang="en-US" baseline="0"/>
              <a:t> can use various tools for their job:</a:t>
            </a:r>
          </a:p>
          <a:p>
            <a:r>
              <a:rPr lang="en-US" baseline="0"/>
              <a:t>Encrypted messages</a:t>
            </a:r>
          </a:p>
          <a:p>
            <a:r>
              <a:rPr lang="en-US" baseline="0"/>
              <a:t>Known encryption algorithms</a:t>
            </a:r>
          </a:p>
          <a:p>
            <a:r>
              <a:rPr lang="en-US" baseline="0"/>
              <a:t>Intercepting the plaintexts</a:t>
            </a:r>
          </a:p>
          <a:p>
            <a:r>
              <a:rPr lang="en-US" baseline="0"/>
              <a:t>Data items suspected to be in a </a:t>
            </a:r>
            <a:r>
              <a:rPr lang="en-US" baseline="0" err="1"/>
              <a:t>ciphertext</a:t>
            </a:r>
            <a:r>
              <a:rPr lang="en-US" baseline="0"/>
              <a:t>. It could come from the nature of the environment in which messages are being exchanged.</a:t>
            </a:r>
          </a:p>
          <a:p>
            <a:r>
              <a:rPr lang="en-US" baseline="0"/>
              <a:t>Various mathematical and/or statistical techniques. For instance we will use letter frequency table</a:t>
            </a:r>
          </a:p>
          <a:p>
            <a:r>
              <a:rPr lang="en-US" baseline="0"/>
              <a:t>Language properties. For instance we use frequent words in any given language.</a:t>
            </a:r>
          </a:p>
          <a:p>
            <a:r>
              <a:rPr lang="en-US" baseline="0"/>
              <a:t>Computers</a:t>
            </a:r>
          </a:p>
          <a:p>
            <a:r>
              <a:rPr lang="en-US" baseline="0"/>
              <a:t>Ingenuity. It is especially good for traditional ways as well as for steganography</a:t>
            </a:r>
          </a:p>
          <a:p>
            <a:r>
              <a:rPr lang="en-US" baseline="0"/>
              <a:t>Luck, same as previous one.</a:t>
            </a:r>
            <a:endParaRPr lang="en-US"/>
          </a:p>
        </p:txBody>
      </p:sp>
      <p:sp>
        <p:nvSpPr>
          <p:cNvPr id="4" name="Slide Number Placeholder 3"/>
          <p:cNvSpPr>
            <a:spLocks noGrp="1"/>
          </p:cNvSpPr>
          <p:nvPr>
            <p:ph type="sldNum" sz="quarter" idx="10"/>
          </p:nvPr>
        </p:nvSpPr>
        <p:spPr/>
        <p:txBody>
          <a:bodyPr/>
          <a:lstStyle/>
          <a:p>
            <a:fld id="{0C333FE9-259E-4CE1-80EB-A380D2C004E6}" type="slidenum">
              <a:rPr lang="en-CA" smtClean="0"/>
              <a:t>8</a:t>
            </a:fld>
            <a:endParaRPr lang="en-CA"/>
          </a:p>
        </p:txBody>
      </p:sp>
    </p:spTree>
    <p:extLst>
      <p:ext uri="{BB962C8B-B14F-4D97-AF65-F5344CB8AC3E}">
        <p14:creationId xmlns:p14="http://schemas.microsoft.com/office/powerpoint/2010/main" val="3472076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we</a:t>
            </a:r>
            <a:r>
              <a:rPr lang="en-US" baseline="0"/>
              <a:t> say an encryption is breakable, it means if a cryptanalyst is given enough time and data, they can determine the algorithm.</a:t>
            </a:r>
          </a:p>
          <a:p>
            <a:r>
              <a:rPr lang="en-US"/>
              <a:t>However, a</a:t>
            </a:r>
            <a:r>
              <a:rPr lang="en-US" baseline="0"/>
              <a:t> cryptosystem, might be impractical to break even if it is breakable.</a:t>
            </a:r>
          </a:p>
          <a:p>
            <a:r>
              <a:rPr lang="en-US" baseline="0"/>
              <a:t>For instance, a cipher with the length of 25 characters could have 26 to 25 possible decipherments. </a:t>
            </a:r>
            <a:endParaRPr lang="en-US"/>
          </a:p>
        </p:txBody>
      </p:sp>
      <p:sp>
        <p:nvSpPr>
          <p:cNvPr id="4" name="Slide Number Placeholder 3"/>
          <p:cNvSpPr>
            <a:spLocks noGrp="1"/>
          </p:cNvSpPr>
          <p:nvPr>
            <p:ph type="sldNum" sz="quarter" idx="10"/>
          </p:nvPr>
        </p:nvSpPr>
        <p:spPr/>
        <p:txBody>
          <a:bodyPr/>
          <a:lstStyle/>
          <a:p>
            <a:fld id="{0C333FE9-259E-4CE1-80EB-A380D2C004E6}" type="slidenum">
              <a:rPr lang="en-CA" smtClean="0"/>
              <a:t>9</a:t>
            </a:fld>
            <a:endParaRPr lang="en-CA"/>
          </a:p>
        </p:txBody>
      </p:sp>
    </p:spTree>
    <p:extLst>
      <p:ext uri="{BB962C8B-B14F-4D97-AF65-F5344CB8AC3E}">
        <p14:creationId xmlns:p14="http://schemas.microsoft.com/office/powerpoint/2010/main" val="3760542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However, we should know some</a:t>
            </a:r>
            <a:r>
              <a:rPr lang="en-US" baseline="0"/>
              <a:t> facts.</a:t>
            </a:r>
          </a:p>
          <a:p>
            <a:r>
              <a:rPr lang="en-US" baseline="0"/>
              <a:t>First of all, a cryptanalyst cannot be controlled and expected to try long and hard ways.</a:t>
            </a:r>
          </a:p>
          <a:p>
            <a:r>
              <a:rPr lang="en-US" baseline="0"/>
              <a:t>Speed of processors are growing very fast, so we should have some estimation of breakability based on these growth.</a:t>
            </a:r>
          </a:p>
          <a:p>
            <a:r>
              <a:rPr lang="en-US" baseline="0"/>
              <a:t>Moore’s law says that the speed of processors will be doubled every 1.5 years, and it has been true estimation over two decades.</a:t>
            </a:r>
            <a:endParaRPr lang="en-US"/>
          </a:p>
        </p:txBody>
      </p:sp>
      <p:sp>
        <p:nvSpPr>
          <p:cNvPr id="4" name="Slide Number Placeholder 3"/>
          <p:cNvSpPr>
            <a:spLocks noGrp="1"/>
          </p:cNvSpPr>
          <p:nvPr>
            <p:ph type="sldNum" sz="quarter" idx="10"/>
          </p:nvPr>
        </p:nvSpPr>
        <p:spPr/>
        <p:txBody>
          <a:bodyPr/>
          <a:lstStyle/>
          <a:p>
            <a:fld id="{0C333FE9-259E-4CE1-80EB-A380D2C004E6}" type="slidenum">
              <a:rPr lang="en-CA" smtClean="0"/>
              <a:t>10</a:t>
            </a:fld>
            <a:endParaRPr lang="en-CA"/>
          </a:p>
        </p:txBody>
      </p:sp>
    </p:spTree>
    <p:extLst>
      <p:ext uri="{BB962C8B-B14F-4D97-AF65-F5344CB8AC3E}">
        <p14:creationId xmlns:p14="http://schemas.microsoft.com/office/powerpoint/2010/main" val="1703569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Through</a:t>
            </a:r>
            <a:r>
              <a:rPr lang="en-US" baseline="0"/>
              <a:t> this chapter we will follow a notation convention. We will show the plaintext in Uppercase letters and </a:t>
            </a:r>
            <a:r>
              <a:rPr lang="en-US" baseline="0" err="1"/>
              <a:t>ciphertext</a:t>
            </a:r>
            <a:r>
              <a:rPr lang="en-US" baseline="0"/>
              <a:t> in lowercase letters.</a:t>
            </a:r>
          </a:p>
          <a:p>
            <a:r>
              <a:rPr lang="en-US" baseline="0"/>
              <a:t>Also encryption algorithms are usually based on mathematical transformations and modular arithmetic. Because we usually working with messages in English language, we transform the letters to 0 to 25 in their alphabetical order, and therefore the modular arithmetic is in Modula 26.</a:t>
            </a:r>
            <a:endParaRPr lang="en-US"/>
          </a:p>
        </p:txBody>
      </p:sp>
      <p:sp>
        <p:nvSpPr>
          <p:cNvPr id="4" name="Slide Number Placeholder 3"/>
          <p:cNvSpPr>
            <a:spLocks noGrp="1"/>
          </p:cNvSpPr>
          <p:nvPr>
            <p:ph type="sldNum" sz="quarter" idx="10"/>
          </p:nvPr>
        </p:nvSpPr>
        <p:spPr/>
        <p:txBody>
          <a:bodyPr/>
          <a:lstStyle/>
          <a:p>
            <a:fld id="{0C333FE9-259E-4CE1-80EB-A380D2C004E6}" type="slidenum">
              <a:rPr lang="en-CA" smtClean="0"/>
              <a:t>11</a:t>
            </a:fld>
            <a:endParaRPr lang="en-CA"/>
          </a:p>
        </p:txBody>
      </p:sp>
    </p:spTree>
    <p:extLst>
      <p:ext uri="{BB962C8B-B14F-4D97-AF65-F5344CB8AC3E}">
        <p14:creationId xmlns:p14="http://schemas.microsoft.com/office/powerpoint/2010/main" val="12024959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many types of traditional ways</a:t>
            </a:r>
            <a:r>
              <a:rPr lang="en-US" baseline="0"/>
              <a:t> of encryptions. In general most of them are categorized in two types, substitution and transposition. In substitution one letter is exchanged for another letter, while in transposition the order of the letters is rearranged. </a:t>
            </a:r>
          </a:p>
          <a:p>
            <a:r>
              <a:rPr lang="en-US" baseline="0"/>
              <a:t>As I have already mentioned, we want to study these cryptosystems as they are the base of modern cryptography techniques. We learn these encryptions, their strengths and weaknesses. Then we see how we can use them to establish a better and stronger set of cryptosystems.</a:t>
            </a:r>
          </a:p>
          <a:p>
            <a:r>
              <a:rPr lang="en-US" baseline="0"/>
              <a:t>We will start by substitution ciphers.</a:t>
            </a:r>
          </a:p>
          <a:p>
            <a:r>
              <a:rPr lang="en-US" baseline="0"/>
              <a:t>There are two general type of substitution cipher. The first one is mono-alphabetic in which a fixed substitution will be applied over the entire message, which is a simple substitution. We will see some examples like Caesar ciphers by shifting the alphabet letters and </a:t>
            </a:r>
            <a:r>
              <a:rPr lang="en-US" baseline="0" err="1"/>
              <a:t>Atbash</a:t>
            </a:r>
            <a:r>
              <a:rPr lang="en-US" baseline="0"/>
              <a:t> cipher by reversing the alphabet letters.</a:t>
            </a:r>
          </a:p>
          <a:p>
            <a:r>
              <a:rPr lang="en-US" baseline="0"/>
              <a:t>The second type of substitution cipher is poly-alphabetic, in which we use a number of substitutions at different positions in a given message. It is more complex than the mono-alphabetic type. We will work on some of cryptosystems in this type such as </a:t>
            </a:r>
            <a:r>
              <a:rPr lang="en-US" baseline="0" err="1"/>
              <a:t>vigenere</a:t>
            </a:r>
            <a:r>
              <a:rPr lang="en-US" baseline="0"/>
              <a:t> cipher and enigma machine.</a:t>
            </a:r>
          </a:p>
          <a:p>
            <a:r>
              <a:rPr lang="en-US" baseline="0"/>
              <a:t>After talking about these cryptosystems, we will analyze their security to see how strong they could be. We will se that they are not very secure, but we can see them as some building blocks.</a:t>
            </a:r>
          </a:p>
          <a:p>
            <a:r>
              <a:rPr lang="en-US" baseline="0"/>
              <a:t>In general, the main objective in substitution cipher is confusion. We will define this term later, but in short, the main purpose is to create a complex relation between the plaintext and ciphertext.</a:t>
            </a:r>
          </a:p>
          <a:p>
            <a:endParaRPr lang="en-US"/>
          </a:p>
        </p:txBody>
      </p:sp>
      <p:sp>
        <p:nvSpPr>
          <p:cNvPr id="4" name="Slide Number Placeholder 3"/>
          <p:cNvSpPr>
            <a:spLocks noGrp="1"/>
          </p:cNvSpPr>
          <p:nvPr>
            <p:ph type="sldNum" sz="quarter" idx="10"/>
          </p:nvPr>
        </p:nvSpPr>
        <p:spPr/>
        <p:txBody>
          <a:bodyPr/>
          <a:lstStyle/>
          <a:p>
            <a:fld id="{0C333FE9-259E-4CE1-80EB-A380D2C004E6}" type="slidenum">
              <a:rPr lang="en-CA" smtClean="0"/>
              <a:t>12</a:t>
            </a:fld>
            <a:endParaRPr lang="en-CA"/>
          </a:p>
        </p:txBody>
      </p:sp>
    </p:spTree>
    <p:extLst>
      <p:ext uri="{BB962C8B-B14F-4D97-AF65-F5344CB8AC3E}">
        <p14:creationId xmlns:p14="http://schemas.microsoft.com/office/powerpoint/2010/main" val="4087735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OK, let start the mono-alphabetic substitution cipher with shift cipher, and especially Caesar</a:t>
            </a:r>
            <a:r>
              <a:rPr lang="en-US" baseline="0"/>
              <a:t> cipher which has been named from Julius Caesar, who is believed as the first person used the substitution cipher. In general shift cipher translates each letter to the letter with a fixed number of places after it inside the alphabet. In Caesar cipher, the shift value is 3. so this means that we substitute letter A with d, B with e and so on. When we reach to the letter X, we do same as the modular arithmetic, so X will be substituted with a, Y with b and finally Z with c.</a:t>
            </a:r>
          </a:p>
          <a:p>
            <a:r>
              <a:rPr lang="en-US" baseline="0"/>
              <a:t>Therefore, we can write the encryption as an equation like this.</a:t>
            </a:r>
          </a:p>
          <a:p>
            <a:r>
              <a:rPr lang="en-US" baseline="0"/>
              <a:t>This is an example, in which we encrypt CAESAR CIPHER to this using this substitution cipher. </a:t>
            </a:r>
            <a:endParaRPr lang="en-US"/>
          </a:p>
        </p:txBody>
      </p:sp>
      <p:sp>
        <p:nvSpPr>
          <p:cNvPr id="4" name="Slide Number Placeholder 3"/>
          <p:cNvSpPr>
            <a:spLocks noGrp="1"/>
          </p:cNvSpPr>
          <p:nvPr>
            <p:ph type="sldNum" sz="quarter" idx="10"/>
          </p:nvPr>
        </p:nvSpPr>
        <p:spPr/>
        <p:txBody>
          <a:bodyPr/>
          <a:lstStyle/>
          <a:p>
            <a:fld id="{0C333FE9-259E-4CE1-80EB-A380D2C004E6}" type="slidenum">
              <a:rPr lang="en-CA" smtClean="0"/>
              <a:t>13</a:t>
            </a:fld>
            <a:endParaRPr lang="en-CA"/>
          </a:p>
        </p:txBody>
      </p:sp>
    </p:spTree>
    <p:extLst>
      <p:ext uri="{BB962C8B-B14F-4D97-AF65-F5344CB8AC3E}">
        <p14:creationId xmlns:p14="http://schemas.microsoft.com/office/powerpoint/2010/main" val="4186573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let see what would</a:t>
            </a:r>
            <a:r>
              <a:rPr lang="en-US" baseline="0"/>
              <a:t> be the advantages and disadvantages of this encryption system.</a:t>
            </a:r>
          </a:p>
          <a:p>
            <a:r>
              <a:rPr lang="en-US" baseline="0"/>
              <a:t>In one hand, it is very simple and easy to understand. However, on the other hand it is very simple to break as well. We just need a small piece of </a:t>
            </a:r>
            <a:r>
              <a:rPr lang="en-US" baseline="0" err="1"/>
              <a:t>ciphertext</a:t>
            </a:r>
            <a:r>
              <a:rPr lang="en-US" baseline="0"/>
              <a:t> to predict the entire pattern of the encryption.</a:t>
            </a:r>
          </a:p>
          <a:p>
            <a:endParaRPr lang="en-US"/>
          </a:p>
          <a:p>
            <a:r>
              <a:rPr lang="en-US"/>
              <a:t>Now let see how we can do cryptanalysis for shift cipher.</a:t>
            </a:r>
          </a:p>
          <a:p>
            <a:r>
              <a:rPr lang="en-US"/>
              <a:t>First of all, when we allow blank</a:t>
            </a:r>
            <a:r>
              <a:rPr lang="en-US" baseline="0"/>
              <a:t> to be translated to itself, it gives a strong clue to the attackers.</a:t>
            </a:r>
          </a:p>
          <a:p>
            <a:r>
              <a:rPr lang="en-US" baseline="0"/>
              <a:t>Second, we can easily figure out the short words.</a:t>
            </a:r>
          </a:p>
          <a:p>
            <a:r>
              <a:rPr lang="en-US" baseline="0"/>
              <a:t>Then we can substitute same characters in other places.</a:t>
            </a:r>
          </a:p>
          <a:p>
            <a:r>
              <a:rPr lang="en-US" baseline="0"/>
              <a:t>We can also guess the three-letter words.</a:t>
            </a:r>
          </a:p>
          <a:p>
            <a:r>
              <a:rPr lang="en-US" baseline="0"/>
              <a:t>Then by deleting the already found letters from the alphabet, we can guess unused letters easily.</a:t>
            </a:r>
          </a:p>
          <a:p>
            <a:r>
              <a:rPr lang="en-US" baseline="0"/>
              <a:t>Lets try the following example using some info from the following website.</a:t>
            </a:r>
          </a:p>
          <a:p>
            <a:r>
              <a:rPr lang="en-US"/>
              <a:t>Ok, lets think about number</a:t>
            </a:r>
            <a:r>
              <a:rPr lang="en-US" baseline="0"/>
              <a:t> of possible keys in shift cipher. 25</a:t>
            </a:r>
          </a:p>
          <a:p>
            <a:r>
              <a:rPr lang="en-US" baseline="0"/>
              <a:t>So it means the shift cipher is very far from secure.</a:t>
            </a:r>
          </a:p>
          <a:p>
            <a:endParaRPr lang="en-US"/>
          </a:p>
        </p:txBody>
      </p:sp>
      <p:sp>
        <p:nvSpPr>
          <p:cNvPr id="4" name="Slide Number Placeholder 3"/>
          <p:cNvSpPr>
            <a:spLocks noGrp="1"/>
          </p:cNvSpPr>
          <p:nvPr>
            <p:ph type="sldNum" sz="quarter" idx="10"/>
          </p:nvPr>
        </p:nvSpPr>
        <p:spPr/>
        <p:txBody>
          <a:bodyPr/>
          <a:lstStyle/>
          <a:p>
            <a:fld id="{0C333FE9-259E-4CE1-80EB-A380D2C004E6}" type="slidenum">
              <a:rPr lang="en-CA" smtClean="0"/>
              <a:t>14</a:t>
            </a:fld>
            <a:endParaRPr lang="en-CA"/>
          </a:p>
        </p:txBody>
      </p:sp>
    </p:spTree>
    <p:extLst>
      <p:ext uri="{BB962C8B-B14F-4D97-AF65-F5344CB8AC3E}">
        <p14:creationId xmlns:p14="http://schemas.microsoft.com/office/powerpoint/2010/main" val="4301108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In</a:t>
            </a:r>
            <a:r>
              <a:rPr lang="en-CA" baseline="0"/>
              <a:t> terms of the complexity of substitution cipher, we can say that</a:t>
            </a:r>
          </a:p>
          <a:p>
            <a:r>
              <a:rPr lang="en-CA" baseline="0"/>
              <a:t>First of all, encryption and decryption can be done by direct lookup in a table of letters and their correspondence</a:t>
            </a:r>
          </a:p>
          <a:p>
            <a:r>
              <a:rPr lang="en-CA" baseline="0"/>
              <a:t>The transformation can be done in constant time</a:t>
            </a:r>
          </a:p>
          <a:p>
            <a:r>
              <a:rPr lang="en-CA" baseline="0"/>
              <a:t>And  therefore, the complexity of an algorithm to encrypt a message with n characters is proportional to n</a:t>
            </a:r>
          </a:p>
          <a:p>
            <a:endParaRPr lang="en-CA"/>
          </a:p>
        </p:txBody>
      </p:sp>
      <p:sp>
        <p:nvSpPr>
          <p:cNvPr id="4" name="Slide Number Placeholder 3"/>
          <p:cNvSpPr>
            <a:spLocks noGrp="1"/>
          </p:cNvSpPr>
          <p:nvPr>
            <p:ph type="sldNum" sz="quarter" idx="10"/>
          </p:nvPr>
        </p:nvSpPr>
        <p:spPr/>
        <p:txBody>
          <a:bodyPr/>
          <a:lstStyle/>
          <a:p>
            <a:fld id="{0C333FE9-259E-4CE1-80EB-A380D2C004E6}" type="slidenum">
              <a:rPr lang="en-CA" smtClean="0"/>
              <a:t>15</a:t>
            </a:fld>
            <a:endParaRPr lang="en-CA"/>
          </a:p>
        </p:txBody>
      </p:sp>
    </p:spTree>
    <p:extLst>
      <p:ext uri="{BB962C8B-B14F-4D97-AF65-F5344CB8AC3E}">
        <p14:creationId xmlns:p14="http://schemas.microsoft.com/office/powerpoint/2010/main" val="1135456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If we want to summarize the possible</a:t>
            </a:r>
            <a:r>
              <a:rPr lang="en-CA" baseline="0"/>
              <a:t> ways for breaking this types of cryptosystems, we can list them as follows</a:t>
            </a:r>
          </a:p>
          <a:p>
            <a:r>
              <a:rPr lang="en-CA" baseline="0"/>
              <a:t>By guess</a:t>
            </a:r>
          </a:p>
          <a:p>
            <a:r>
              <a:rPr lang="en-CA" baseline="0"/>
              <a:t>We should have some strategy and steps</a:t>
            </a:r>
          </a:p>
          <a:p>
            <a:r>
              <a:rPr lang="en-CA" baseline="0"/>
              <a:t>We sometimes need some simple mathematical skills</a:t>
            </a:r>
          </a:p>
          <a:p>
            <a:r>
              <a:rPr lang="en-CA" baseline="0"/>
              <a:t>Patterns in the language are very important and informative to break a cipher such as frequent short words, words with some repeated patterns, like too, been, meet, seen, … and also some common initial and final letters and words.</a:t>
            </a:r>
          </a:p>
          <a:p>
            <a:r>
              <a:rPr lang="en-CA" baseline="0"/>
              <a:t>The best tool is the letter frequency table in the host language, as well as </a:t>
            </a:r>
            <a:r>
              <a:rPr lang="en-CA" baseline="0" err="1"/>
              <a:t>digrams</a:t>
            </a:r>
            <a:r>
              <a:rPr lang="en-CA" baseline="0"/>
              <a:t>, trigrams, …</a:t>
            </a:r>
          </a:p>
          <a:p>
            <a:r>
              <a:rPr lang="en-CA" baseline="0"/>
              <a:t>And of course it would be very helpful if we have some ideas about the message context</a:t>
            </a:r>
          </a:p>
        </p:txBody>
      </p:sp>
      <p:sp>
        <p:nvSpPr>
          <p:cNvPr id="4" name="Slide Number Placeholder 3"/>
          <p:cNvSpPr>
            <a:spLocks noGrp="1"/>
          </p:cNvSpPr>
          <p:nvPr>
            <p:ph type="sldNum" sz="quarter" idx="10"/>
          </p:nvPr>
        </p:nvSpPr>
        <p:spPr/>
        <p:txBody>
          <a:bodyPr/>
          <a:lstStyle/>
          <a:p>
            <a:fld id="{0C333FE9-259E-4CE1-80EB-A380D2C004E6}" type="slidenum">
              <a:rPr lang="en-CA" smtClean="0"/>
              <a:t>16</a:t>
            </a:fld>
            <a:endParaRPr lang="en-CA"/>
          </a:p>
        </p:txBody>
      </p:sp>
    </p:spTree>
    <p:extLst>
      <p:ext uri="{BB962C8B-B14F-4D97-AF65-F5344CB8AC3E}">
        <p14:creationId xmlns:p14="http://schemas.microsoft.com/office/powerpoint/2010/main" val="4271065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Before continuing</a:t>
            </a:r>
            <a:r>
              <a:rPr lang="en-CA" baseline="0"/>
              <a:t>, it would be better to have some general cryptographer’s dilemma</a:t>
            </a:r>
          </a:p>
          <a:p>
            <a:r>
              <a:rPr lang="en-CA" baseline="0"/>
              <a:t>First of all, if a cryptosystem is based on a hard problem, it does not necessary mean that it is secure</a:t>
            </a:r>
          </a:p>
          <a:p>
            <a:r>
              <a:rPr lang="en-CA" baseline="0"/>
              <a:t>Short messages give little info to cryptanalysts.</a:t>
            </a:r>
          </a:p>
          <a:p>
            <a:r>
              <a:rPr lang="en-CA" baseline="0"/>
              <a:t>Encryption algorithms should be regular both for implementation purposes as well as cryptographers to formulize and remember them.</a:t>
            </a:r>
          </a:p>
          <a:p>
            <a:r>
              <a:rPr lang="en-CA" baseline="0"/>
              <a:t>The principle of adequate protection</a:t>
            </a:r>
          </a:p>
          <a:p>
            <a:endParaRPr lang="en-CA"/>
          </a:p>
        </p:txBody>
      </p:sp>
      <p:sp>
        <p:nvSpPr>
          <p:cNvPr id="4" name="Slide Number Placeholder 3"/>
          <p:cNvSpPr>
            <a:spLocks noGrp="1"/>
          </p:cNvSpPr>
          <p:nvPr>
            <p:ph type="sldNum" sz="quarter" idx="10"/>
          </p:nvPr>
        </p:nvSpPr>
        <p:spPr/>
        <p:txBody>
          <a:bodyPr/>
          <a:lstStyle/>
          <a:p>
            <a:fld id="{0C333FE9-259E-4CE1-80EB-A380D2C004E6}" type="slidenum">
              <a:rPr lang="en-CA" smtClean="0"/>
              <a:t>17</a:t>
            </a:fld>
            <a:endParaRPr lang="en-CA"/>
          </a:p>
        </p:txBody>
      </p:sp>
    </p:spTree>
    <p:extLst>
      <p:ext uri="{BB962C8B-B14F-4D97-AF65-F5344CB8AC3E}">
        <p14:creationId xmlns:p14="http://schemas.microsoft.com/office/powerpoint/2010/main" val="34419968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Before going to the second type of</a:t>
            </a:r>
            <a:r>
              <a:rPr lang="en-CA" baseline="0"/>
              <a:t> traditional cryptosystems we little bit talk about a cryptosystem that is able to provide perfect secrecy.</a:t>
            </a:r>
          </a:p>
          <a:p>
            <a:r>
              <a:rPr lang="en-CA" baseline="0"/>
              <a:t>It is called one-time pads. The ideal case is that the length of the key is the same as the length of the message itself.</a:t>
            </a:r>
          </a:p>
          <a:p>
            <a:r>
              <a:rPr lang="en-CA" baseline="0"/>
              <a:t>So, we can imagine what would be the issues even before talking about the cryptosystem itself.</a:t>
            </a:r>
          </a:p>
          <a:p>
            <a:r>
              <a:rPr lang="en-CA" baseline="0"/>
              <a:t>If the key is generated in a true random fashion, then it means that no matter what the plaintext message is, the </a:t>
            </a:r>
            <a:r>
              <a:rPr lang="en-CA" baseline="0" err="1"/>
              <a:t>ciphertext</a:t>
            </a:r>
            <a:r>
              <a:rPr lang="en-CA" baseline="0"/>
              <a:t> is also a true random sequence. This results that for a </a:t>
            </a:r>
            <a:r>
              <a:rPr lang="en-CA" baseline="0" err="1"/>
              <a:t>ciphertext</a:t>
            </a:r>
            <a:r>
              <a:rPr lang="en-CA" baseline="0"/>
              <a:t> with length m, any meaningful phrase of length m could be the possible plaintext message with equal probability.</a:t>
            </a:r>
            <a:endParaRPr lang="en-CA"/>
          </a:p>
        </p:txBody>
      </p:sp>
      <p:sp>
        <p:nvSpPr>
          <p:cNvPr id="4" name="Slide Number Placeholder 3"/>
          <p:cNvSpPr>
            <a:spLocks noGrp="1"/>
          </p:cNvSpPr>
          <p:nvPr>
            <p:ph type="sldNum" sz="quarter" idx="10"/>
          </p:nvPr>
        </p:nvSpPr>
        <p:spPr/>
        <p:txBody>
          <a:bodyPr/>
          <a:lstStyle/>
          <a:p>
            <a:fld id="{0C333FE9-259E-4CE1-80EB-A380D2C004E6}" type="slidenum">
              <a:rPr lang="en-CA" smtClean="0"/>
              <a:t>18</a:t>
            </a:fld>
            <a:endParaRPr lang="en-CA"/>
          </a:p>
        </p:txBody>
      </p:sp>
    </p:spTree>
    <p:extLst>
      <p:ext uri="{BB962C8B-B14F-4D97-AF65-F5344CB8AC3E}">
        <p14:creationId xmlns:p14="http://schemas.microsoft.com/office/powerpoint/2010/main" val="23978122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instance </a:t>
            </a:r>
            <a:r>
              <a:rPr lang="en-US" err="1"/>
              <a:t>Vernam</a:t>
            </a:r>
            <a:r>
              <a:rPr lang="en-US"/>
              <a:t> cipher is a one-time pads cryptosystem, in which we map the letters to their corresponding numbers from 0 to 25.</a:t>
            </a:r>
            <a:r>
              <a:rPr lang="en-US" baseline="0"/>
              <a:t> We than use a key sequence and combine with the message to create the </a:t>
            </a:r>
            <a:r>
              <a:rPr lang="en-US" baseline="0" err="1"/>
              <a:t>ciphertext</a:t>
            </a:r>
            <a:r>
              <a:rPr lang="en-US" baseline="0"/>
              <a:t>. Same key sequence is used for decryption.</a:t>
            </a:r>
            <a:endParaRPr lang="en-US"/>
          </a:p>
        </p:txBody>
      </p:sp>
      <p:sp>
        <p:nvSpPr>
          <p:cNvPr id="4" name="Slide Number Placeholder 3"/>
          <p:cNvSpPr>
            <a:spLocks noGrp="1"/>
          </p:cNvSpPr>
          <p:nvPr>
            <p:ph type="sldNum" sz="quarter" idx="10"/>
          </p:nvPr>
        </p:nvSpPr>
        <p:spPr/>
        <p:txBody>
          <a:bodyPr/>
          <a:lstStyle/>
          <a:p>
            <a:fld id="{0C333FE9-259E-4CE1-80EB-A380D2C004E6}" type="slidenum">
              <a:rPr lang="en-CA" smtClean="0"/>
              <a:t>19</a:t>
            </a:fld>
            <a:endParaRPr lang="en-CA"/>
          </a:p>
        </p:txBody>
      </p:sp>
    </p:spTree>
    <p:extLst>
      <p:ext uri="{BB962C8B-B14F-4D97-AF65-F5344CB8AC3E}">
        <p14:creationId xmlns:p14="http://schemas.microsoft.com/office/powerpoint/2010/main" val="18716630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an example</a:t>
            </a:r>
            <a:r>
              <a:rPr lang="en-US" baseline="0"/>
              <a:t> of one-time pads, in which keys are random two digit numbers. We use addition Modula 26 to find cipher. In this example we see two “a” and two “t” in the cipher. However, they have different situations. Having two “</a:t>
            </a:r>
            <a:r>
              <a:rPr lang="en-US" baseline="0" err="1"/>
              <a:t>a”s</a:t>
            </a:r>
            <a:r>
              <a:rPr lang="en-US" baseline="0"/>
              <a:t> is by accident, because we have same letters at two positions with the same keys. However, the first “t” is the cipher of “V” while the second “t” comes from “I”, which is the main point of this type of cryptosystem.</a:t>
            </a:r>
            <a:endParaRPr lang="en-US"/>
          </a:p>
        </p:txBody>
      </p:sp>
      <p:sp>
        <p:nvSpPr>
          <p:cNvPr id="4" name="Slide Number Placeholder 3"/>
          <p:cNvSpPr>
            <a:spLocks noGrp="1"/>
          </p:cNvSpPr>
          <p:nvPr>
            <p:ph type="sldNum" sz="quarter" idx="10"/>
          </p:nvPr>
        </p:nvSpPr>
        <p:spPr/>
        <p:txBody>
          <a:bodyPr/>
          <a:lstStyle/>
          <a:p>
            <a:fld id="{0C333FE9-259E-4CE1-80EB-A380D2C004E6}" type="slidenum">
              <a:rPr lang="en-CA" smtClean="0"/>
              <a:t>20</a:t>
            </a:fld>
            <a:endParaRPr lang="en-CA"/>
          </a:p>
        </p:txBody>
      </p:sp>
    </p:spTree>
    <p:extLst>
      <p:ext uri="{BB962C8B-B14F-4D97-AF65-F5344CB8AC3E}">
        <p14:creationId xmlns:p14="http://schemas.microsoft.com/office/powerpoint/2010/main" val="33452395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We can increase the level of security of shift cipher and make it harder to break by drastically increasing the key space. One way is to do permutation instead of simple shift. Therefore, the possible keys will be increased to ? 26! = 4X10^26.</a:t>
            </a:r>
          </a:p>
          <a:p>
            <a:r>
              <a:rPr lang="en-US" baseline="0"/>
              <a:t>Let see an example of permutation as the mono-alphabetic substitution cipher.</a:t>
            </a:r>
          </a:p>
          <a:p>
            <a:r>
              <a:rPr lang="en-US" baseline="0"/>
              <a:t>Homophones is one solution for letter frequency issue, in which number of symbols, which is proportional to the letter frequency, are assigned and randomly selected. </a:t>
            </a:r>
          </a:p>
          <a:p>
            <a:r>
              <a:rPr lang="en-US" baseline="0"/>
              <a:t>We can also use a keyword arranged by the sender and receiver as the starting point, and then continue the rest of the unused letters in order.</a:t>
            </a:r>
          </a:p>
          <a:p>
            <a:r>
              <a:rPr lang="en-US" baseline="0"/>
              <a:t>However, if the key word is short, then letters and their corresponding ciphers are very close to each other. Also, many times, some last letters map to themselves.</a:t>
            </a:r>
          </a:p>
          <a:p>
            <a:r>
              <a:rPr lang="en-US" baseline="0"/>
              <a:t>You can find many types of mono-alphabetic substitution ciphers, and all of them suffer from letter and word frequency attack.</a:t>
            </a:r>
          </a:p>
          <a:p>
            <a:r>
              <a:rPr lang="en-US" baseline="0"/>
              <a:t>Before going forward, we will see two other types of substitution cipher. In the first one, </a:t>
            </a:r>
            <a:r>
              <a:rPr lang="en-US" baseline="0" err="1"/>
              <a:t>PlayFair</a:t>
            </a:r>
            <a:r>
              <a:rPr lang="en-US" baseline="0"/>
              <a:t> and Hill, we encrypt multiple letters of plaintext. In the second one, </a:t>
            </a:r>
            <a:r>
              <a:rPr lang="en-US" baseline="0" err="1"/>
              <a:t>Vigenere</a:t>
            </a:r>
            <a:r>
              <a:rPr lang="en-US" baseline="0"/>
              <a:t>, we use multiple cipher alphabets. </a:t>
            </a:r>
          </a:p>
          <a:p>
            <a:r>
              <a:rPr lang="en-US" baseline="0"/>
              <a:t>In poly-alphabetic substitution cipher, a set of related mono-alphabetic substitutions are used, based on the selected key.</a:t>
            </a:r>
          </a:p>
          <a:p>
            <a:r>
              <a:rPr lang="en-US" baseline="0"/>
              <a:t>There are two types of attack to </a:t>
            </a:r>
            <a:r>
              <a:rPr lang="en-US" baseline="0" err="1"/>
              <a:t>vigenere</a:t>
            </a:r>
            <a:r>
              <a:rPr lang="en-US" baseline="0"/>
              <a:t> cipher. One by using the repeated patterns, and the second is to use the letter frequency table.</a:t>
            </a:r>
          </a:p>
          <a:p>
            <a:endParaRPr lang="en-US" baseline="0"/>
          </a:p>
          <a:p>
            <a:r>
              <a:rPr lang="en-US" baseline="0"/>
              <a:t> </a:t>
            </a:r>
            <a:endParaRPr lang="en-US"/>
          </a:p>
        </p:txBody>
      </p:sp>
      <p:sp>
        <p:nvSpPr>
          <p:cNvPr id="4" name="Slide Number Placeholder 3"/>
          <p:cNvSpPr>
            <a:spLocks noGrp="1"/>
          </p:cNvSpPr>
          <p:nvPr>
            <p:ph type="sldNum" sz="quarter" idx="10"/>
          </p:nvPr>
        </p:nvSpPr>
        <p:spPr/>
        <p:txBody>
          <a:bodyPr/>
          <a:lstStyle/>
          <a:p>
            <a:fld id="{0C333FE9-259E-4CE1-80EB-A380D2C004E6}" type="slidenum">
              <a:rPr lang="en-CA" smtClean="0"/>
              <a:t>21</a:t>
            </a:fld>
            <a:endParaRPr lang="en-CA"/>
          </a:p>
        </p:txBody>
      </p:sp>
    </p:spTree>
    <p:extLst>
      <p:ext uri="{BB962C8B-B14F-4D97-AF65-F5344CB8AC3E}">
        <p14:creationId xmlns:p14="http://schemas.microsoft.com/office/powerpoint/2010/main" val="2600764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If we</a:t>
            </a:r>
            <a:r>
              <a:rPr lang="en-CA" baseline="0" dirty="0"/>
              <a:t> only rearrange the order of letters in the plaintext, than we have transposition cipher.</a:t>
            </a:r>
          </a:p>
          <a:p>
            <a:r>
              <a:rPr lang="en-CA" baseline="0" dirty="0"/>
              <a:t>By doing this, we want to make some sort of diffusion, which means widely spreading the message across the whole ciphertext.</a:t>
            </a:r>
          </a:p>
          <a:p>
            <a:r>
              <a:rPr lang="en-CA" baseline="0" dirty="0"/>
              <a:t>There are many types of transpositions. For instance we can use rail fence by writing the plaintext as a sequence of diagonals and then read it as a sequence of rows.</a:t>
            </a:r>
          </a:p>
          <a:p>
            <a:r>
              <a:rPr lang="en-CA" baseline="0" dirty="0"/>
              <a:t>Another type is the columnar transposition, in which we write the plaintext in a rectangular matrix, row by row, and then read it in columns. We can even set a key as a random order of the columns and then read the columns based on the ascending order of key numbers. Example</a:t>
            </a:r>
          </a:p>
          <a:p>
            <a:endParaRPr lang="en-CA" dirty="0"/>
          </a:p>
        </p:txBody>
      </p:sp>
      <p:sp>
        <p:nvSpPr>
          <p:cNvPr id="4" name="Slide Number Placeholder 3"/>
          <p:cNvSpPr>
            <a:spLocks noGrp="1"/>
          </p:cNvSpPr>
          <p:nvPr>
            <p:ph type="sldNum" sz="quarter" idx="10"/>
          </p:nvPr>
        </p:nvSpPr>
        <p:spPr/>
        <p:txBody>
          <a:bodyPr/>
          <a:lstStyle/>
          <a:p>
            <a:fld id="{0C333FE9-259E-4CE1-80EB-A380D2C004E6}" type="slidenum">
              <a:rPr lang="en-CA" smtClean="0"/>
              <a:t>22</a:t>
            </a:fld>
            <a:endParaRPr lang="en-CA"/>
          </a:p>
        </p:txBody>
      </p:sp>
    </p:spTree>
    <p:extLst>
      <p:ext uri="{BB962C8B-B14F-4D97-AF65-F5344CB8AC3E}">
        <p14:creationId xmlns:p14="http://schemas.microsoft.com/office/powerpoint/2010/main" val="15282413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What is the key in this transposition?</a:t>
            </a:r>
          </a:p>
          <a:p>
            <a:r>
              <a:rPr lang="en-CA"/>
              <a:t>We can also add column order as extra key</a:t>
            </a:r>
          </a:p>
          <a:p>
            <a:endParaRPr lang="en-CA"/>
          </a:p>
        </p:txBody>
      </p:sp>
      <p:sp>
        <p:nvSpPr>
          <p:cNvPr id="4" name="Slide Number Placeholder 3"/>
          <p:cNvSpPr>
            <a:spLocks noGrp="1"/>
          </p:cNvSpPr>
          <p:nvPr>
            <p:ph type="sldNum" sz="quarter" idx="10"/>
          </p:nvPr>
        </p:nvSpPr>
        <p:spPr/>
        <p:txBody>
          <a:bodyPr/>
          <a:lstStyle/>
          <a:p>
            <a:fld id="{0C333FE9-259E-4CE1-80EB-A380D2C004E6}" type="slidenum">
              <a:rPr lang="en-CA" smtClean="0"/>
              <a:t>23</a:t>
            </a:fld>
            <a:endParaRPr lang="en-CA"/>
          </a:p>
        </p:txBody>
      </p:sp>
    </p:spTree>
    <p:extLst>
      <p:ext uri="{BB962C8B-B14F-4D97-AF65-F5344CB8AC3E}">
        <p14:creationId xmlns:p14="http://schemas.microsoft.com/office/powerpoint/2010/main" val="17977358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This algorithm is not suitable especially for long messages and when the time is of the essence.</a:t>
            </a:r>
          </a:p>
        </p:txBody>
      </p:sp>
      <p:sp>
        <p:nvSpPr>
          <p:cNvPr id="4" name="Slide Number Placeholder 3"/>
          <p:cNvSpPr>
            <a:spLocks noGrp="1"/>
          </p:cNvSpPr>
          <p:nvPr>
            <p:ph type="sldNum" sz="quarter" idx="10"/>
          </p:nvPr>
        </p:nvSpPr>
        <p:spPr/>
        <p:txBody>
          <a:bodyPr/>
          <a:lstStyle/>
          <a:p>
            <a:fld id="{0C333FE9-259E-4CE1-80EB-A380D2C004E6}" type="slidenum">
              <a:rPr lang="en-CA" smtClean="0"/>
              <a:t>24</a:t>
            </a:fld>
            <a:endParaRPr lang="en-CA"/>
          </a:p>
        </p:txBody>
      </p:sp>
    </p:spTree>
    <p:extLst>
      <p:ext uri="{BB962C8B-B14F-4D97-AF65-F5344CB8AC3E}">
        <p14:creationId xmlns:p14="http://schemas.microsoft.com/office/powerpoint/2010/main" val="21070760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a:t>It is also good to indicate the </a:t>
            </a:r>
            <a:r>
              <a:rPr lang="en-CA" err="1"/>
              <a:t>digrams</a:t>
            </a:r>
            <a:r>
              <a:rPr lang="en-CA"/>
              <a:t> and trigrams that will usually not occur</a:t>
            </a:r>
            <a:r>
              <a:rPr lang="en-CA" baseline="0"/>
              <a:t> in the host language, such as –</a:t>
            </a:r>
            <a:r>
              <a:rPr lang="en-CA" baseline="0" err="1"/>
              <a:t>vk</a:t>
            </a:r>
            <a:r>
              <a:rPr lang="en-CA" baseline="0"/>
              <a:t>- or –</a:t>
            </a:r>
            <a:r>
              <a:rPr lang="en-CA" baseline="0" err="1"/>
              <a:t>qp</a:t>
            </a:r>
            <a:r>
              <a:rPr lang="en-CA" baseline="0"/>
              <a:t>-</a:t>
            </a:r>
          </a:p>
          <a:p>
            <a:r>
              <a:rPr lang="en-CA" baseline="0"/>
              <a:t>Just remember that infrequent sequences could happen in acronyms, foreign words and across word boundaries.</a:t>
            </a:r>
          </a:p>
          <a:p>
            <a:endParaRPr lang="en-CA"/>
          </a:p>
        </p:txBody>
      </p:sp>
      <p:sp>
        <p:nvSpPr>
          <p:cNvPr id="4" name="Slide Number Placeholder 3"/>
          <p:cNvSpPr>
            <a:spLocks noGrp="1"/>
          </p:cNvSpPr>
          <p:nvPr>
            <p:ph type="sldNum" sz="quarter" idx="10"/>
          </p:nvPr>
        </p:nvSpPr>
        <p:spPr/>
        <p:txBody>
          <a:bodyPr/>
          <a:lstStyle/>
          <a:p>
            <a:fld id="{0C333FE9-259E-4CE1-80EB-A380D2C004E6}" type="slidenum">
              <a:rPr lang="en-CA" smtClean="0"/>
              <a:t>25</a:t>
            </a:fld>
            <a:endParaRPr lang="en-CA"/>
          </a:p>
        </p:txBody>
      </p:sp>
    </p:spTree>
    <p:extLst>
      <p:ext uri="{BB962C8B-B14F-4D97-AF65-F5344CB8AC3E}">
        <p14:creationId xmlns:p14="http://schemas.microsoft.com/office/powerpoint/2010/main" val="36425458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Now, that</a:t>
            </a:r>
            <a:r>
              <a:rPr lang="en-US" baseline="0"/>
              <a:t> we saw these two approaches, substitution and transposition, let us talk little bit about the combination of these approaches.</a:t>
            </a:r>
          </a:p>
          <a:p>
            <a:r>
              <a:rPr lang="en-US" baseline="0"/>
              <a:t>We will see that we can use them as some building blocks for our modern techniques in cryptosystems.</a:t>
            </a:r>
          </a:p>
          <a:p>
            <a:r>
              <a:rPr lang="en-US" baseline="0"/>
              <a:t>The combination could be </a:t>
            </a:r>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333FE9-259E-4CE1-80EB-A380D2C004E6}"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09541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333FE9-259E-4CE1-80EB-A380D2C004E6}"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595879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333FE9-259E-4CE1-80EB-A380D2C004E6}" type="slidenum">
              <a:rPr kumimoji="0" lang="en-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57450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BBE95-FC20-5159-89C2-9621BE92C74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CA"/>
          </a:p>
        </p:txBody>
      </p:sp>
      <p:sp>
        <p:nvSpPr>
          <p:cNvPr id="3" name="Subtitle 2">
            <a:extLst>
              <a:ext uri="{FF2B5EF4-FFF2-40B4-BE49-F238E27FC236}">
                <a16:creationId xmlns:a16="http://schemas.microsoft.com/office/drawing/2014/main" id="{08C484B9-F7C9-6F3E-C18B-5FB29EADF658}"/>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6D01A3C-A930-D54E-980D-0B2CD84876DD}"/>
              </a:ext>
            </a:extLst>
          </p:cNvPr>
          <p:cNvSpPr>
            <a:spLocks noGrp="1"/>
          </p:cNvSpPr>
          <p:nvPr>
            <p:ph type="dt" sz="half" idx="10"/>
          </p:nvPr>
        </p:nvSpPr>
        <p:spPr/>
        <p:txBody>
          <a:bodyPr/>
          <a:lstStyle/>
          <a:p>
            <a:fld id="{818D8D12-7CDF-4595-A908-26EA90135E28}" type="datetime1">
              <a:rPr lang="en-CA" smtClean="0"/>
              <a:t>2024-09-11</a:t>
            </a:fld>
            <a:endParaRPr lang="en-CA"/>
          </a:p>
        </p:txBody>
      </p:sp>
      <p:sp>
        <p:nvSpPr>
          <p:cNvPr id="5" name="Footer Placeholder 4">
            <a:extLst>
              <a:ext uri="{FF2B5EF4-FFF2-40B4-BE49-F238E27FC236}">
                <a16:creationId xmlns:a16="http://schemas.microsoft.com/office/drawing/2014/main" id="{8FF5F437-827F-5FED-32CE-44ADAB25548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CF526C3-F7F2-A750-3501-A67201B1D97B}"/>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680635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E3808-DB99-F7DE-B5BE-6DAAE49B744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F865FB8-2601-CC65-4005-421D050104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5BABCAC-DB47-2752-8345-25EA5B8F388C}"/>
              </a:ext>
            </a:extLst>
          </p:cNvPr>
          <p:cNvSpPr>
            <a:spLocks noGrp="1"/>
          </p:cNvSpPr>
          <p:nvPr>
            <p:ph type="dt" sz="half" idx="10"/>
          </p:nvPr>
        </p:nvSpPr>
        <p:spPr/>
        <p:txBody>
          <a:bodyPr/>
          <a:lstStyle/>
          <a:p>
            <a:fld id="{2E0F963D-4464-499F-AF62-C6E82BAD4853}" type="datetime1">
              <a:rPr lang="en-CA" smtClean="0"/>
              <a:t>2024-09-11</a:t>
            </a:fld>
            <a:endParaRPr lang="en-CA"/>
          </a:p>
        </p:txBody>
      </p:sp>
      <p:sp>
        <p:nvSpPr>
          <p:cNvPr id="5" name="Footer Placeholder 4">
            <a:extLst>
              <a:ext uri="{FF2B5EF4-FFF2-40B4-BE49-F238E27FC236}">
                <a16:creationId xmlns:a16="http://schemas.microsoft.com/office/drawing/2014/main" id="{48044E10-B0C1-B09C-864E-BB4CA3C4BE6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8AA7D09-44C3-FF33-5E88-EDBBEE600BBF}"/>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217708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FCE48-F489-B01A-55AA-512B417510FF}"/>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588A1F3-D366-A8E6-DE52-C6BAAD0CE456}"/>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FFB0D2E-F233-6321-635C-F67B0A03CC22}"/>
              </a:ext>
            </a:extLst>
          </p:cNvPr>
          <p:cNvSpPr>
            <a:spLocks noGrp="1"/>
          </p:cNvSpPr>
          <p:nvPr>
            <p:ph type="dt" sz="half" idx="10"/>
          </p:nvPr>
        </p:nvSpPr>
        <p:spPr/>
        <p:txBody>
          <a:bodyPr/>
          <a:lstStyle/>
          <a:p>
            <a:fld id="{9560C6B9-8E15-4029-AF23-DFD91F42C03D}" type="datetime1">
              <a:rPr lang="en-CA" smtClean="0"/>
              <a:t>2024-09-11</a:t>
            </a:fld>
            <a:endParaRPr lang="en-CA"/>
          </a:p>
        </p:txBody>
      </p:sp>
      <p:sp>
        <p:nvSpPr>
          <p:cNvPr id="5" name="Footer Placeholder 4">
            <a:extLst>
              <a:ext uri="{FF2B5EF4-FFF2-40B4-BE49-F238E27FC236}">
                <a16:creationId xmlns:a16="http://schemas.microsoft.com/office/drawing/2014/main" id="{67AD0181-8B92-F550-4C00-DFF7977AC32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139F3AC-C7BB-91F2-C880-8A1B2AA7868E}"/>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82593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00BA3-E6CA-2378-6745-2A40F5D13AF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9F35498-692E-15F1-CE64-8B58DF722A01}"/>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F6437372-2273-643C-C30A-E5AF354005A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B71C8EB-12A5-FE7C-3510-4B09AAA1836F}"/>
              </a:ext>
            </a:extLst>
          </p:cNvPr>
          <p:cNvSpPr>
            <a:spLocks noGrp="1"/>
          </p:cNvSpPr>
          <p:nvPr>
            <p:ph type="dt" sz="half" idx="10"/>
          </p:nvPr>
        </p:nvSpPr>
        <p:spPr/>
        <p:txBody>
          <a:bodyPr/>
          <a:lstStyle/>
          <a:p>
            <a:fld id="{77A4038E-73CC-4937-944C-EE1334E4E461}" type="datetime1">
              <a:rPr lang="en-CA" smtClean="0"/>
              <a:t>2024-09-11</a:t>
            </a:fld>
            <a:endParaRPr lang="en-CA"/>
          </a:p>
        </p:txBody>
      </p:sp>
      <p:sp>
        <p:nvSpPr>
          <p:cNvPr id="6" name="Footer Placeholder 5">
            <a:extLst>
              <a:ext uri="{FF2B5EF4-FFF2-40B4-BE49-F238E27FC236}">
                <a16:creationId xmlns:a16="http://schemas.microsoft.com/office/drawing/2014/main" id="{0D16FB01-7B22-57A4-D007-0AD3E449AB1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DD13B69-F996-11B5-48D2-9D4773848B78}"/>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567881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EAEE7-3ED9-CA52-B529-61136E917C9B}"/>
              </a:ext>
            </a:extLst>
          </p:cNvPr>
          <p:cNvSpPr>
            <a:spLocks noGrp="1"/>
          </p:cNvSpPr>
          <p:nvPr>
            <p:ph type="title"/>
          </p:nvPr>
        </p:nvSpPr>
        <p:spPr>
          <a:xfrm>
            <a:off x="629841" y="365126"/>
            <a:ext cx="78867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686265C-1F85-6E59-7659-233982BB8F4B}"/>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3BD524D-BBB8-640D-BECA-7FE3FB807AB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B953840E-CD3F-F886-B96D-BB41B03DBCB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CFAABB7-062F-5546-2038-900DDFBF1F99}"/>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9EB912D8-2A63-5C29-1422-98A3E2A63A11}"/>
              </a:ext>
            </a:extLst>
          </p:cNvPr>
          <p:cNvSpPr>
            <a:spLocks noGrp="1"/>
          </p:cNvSpPr>
          <p:nvPr>
            <p:ph type="dt" sz="half" idx="10"/>
          </p:nvPr>
        </p:nvSpPr>
        <p:spPr/>
        <p:txBody>
          <a:bodyPr/>
          <a:lstStyle/>
          <a:p>
            <a:fld id="{F046C38C-0FE4-4FBE-A5AD-606C2A78943C}" type="datetime1">
              <a:rPr lang="en-CA" smtClean="0"/>
              <a:t>2024-09-11</a:t>
            </a:fld>
            <a:endParaRPr lang="en-CA"/>
          </a:p>
        </p:txBody>
      </p:sp>
      <p:sp>
        <p:nvSpPr>
          <p:cNvPr id="8" name="Footer Placeholder 7">
            <a:extLst>
              <a:ext uri="{FF2B5EF4-FFF2-40B4-BE49-F238E27FC236}">
                <a16:creationId xmlns:a16="http://schemas.microsoft.com/office/drawing/2014/main" id="{24FA4C95-95DE-4949-0A0C-2E95B4447D9D}"/>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988662AC-1D55-598E-5974-CB367E023BA0}"/>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2387099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45B09-12ED-4DA9-D9B5-16D7B243CAAF}"/>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FB274B9D-587B-EDFF-5FA2-015B5B4B34AD}"/>
              </a:ext>
            </a:extLst>
          </p:cNvPr>
          <p:cNvSpPr>
            <a:spLocks noGrp="1"/>
          </p:cNvSpPr>
          <p:nvPr>
            <p:ph type="dt" sz="half" idx="10"/>
          </p:nvPr>
        </p:nvSpPr>
        <p:spPr/>
        <p:txBody>
          <a:bodyPr/>
          <a:lstStyle/>
          <a:p>
            <a:fld id="{16EEC274-E6F7-497C-9C05-2AFE280166A0}" type="datetime1">
              <a:rPr lang="en-CA" smtClean="0"/>
              <a:t>2024-09-11</a:t>
            </a:fld>
            <a:endParaRPr lang="en-CA"/>
          </a:p>
        </p:txBody>
      </p:sp>
      <p:sp>
        <p:nvSpPr>
          <p:cNvPr id="4" name="Footer Placeholder 3">
            <a:extLst>
              <a:ext uri="{FF2B5EF4-FFF2-40B4-BE49-F238E27FC236}">
                <a16:creationId xmlns:a16="http://schemas.microsoft.com/office/drawing/2014/main" id="{6A4606AE-F19B-2040-76F8-F93B27072428}"/>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A43AA1B-E6C2-85A3-3474-06DF7146D81D}"/>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3527333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83A9E8-57C3-DCB9-4717-A3EC49F8F7BF}"/>
              </a:ext>
            </a:extLst>
          </p:cNvPr>
          <p:cNvSpPr>
            <a:spLocks noGrp="1"/>
          </p:cNvSpPr>
          <p:nvPr>
            <p:ph type="dt" sz="half" idx="10"/>
          </p:nvPr>
        </p:nvSpPr>
        <p:spPr/>
        <p:txBody>
          <a:bodyPr/>
          <a:lstStyle/>
          <a:p>
            <a:fld id="{E9C20B62-109B-4AAC-BAEF-F3A7BADEB72D}" type="datetime1">
              <a:rPr lang="en-CA" smtClean="0"/>
              <a:t>2024-09-11</a:t>
            </a:fld>
            <a:endParaRPr lang="en-CA"/>
          </a:p>
        </p:txBody>
      </p:sp>
      <p:sp>
        <p:nvSpPr>
          <p:cNvPr id="3" name="Footer Placeholder 2">
            <a:extLst>
              <a:ext uri="{FF2B5EF4-FFF2-40B4-BE49-F238E27FC236}">
                <a16:creationId xmlns:a16="http://schemas.microsoft.com/office/drawing/2014/main" id="{C09BEDE5-6876-8118-75C9-5F532DFAEFD9}"/>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A78072D6-9170-D90E-63D5-E155054BD15D}"/>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205806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3AA82-CA1D-E6F2-0783-F2B4C5A89B38}"/>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F2E4951F-0C84-6586-C85E-12A786179AC7}"/>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BCD76D8A-8EEF-372D-636F-8BA1DA874DA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22F7461-9D3E-9ECB-3667-38DAB018AD70}"/>
              </a:ext>
            </a:extLst>
          </p:cNvPr>
          <p:cNvSpPr>
            <a:spLocks noGrp="1"/>
          </p:cNvSpPr>
          <p:nvPr>
            <p:ph type="dt" sz="half" idx="10"/>
          </p:nvPr>
        </p:nvSpPr>
        <p:spPr/>
        <p:txBody>
          <a:bodyPr/>
          <a:lstStyle/>
          <a:p>
            <a:fld id="{1A0EB0CF-B17E-472A-BC26-6DC823F7C4AB}" type="datetime1">
              <a:rPr lang="en-CA" smtClean="0"/>
              <a:t>2024-09-11</a:t>
            </a:fld>
            <a:endParaRPr lang="en-CA"/>
          </a:p>
        </p:txBody>
      </p:sp>
      <p:sp>
        <p:nvSpPr>
          <p:cNvPr id="6" name="Footer Placeholder 5">
            <a:extLst>
              <a:ext uri="{FF2B5EF4-FFF2-40B4-BE49-F238E27FC236}">
                <a16:creationId xmlns:a16="http://schemas.microsoft.com/office/drawing/2014/main" id="{A4CA7C11-3C22-C8B7-4095-3862B93A067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C995527-A49A-20DE-E175-E68D4C8EDC06}"/>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3048147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5284D-B48C-B723-D8BB-A4D50EF02F4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6B5FA03A-2B4A-7CCA-E241-034E98574D1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CA"/>
          </a:p>
        </p:txBody>
      </p:sp>
      <p:sp>
        <p:nvSpPr>
          <p:cNvPr id="4" name="Text Placeholder 3">
            <a:extLst>
              <a:ext uri="{FF2B5EF4-FFF2-40B4-BE49-F238E27FC236}">
                <a16:creationId xmlns:a16="http://schemas.microsoft.com/office/drawing/2014/main" id="{EE4D383E-8C62-24EF-1FE6-82518134A0C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AB84752-9508-7F5C-3105-EFBDC5412EE7}"/>
              </a:ext>
            </a:extLst>
          </p:cNvPr>
          <p:cNvSpPr>
            <a:spLocks noGrp="1"/>
          </p:cNvSpPr>
          <p:nvPr>
            <p:ph type="dt" sz="half" idx="10"/>
          </p:nvPr>
        </p:nvSpPr>
        <p:spPr/>
        <p:txBody>
          <a:bodyPr/>
          <a:lstStyle/>
          <a:p>
            <a:fld id="{4AD076A6-A460-4E2B-9EE9-AE55BC3E13D1}" type="datetime1">
              <a:rPr lang="en-CA" smtClean="0"/>
              <a:t>2024-09-11</a:t>
            </a:fld>
            <a:endParaRPr lang="en-CA"/>
          </a:p>
        </p:txBody>
      </p:sp>
      <p:sp>
        <p:nvSpPr>
          <p:cNvPr id="6" name="Footer Placeholder 5">
            <a:extLst>
              <a:ext uri="{FF2B5EF4-FFF2-40B4-BE49-F238E27FC236}">
                <a16:creationId xmlns:a16="http://schemas.microsoft.com/office/drawing/2014/main" id="{4A0AC790-735A-449E-B374-44ECC9BC082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3230C98-488F-D989-FFAF-7F20043477E7}"/>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3268976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43ECE-26A4-679D-07F9-D3D5DEE1C73A}"/>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13ACBFF-A176-C1E3-6CAD-220643F076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7307B01-EA56-6E5E-B163-E12BB8DD7F56}"/>
              </a:ext>
            </a:extLst>
          </p:cNvPr>
          <p:cNvSpPr>
            <a:spLocks noGrp="1"/>
          </p:cNvSpPr>
          <p:nvPr>
            <p:ph type="dt" sz="half" idx="10"/>
          </p:nvPr>
        </p:nvSpPr>
        <p:spPr/>
        <p:txBody>
          <a:bodyPr/>
          <a:lstStyle/>
          <a:p>
            <a:fld id="{3E901F6F-9F28-4F3A-AF49-E4E44FECA7AB}" type="datetime1">
              <a:rPr lang="en-CA" smtClean="0"/>
              <a:t>2024-09-11</a:t>
            </a:fld>
            <a:endParaRPr lang="en-CA"/>
          </a:p>
        </p:txBody>
      </p:sp>
      <p:sp>
        <p:nvSpPr>
          <p:cNvPr id="5" name="Footer Placeholder 4">
            <a:extLst>
              <a:ext uri="{FF2B5EF4-FFF2-40B4-BE49-F238E27FC236}">
                <a16:creationId xmlns:a16="http://schemas.microsoft.com/office/drawing/2014/main" id="{C77B0836-B38E-7769-DC76-E99FDEB6A04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542AE4A-481E-0534-464E-5ACF117FFA07}"/>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4115712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E68531-120E-3E4B-733D-B4CD40D21354}"/>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545786F-C53B-AD40-36F6-1685A54A256F}"/>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C6E4159-A5D0-0783-F8C1-A51FC6521E28}"/>
              </a:ext>
            </a:extLst>
          </p:cNvPr>
          <p:cNvSpPr>
            <a:spLocks noGrp="1"/>
          </p:cNvSpPr>
          <p:nvPr>
            <p:ph type="dt" sz="half" idx="10"/>
          </p:nvPr>
        </p:nvSpPr>
        <p:spPr/>
        <p:txBody>
          <a:bodyPr/>
          <a:lstStyle/>
          <a:p>
            <a:fld id="{910643E1-3C4B-4CD5-B236-8DDE9807FB4E}" type="datetime1">
              <a:rPr lang="en-CA" smtClean="0"/>
              <a:t>2024-09-11</a:t>
            </a:fld>
            <a:endParaRPr lang="en-CA"/>
          </a:p>
        </p:txBody>
      </p:sp>
      <p:sp>
        <p:nvSpPr>
          <p:cNvPr id="5" name="Footer Placeholder 4">
            <a:extLst>
              <a:ext uri="{FF2B5EF4-FFF2-40B4-BE49-F238E27FC236}">
                <a16:creationId xmlns:a16="http://schemas.microsoft.com/office/drawing/2014/main" id="{52FFBBFB-9073-1CC3-EB25-4AAA515B3F1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66E391D-D504-AA1F-D1B6-1DF4FF8D13F1}"/>
              </a:ext>
            </a:extLst>
          </p:cNvPr>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94396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7764621" y="1174097"/>
            <a:ext cx="2286000" cy="381000"/>
          </a:xfrm>
        </p:spPr>
        <p:txBody>
          <a:bodyPr/>
          <a:lstStyle/>
          <a:p>
            <a:fld id="{818D8D12-7CDF-4595-A908-26EA90135E28}" type="datetime1">
              <a:rPr lang="en-CA" smtClean="0"/>
              <a:t>2024-09-11</a:t>
            </a:fld>
            <a:endParaRPr lang="en-CA"/>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CA"/>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bwMode="auto">
          <a:xfrm>
            <a:off x="1325544" y="4928702"/>
            <a:ext cx="609600" cy="517524"/>
          </a:xfrm>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73560643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fld id="{2E0F963D-4464-499F-AF62-C6E82BAD4853}" type="datetime1">
              <a:rPr lang="en-CA" smtClean="0"/>
              <a:t>2024-09-11</a:t>
            </a:fld>
            <a:endParaRPr lang="en-CA"/>
          </a:p>
        </p:txBody>
      </p:sp>
      <p:sp>
        <p:nvSpPr>
          <p:cNvPr id="9" name="Slide Number Placeholder 8"/>
          <p:cNvSpPr>
            <a:spLocks noGrp="1"/>
          </p:cNvSpPr>
          <p:nvPr>
            <p:ph type="sldNum" sz="quarter" idx="15"/>
          </p:nvPr>
        </p:nvSpPr>
        <p:spPr/>
        <p:txBody>
          <a:bodyPr rtlCol="0"/>
          <a:lstStyle/>
          <a:p>
            <a:fld id="{3AAB7785-396F-4915-8DFC-F7434CCA128E}" type="slidenum">
              <a:rPr lang="en-CA" smtClean="0"/>
              <a:t>‹#›</a:t>
            </a:fld>
            <a:endParaRPr lang="en-CA"/>
          </a:p>
        </p:txBody>
      </p:sp>
      <p:sp>
        <p:nvSpPr>
          <p:cNvPr id="10" name="Footer Placeholder 9"/>
          <p:cNvSpPr>
            <a:spLocks noGrp="1"/>
          </p:cNvSpPr>
          <p:nvPr>
            <p:ph type="ftr" sz="quarter" idx="16"/>
          </p:nvPr>
        </p:nvSpPr>
        <p:spPr/>
        <p:txBody>
          <a:bodyPr rtlCol="0"/>
          <a:lstStyle/>
          <a:p>
            <a:endParaRPr lang="en-CA"/>
          </a:p>
        </p:txBody>
      </p:sp>
    </p:spTree>
    <p:extLst>
      <p:ext uri="{BB962C8B-B14F-4D97-AF65-F5344CB8AC3E}">
        <p14:creationId xmlns:p14="http://schemas.microsoft.com/office/powerpoint/2010/main" val="1942960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9560C6B9-8E15-4029-AF23-DFD91F42C03D}" type="datetime1">
              <a:rPr lang="en-CA" smtClean="0"/>
              <a:t>2024-09-11</a:t>
            </a:fld>
            <a:endParaRPr lang="en-CA"/>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CA"/>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15717654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77A4038E-73CC-4937-944C-EE1334E4E461}" type="datetime1">
              <a:rPr lang="en-CA" smtClean="0"/>
              <a:t>2024-09-11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3AAB7785-396F-4915-8DFC-F7434CCA128E}" type="slidenum">
              <a:rPr lang="en-CA" smtClean="0"/>
              <a:t>‹#›</a:t>
            </a:fld>
            <a:endParaRPr lang="en-CA"/>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36226672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fld id="{F046C38C-0FE4-4FBE-A5AD-606C2A78943C}" type="datetime1">
              <a:rPr lang="en-CA" smtClean="0"/>
              <a:t>2024-09-11</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3AAB7785-396F-4915-8DFC-F7434CCA128E}" type="slidenum">
              <a:rPr lang="en-CA" smtClean="0"/>
              <a:t>‹#›</a:t>
            </a:fld>
            <a:endParaRPr lang="en-CA"/>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38554033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fld id="{16EEC274-E6F7-497C-9C05-2AFE280166A0}" type="datetime1">
              <a:rPr lang="en-CA" smtClean="0"/>
              <a:t>2024-09-11</a:t>
            </a:fld>
            <a:endParaRPr lang="en-CA"/>
          </a:p>
        </p:txBody>
      </p:sp>
      <p:sp>
        <p:nvSpPr>
          <p:cNvPr id="7" name="Slide Number Placeholder 6"/>
          <p:cNvSpPr>
            <a:spLocks noGrp="1"/>
          </p:cNvSpPr>
          <p:nvPr>
            <p:ph type="sldNum" sz="quarter" idx="11"/>
          </p:nvPr>
        </p:nvSpPr>
        <p:spPr/>
        <p:txBody>
          <a:bodyPr rtlCol="0"/>
          <a:lstStyle/>
          <a:p>
            <a:fld id="{3AAB7785-396F-4915-8DFC-F7434CCA128E}" type="slidenum">
              <a:rPr lang="en-CA" smtClean="0"/>
              <a:t>‹#›</a:t>
            </a:fld>
            <a:endParaRPr lang="en-CA"/>
          </a:p>
        </p:txBody>
      </p:sp>
      <p:sp>
        <p:nvSpPr>
          <p:cNvPr id="8" name="Footer Placeholder 7"/>
          <p:cNvSpPr>
            <a:spLocks noGrp="1"/>
          </p:cNvSpPr>
          <p:nvPr>
            <p:ph type="ftr" sz="quarter" idx="12"/>
          </p:nvPr>
        </p:nvSpPr>
        <p:spPr/>
        <p:txBody>
          <a:bodyPr rtlCol="0"/>
          <a:lstStyle/>
          <a:p>
            <a:endParaRPr lang="en-CA"/>
          </a:p>
        </p:txBody>
      </p:sp>
    </p:spTree>
    <p:extLst>
      <p:ext uri="{BB962C8B-B14F-4D97-AF65-F5344CB8AC3E}">
        <p14:creationId xmlns:p14="http://schemas.microsoft.com/office/powerpoint/2010/main" val="27854715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C20B62-109B-4AAC-BAEF-F3A7BADEB72D}" type="datetime1">
              <a:rPr lang="en-CA" smtClean="0"/>
              <a:t>2024-09-11</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17697281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fld id="{1A0EB0CF-B17E-472A-BC26-6DC823F7C4AB}" type="datetime1">
              <a:rPr lang="en-CA" smtClean="0"/>
              <a:t>2024-09-11</a:t>
            </a:fld>
            <a:endParaRPr lang="en-CA"/>
          </a:p>
        </p:txBody>
      </p:sp>
      <p:sp>
        <p:nvSpPr>
          <p:cNvPr id="22" name="Slide Number Placeholder 21"/>
          <p:cNvSpPr>
            <a:spLocks noGrp="1"/>
          </p:cNvSpPr>
          <p:nvPr>
            <p:ph type="sldNum" sz="quarter" idx="15"/>
          </p:nvPr>
        </p:nvSpPr>
        <p:spPr/>
        <p:txBody>
          <a:bodyPr rtlCol="0"/>
          <a:lstStyle/>
          <a:p>
            <a:fld id="{3AAB7785-396F-4915-8DFC-F7434CCA128E}" type="slidenum">
              <a:rPr lang="en-CA" smtClean="0"/>
              <a:t>‹#›</a:t>
            </a:fld>
            <a:endParaRPr lang="en-CA"/>
          </a:p>
        </p:txBody>
      </p:sp>
      <p:sp>
        <p:nvSpPr>
          <p:cNvPr id="23" name="Footer Placeholder 22"/>
          <p:cNvSpPr>
            <a:spLocks noGrp="1"/>
          </p:cNvSpPr>
          <p:nvPr>
            <p:ph type="ftr" sz="quarter" idx="16"/>
          </p:nvPr>
        </p:nvSpPr>
        <p:spPr/>
        <p:txBody>
          <a:bodyPr rtlCol="0"/>
          <a:lstStyle/>
          <a:p>
            <a:endParaRPr lang="en-CA"/>
          </a:p>
        </p:txBody>
      </p:sp>
    </p:spTree>
    <p:extLst>
      <p:ext uri="{BB962C8B-B14F-4D97-AF65-F5344CB8AC3E}">
        <p14:creationId xmlns:p14="http://schemas.microsoft.com/office/powerpoint/2010/main" val="663599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Date Placeholder 16"/>
          <p:cNvSpPr>
            <a:spLocks noGrp="1"/>
          </p:cNvSpPr>
          <p:nvPr>
            <p:ph type="dt" sz="half" idx="10"/>
          </p:nvPr>
        </p:nvSpPr>
        <p:spPr/>
        <p:txBody>
          <a:bodyPr rtlCol="0"/>
          <a:lstStyle/>
          <a:p>
            <a:fld id="{4AD076A6-A460-4E2B-9EE9-AE55BC3E13D1}" type="datetime1">
              <a:rPr lang="en-CA" smtClean="0"/>
              <a:t>2024-09-11</a:t>
            </a:fld>
            <a:endParaRPr lang="en-CA"/>
          </a:p>
        </p:txBody>
      </p:sp>
      <p:sp>
        <p:nvSpPr>
          <p:cNvPr id="18" name="Slide Number Placeholder 17"/>
          <p:cNvSpPr>
            <a:spLocks noGrp="1"/>
          </p:cNvSpPr>
          <p:nvPr>
            <p:ph type="sldNum" sz="quarter" idx="11"/>
          </p:nvPr>
        </p:nvSpPr>
        <p:spPr/>
        <p:txBody>
          <a:bodyPr rtlCol="0"/>
          <a:lstStyle/>
          <a:p>
            <a:fld id="{3AAB7785-396F-4915-8DFC-F7434CCA128E}" type="slidenum">
              <a:rPr lang="en-CA" smtClean="0"/>
              <a:t>‹#›</a:t>
            </a:fld>
            <a:endParaRPr lang="en-CA"/>
          </a:p>
        </p:txBody>
      </p:sp>
      <p:sp>
        <p:nvSpPr>
          <p:cNvPr id="21" name="Footer Placeholder 20"/>
          <p:cNvSpPr>
            <a:spLocks noGrp="1"/>
          </p:cNvSpPr>
          <p:nvPr>
            <p:ph type="ftr" sz="quarter" idx="12"/>
          </p:nvPr>
        </p:nvSpPr>
        <p:spPr/>
        <p:txBody>
          <a:bodyPr rtlCol="0"/>
          <a:lstStyle/>
          <a:p>
            <a:endParaRPr lang="en-CA"/>
          </a:p>
        </p:txBody>
      </p:sp>
    </p:spTree>
    <p:extLst>
      <p:ext uri="{BB962C8B-B14F-4D97-AF65-F5344CB8AC3E}">
        <p14:creationId xmlns:p14="http://schemas.microsoft.com/office/powerpoint/2010/main" val="26742176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E901F6F-9F28-4F3A-AF49-E4E44FECA7AB}" type="datetime1">
              <a:rPr lang="en-CA" smtClean="0"/>
              <a:t>2024-09-11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4246097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10643E1-3C4B-4CD5-B236-8DDE9807FB4E}" type="datetime1">
              <a:rPr lang="en-CA" smtClean="0"/>
              <a:t>2024-09-11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3AAB7785-396F-4915-8DFC-F7434CCA128E}" type="slidenum">
              <a:rPr lang="en-CA" smtClean="0"/>
              <a:t>‹#›</a:t>
            </a:fld>
            <a:endParaRPr lang="en-CA"/>
          </a:p>
        </p:txBody>
      </p:sp>
    </p:spTree>
    <p:extLst>
      <p:ext uri="{BB962C8B-B14F-4D97-AF65-F5344CB8AC3E}">
        <p14:creationId xmlns:p14="http://schemas.microsoft.com/office/powerpoint/2010/main" val="662043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A2B77-1B53-53A4-871B-C13690253A8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1126712-CA5E-F8DD-72BC-172C997EDFAB}"/>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97932DD-A45B-9231-C29D-CFB96E8A554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EB309345-F267-40A1-B40F-4ACA86BD5316}" type="datetime1">
              <a:rPr lang="en-CA" smtClean="0"/>
              <a:t>2024-09-11</a:t>
            </a:fld>
            <a:endParaRPr lang="en-CA"/>
          </a:p>
        </p:txBody>
      </p:sp>
      <p:sp>
        <p:nvSpPr>
          <p:cNvPr id="5" name="Footer Placeholder 4">
            <a:extLst>
              <a:ext uri="{FF2B5EF4-FFF2-40B4-BE49-F238E27FC236}">
                <a16:creationId xmlns:a16="http://schemas.microsoft.com/office/drawing/2014/main" id="{0FD21CAE-31E7-977F-037D-F8D1E94E8E9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90FD474A-00A5-7345-3557-4E9979B1075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3AAB7785-396F-4915-8DFC-F7434CCA128E}" type="slidenum">
              <a:rPr lang="en-CA" smtClean="0"/>
              <a:t>‹#›</a:t>
            </a:fld>
            <a:endParaRPr lang="en-CA"/>
          </a:p>
        </p:txBody>
      </p:sp>
    </p:spTree>
    <p:extLst>
      <p:ext uri="{BB962C8B-B14F-4D97-AF65-F5344CB8AC3E}">
        <p14:creationId xmlns:p14="http://schemas.microsoft.com/office/powerpoint/2010/main" val="3833543745"/>
      </p:ext>
    </p:extLst>
  </p:cSld>
  <p:clrMap bg1="lt1" tx1="dk1" bg2="lt2" tx2="dk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B309345-F267-40A1-B40F-4ACA86BD5316}" type="datetime1">
              <a:rPr lang="en-CA" smtClean="0"/>
              <a:t>2024-09-11</a:t>
            </a:fld>
            <a:endParaRPr lang="en-CA"/>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CA"/>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AAB7785-396F-4915-8DFC-F7434CCA128E}" type="slidenum">
              <a:rPr lang="en-CA" smtClean="0"/>
              <a:t>‹#›</a:t>
            </a:fld>
            <a:endParaRPr lang="en-CA"/>
          </a:p>
        </p:txBody>
      </p:sp>
    </p:spTree>
    <p:extLst>
      <p:ext uri="{BB962C8B-B14F-4D97-AF65-F5344CB8AC3E}">
        <p14:creationId xmlns:p14="http://schemas.microsoft.com/office/powerpoint/2010/main" val="2832725060"/>
      </p:ext>
    </p:extLst>
  </p:cSld>
  <p:clrMap bg1="lt1" tx1="dk1" bg2="lt2" tx2="dk2" accent1="accent1" accent2="accent2" accent3="accent3" accent4="accent4" accent5="accent5" accent6="accent6" hlink="hlink" folHlink="folHlink"/>
  <p:sldLayoutIdLst>
    <p:sldLayoutId id="2147484033" r:id="rId1"/>
    <p:sldLayoutId id="2147484034"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hyperlink" Target="http://scottbryce.com/cryptograms/stats.htm"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www.mtholyoke.edu/courses/quenell/s2003/ma139/js/count.html"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5.jpeg"/><Relationship Id="rId7" Type="http://schemas.openxmlformats.org/officeDocument/2006/relationships/diagramColors" Target="../diagrams/colors1.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8.png"/><Relationship Id="rId1" Type="http://schemas.openxmlformats.org/officeDocument/2006/relationships/slideLayout" Target="../slideLayouts/slideLayout13.xml"/><Relationship Id="rId4" Type="http://schemas.openxmlformats.org/officeDocument/2006/relationships/image" Target="../media/image39.png"/></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customXml" Target="../ink/ink2.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customXml" Target="../ink/ink3.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customXml" Target="../ink/ink4.xml"/><Relationship Id="rId1" Type="http://schemas.openxmlformats.org/officeDocument/2006/relationships/slideLayout" Target="../slideLayouts/slideLayout13.xml"/><Relationship Id="rId5" Type="http://schemas.openxmlformats.org/officeDocument/2006/relationships/image" Target="../media/image96.png"/><Relationship Id="rId4" Type="http://schemas.openxmlformats.org/officeDocument/2006/relationships/customXml" Target="../ink/ink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1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hyperlink" Target="http://dx.doi.org/" TargetMode="Externa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10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3.xml"/><Relationship Id="rId5" Type="http://schemas.openxmlformats.org/officeDocument/2006/relationships/image" Target="../media/image46.png"/><Relationship Id="rId4" Type="http://schemas.openxmlformats.org/officeDocument/2006/relationships/image" Target="../media/image4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3.xml"/><Relationship Id="rId6" Type="http://schemas.openxmlformats.org/officeDocument/2006/relationships/image" Target="../media/image50.png"/><Relationship Id="rId5" Type="http://schemas.openxmlformats.org/officeDocument/2006/relationships/image" Target="../media/image110.png"/><Relationship Id="rId4" Type="http://schemas.openxmlformats.org/officeDocument/2006/relationships/image" Target="../media/image49.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12.png"/><Relationship Id="rId1" Type="http://schemas.openxmlformats.org/officeDocument/2006/relationships/slideLayout" Target="../slideLayouts/slideLayout13.xml"/><Relationship Id="rId6" Type="http://schemas.openxmlformats.org/officeDocument/2006/relationships/image" Target="../media/image52.emf"/><Relationship Id="rId5" Type="http://schemas.openxmlformats.org/officeDocument/2006/relationships/oleObject" Target="../embeddings/oleObject3.bin"/><Relationship Id="rId4" Type="http://schemas.openxmlformats.org/officeDocument/2006/relationships/image" Target="../media/image51.emf"/></Relationships>
</file>

<file path=ppt/slides/_rels/slide106.xml.rels><?xml version="1.0" encoding="UTF-8" standalone="yes"?>
<Relationships xmlns="http://schemas.openxmlformats.org/package/2006/relationships"><Relationship Id="rId3" Type="http://schemas.openxmlformats.org/officeDocument/2006/relationships/image" Target="../media/image53.emf"/><Relationship Id="rId7" Type="http://schemas.openxmlformats.org/officeDocument/2006/relationships/image" Target="../media/image55.emf"/><Relationship Id="rId2" Type="http://schemas.openxmlformats.org/officeDocument/2006/relationships/oleObject" Target="../embeddings/oleObject4.bin"/><Relationship Id="rId1" Type="http://schemas.openxmlformats.org/officeDocument/2006/relationships/slideLayout" Target="../slideLayouts/slideLayout13.xml"/><Relationship Id="rId6" Type="http://schemas.openxmlformats.org/officeDocument/2006/relationships/oleObject" Target="../embeddings/oleObject6.bin"/><Relationship Id="rId5" Type="http://schemas.openxmlformats.org/officeDocument/2006/relationships/image" Target="../media/image54.emf"/><Relationship Id="rId4" Type="http://schemas.openxmlformats.org/officeDocument/2006/relationships/oleObject" Target="../embeddings/oleObject5.bin"/></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490722" y="640080"/>
            <a:ext cx="5170932" cy="3566160"/>
          </a:xfrm>
        </p:spPr>
        <p:txBody>
          <a:bodyPr anchor="b">
            <a:normAutofit/>
          </a:bodyPr>
          <a:lstStyle/>
          <a:p>
            <a:pPr algn="l"/>
            <a:r>
              <a:rPr lang="en-CA" sz="5700" dirty="0"/>
              <a:t>Chapter 3</a:t>
            </a:r>
          </a:p>
        </p:txBody>
      </p:sp>
      <p:sp>
        <p:nvSpPr>
          <p:cNvPr id="3" name="Subtitle 2"/>
          <p:cNvSpPr>
            <a:spLocks noGrp="1"/>
          </p:cNvSpPr>
          <p:nvPr>
            <p:ph type="subTitle" idx="1"/>
          </p:nvPr>
        </p:nvSpPr>
        <p:spPr>
          <a:xfrm>
            <a:off x="3490722" y="4636008"/>
            <a:ext cx="5170932" cy="1572768"/>
          </a:xfrm>
        </p:spPr>
        <p:txBody>
          <a:bodyPr>
            <a:normAutofit/>
          </a:bodyPr>
          <a:lstStyle/>
          <a:p>
            <a:pPr algn="l"/>
            <a:r>
              <a:rPr lang="en-GB" sz="2100" b="1" dirty="0"/>
              <a:t>Review of Cryptography  (Hidden Writing)</a:t>
            </a:r>
          </a:p>
          <a:p>
            <a:pPr algn="l"/>
            <a:r>
              <a:rPr lang="en-CA" sz="2100" b="1" dirty="0"/>
              <a:t>Amir H. Razavi</a:t>
            </a:r>
          </a:p>
        </p:txBody>
      </p:sp>
      <p:pic>
        <p:nvPicPr>
          <p:cNvPr id="5" name="Picture 4" descr="Close-up of hopscotch on a sidewalk">
            <a:extLst>
              <a:ext uri="{FF2B5EF4-FFF2-40B4-BE49-F238E27FC236}">
                <a16:creationId xmlns:a16="http://schemas.microsoft.com/office/drawing/2014/main" id="{8AF264BD-D168-BF91-EE8B-F98E052D9982}"/>
              </a:ext>
            </a:extLst>
          </p:cNvPr>
          <p:cNvPicPr>
            <a:picLocks noChangeAspect="1"/>
          </p:cNvPicPr>
          <p:nvPr/>
        </p:nvPicPr>
        <p:blipFill>
          <a:blip r:embed="rId2"/>
          <a:srcRect l="35936" r="34500" b="-1"/>
          <a:stretch/>
        </p:blipFill>
        <p:spPr>
          <a:xfrm>
            <a:off x="20" y="10"/>
            <a:ext cx="3037334" cy="6857990"/>
          </a:xfrm>
          <a:custGeom>
            <a:avLst/>
            <a:gdLst/>
            <a:ahLst/>
            <a:cxnLst/>
            <a:rect l="l" t="t" r="r" b="b"/>
            <a:pathLst>
              <a:path w="4049806" h="6858000">
                <a:moveTo>
                  <a:pt x="0" y="0"/>
                </a:moveTo>
                <a:lnTo>
                  <a:pt x="4018525" y="0"/>
                </a:lnTo>
                <a:lnTo>
                  <a:pt x="4019816" y="10931"/>
                </a:lnTo>
                <a:cubicBezTo>
                  <a:pt x="4034945" y="94836"/>
                  <a:pt x="4032275" y="179884"/>
                  <a:pt x="4036343" y="264297"/>
                </a:cubicBezTo>
                <a:cubicBezTo>
                  <a:pt x="4041301" y="367652"/>
                  <a:pt x="4035072" y="471135"/>
                  <a:pt x="4032911" y="574617"/>
                </a:cubicBezTo>
                <a:cubicBezTo>
                  <a:pt x="4031004" y="662717"/>
                  <a:pt x="4022232" y="750690"/>
                  <a:pt x="4025029" y="838916"/>
                </a:cubicBezTo>
                <a:cubicBezTo>
                  <a:pt x="4025029" y="841968"/>
                  <a:pt x="4025029" y="845019"/>
                  <a:pt x="4025029" y="848070"/>
                </a:cubicBezTo>
                <a:cubicBezTo>
                  <a:pt x="4017020" y="945068"/>
                  <a:pt x="4017020" y="1042576"/>
                  <a:pt x="4025029" y="1139574"/>
                </a:cubicBezTo>
                <a:cubicBezTo>
                  <a:pt x="4027609" y="1179950"/>
                  <a:pt x="4026885" y="1220466"/>
                  <a:pt x="4022868" y="1260728"/>
                </a:cubicBezTo>
                <a:cubicBezTo>
                  <a:pt x="4019054" y="1311960"/>
                  <a:pt x="4006849" y="1364083"/>
                  <a:pt x="4015621" y="1414934"/>
                </a:cubicBezTo>
                <a:cubicBezTo>
                  <a:pt x="4021367" y="1456784"/>
                  <a:pt x="4024558" y="1498940"/>
                  <a:pt x="4025156" y="1541172"/>
                </a:cubicBezTo>
                <a:cubicBezTo>
                  <a:pt x="4029478" y="1635755"/>
                  <a:pt x="4025283" y="1730847"/>
                  <a:pt x="4023757" y="1825685"/>
                </a:cubicBezTo>
                <a:cubicBezTo>
                  <a:pt x="4021850" y="1936286"/>
                  <a:pt x="4024647" y="2046634"/>
                  <a:pt x="4015748" y="2157235"/>
                </a:cubicBezTo>
                <a:cubicBezTo>
                  <a:pt x="4010790" y="2246581"/>
                  <a:pt x="4010790" y="2336130"/>
                  <a:pt x="4015748" y="2425476"/>
                </a:cubicBezTo>
                <a:cubicBezTo>
                  <a:pt x="4018164" y="2507473"/>
                  <a:pt x="4030495" y="2588454"/>
                  <a:pt x="4028461" y="2671214"/>
                </a:cubicBezTo>
                <a:cubicBezTo>
                  <a:pt x="4026046" y="2767832"/>
                  <a:pt x="4014604" y="2863940"/>
                  <a:pt x="4018164" y="2960685"/>
                </a:cubicBezTo>
                <a:cubicBezTo>
                  <a:pt x="4019816" y="3006832"/>
                  <a:pt x="4019944" y="3052980"/>
                  <a:pt x="4020961" y="3099127"/>
                </a:cubicBezTo>
                <a:cubicBezTo>
                  <a:pt x="4021978" y="3154682"/>
                  <a:pt x="4032021" y="3210110"/>
                  <a:pt x="4026427" y="3265665"/>
                </a:cubicBezTo>
                <a:cubicBezTo>
                  <a:pt x="4017147" y="3358087"/>
                  <a:pt x="3993120" y="3448857"/>
                  <a:pt x="4008121" y="3543567"/>
                </a:cubicBezTo>
                <a:cubicBezTo>
                  <a:pt x="4016384" y="3595690"/>
                  <a:pt x="4025791" y="3647940"/>
                  <a:pt x="4030495" y="3700571"/>
                </a:cubicBezTo>
                <a:cubicBezTo>
                  <a:pt x="4034690" y="3747608"/>
                  <a:pt x="4045369" y="3795408"/>
                  <a:pt x="4037233" y="3842191"/>
                </a:cubicBezTo>
                <a:cubicBezTo>
                  <a:pt x="4030368" y="3882237"/>
                  <a:pt x="4034055" y="3922282"/>
                  <a:pt x="4028715" y="3962327"/>
                </a:cubicBezTo>
                <a:cubicBezTo>
                  <a:pt x="4021723" y="4014831"/>
                  <a:pt x="4017910" y="4068352"/>
                  <a:pt x="4012697" y="4121111"/>
                </a:cubicBezTo>
                <a:cubicBezTo>
                  <a:pt x="4007866" y="4169038"/>
                  <a:pt x="4004307" y="4216838"/>
                  <a:pt x="4017020" y="4261841"/>
                </a:cubicBezTo>
                <a:cubicBezTo>
                  <a:pt x="4048039" y="4375112"/>
                  <a:pt x="4031004" y="4487748"/>
                  <a:pt x="4019308" y="4600257"/>
                </a:cubicBezTo>
                <a:cubicBezTo>
                  <a:pt x="4013587" y="4655049"/>
                  <a:pt x="4005197" y="4712765"/>
                  <a:pt x="4017910" y="4762853"/>
                </a:cubicBezTo>
                <a:cubicBezTo>
                  <a:pt x="4041428" y="4851716"/>
                  <a:pt x="4022995" y="4936764"/>
                  <a:pt x="4012824" y="5021432"/>
                </a:cubicBezTo>
                <a:cubicBezTo>
                  <a:pt x="4002654" y="5106099"/>
                  <a:pt x="4000239" y="5189495"/>
                  <a:pt x="4018037" y="5272637"/>
                </a:cubicBezTo>
                <a:cubicBezTo>
                  <a:pt x="4030495" y="5331116"/>
                  <a:pt x="4030495" y="5390612"/>
                  <a:pt x="4032021" y="5449600"/>
                </a:cubicBezTo>
                <a:cubicBezTo>
                  <a:pt x="4032911" y="5486339"/>
                  <a:pt x="4019308" y="5523842"/>
                  <a:pt x="4010282" y="5560582"/>
                </a:cubicBezTo>
                <a:cubicBezTo>
                  <a:pt x="3994009" y="5626943"/>
                  <a:pt x="3988162" y="5694321"/>
                  <a:pt x="4010282" y="5759029"/>
                </a:cubicBezTo>
                <a:cubicBezTo>
                  <a:pt x="4040793" y="5848655"/>
                  <a:pt x="4058336" y="5938407"/>
                  <a:pt x="4045623" y="6033117"/>
                </a:cubicBezTo>
                <a:cubicBezTo>
                  <a:pt x="4038377" y="6091724"/>
                  <a:pt x="4036597" y="6151347"/>
                  <a:pt x="4025664" y="6209190"/>
                </a:cubicBezTo>
                <a:cubicBezTo>
                  <a:pt x="4007358" y="6304790"/>
                  <a:pt x="4013841" y="6399882"/>
                  <a:pt x="4028461" y="6494211"/>
                </a:cubicBezTo>
                <a:cubicBezTo>
                  <a:pt x="4038542" y="6573081"/>
                  <a:pt x="4039610" y="6652829"/>
                  <a:pt x="4031639" y="6731941"/>
                </a:cubicBezTo>
                <a:lnTo>
                  <a:pt x="4022913" y="6858000"/>
                </a:lnTo>
                <a:lnTo>
                  <a:pt x="0" y="6858000"/>
                </a:lnTo>
                <a:close/>
              </a:path>
            </a:pathLst>
          </a:custGeom>
        </p:spPr>
      </p:pic>
      <p:sp>
        <p:nvSpPr>
          <p:cNvPr id="11" name="sketchy line">
            <a:extLst>
              <a:ext uri="{FF2B5EF4-FFF2-40B4-BE49-F238E27FC236}">
                <a16:creationId xmlns:a16="http://schemas.microsoft.com/office/drawing/2014/main" id="{82580482-BA80-420A-8A05-C58E97F2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0722" y="4409267"/>
            <a:ext cx="3182112" cy="18288"/>
          </a:xfrm>
          <a:custGeom>
            <a:avLst/>
            <a:gdLst>
              <a:gd name="connsiteX0" fmla="*/ 0 w 3182112"/>
              <a:gd name="connsiteY0" fmla="*/ 0 h 18288"/>
              <a:gd name="connsiteX1" fmla="*/ 636422 w 3182112"/>
              <a:gd name="connsiteY1" fmla="*/ 0 h 18288"/>
              <a:gd name="connsiteX2" fmla="*/ 1241024 w 3182112"/>
              <a:gd name="connsiteY2" fmla="*/ 0 h 18288"/>
              <a:gd name="connsiteX3" fmla="*/ 1845625 w 3182112"/>
              <a:gd name="connsiteY3" fmla="*/ 0 h 18288"/>
              <a:gd name="connsiteX4" fmla="*/ 2545690 w 3182112"/>
              <a:gd name="connsiteY4" fmla="*/ 0 h 18288"/>
              <a:gd name="connsiteX5" fmla="*/ 3182112 w 3182112"/>
              <a:gd name="connsiteY5" fmla="*/ 0 h 18288"/>
              <a:gd name="connsiteX6" fmla="*/ 3182112 w 3182112"/>
              <a:gd name="connsiteY6" fmla="*/ 18288 h 18288"/>
              <a:gd name="connsiteX7" fmla="*/ 2545690 w 3182112"/>
              <a:gd name="connsiteY7" fmla="*/ 18288 h 18288"/>
              <a:gd name="connsiteX8" fmla="*/ 2004731 w 3182112"/>
              <a:gd name="connsiteY8" fmla="*/ 18288 h 18288"/>
              <a:gd name="connsiteX9" fmla="*/ 1400129 w 3182112"/>
              <a:gd name="connsiteY9" fmla="*/ 18288 h 18288"/>
              <a:gd name="connsiteX10" fmla="*/ 795528 w 3182112"/>
              <a:gd name="connsiteY10" fmla="*/ 18288 h 18288"/>
              <a:gd name="connsiteX11" fmla="*/ 0 w 3182112"/>
              <a:gd name="connsiteY11" fmla="*/ 18288 h 18288"/>
              <a:gd name="connsiteX12" fmla="*/ 0 w 318211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112" h="18288" fill="none" extrusionOk="0">
                <a:moveTo>
                  <a:pt x="0" y="0"/>
                </a:moveTo>
                <a:cubicBezTo>
                  <a:pt x="149227" y="9811"/>
                  <a:pt x="361579" y="-25608"/>
                  <a:pt x="636422" y="0"/>
                </a:cubicBezTo>
                <a:cubicBezTo>
                  <a:pt x="911265" y="25608"/>
                  <a:pt x="969922" y="-15588"/>
                  <a:pt x="1241024" y="0"/>
                </a:cubicBezTo>
                <a:cubicBezTo>
                  <a:pt x="1512126" y="15588"/>
                  <a:pt x="1611937" y="-6343"/>
                  <a:pt x="1845625" y="0"/>
                </a:cubicBezTo>
                <a:cubicBezTo>
                  <a:pt x="2079313" y="6343"/>
                  <a:pt x="2390997" y="18445"/>
                  <a:pt x="2545690" y="0"/>
                </a:cubicBezTo>
                <a:cubicBezTo>
                  <a:pt x="2700383" y="-18445"/>
                  <a:pt x="2898553" y="-25854"/>
                  <a:pt x="3182112" y="0"/>
                </a:cubicBezTo>
                <a:cubicBezTo>
                  <a:pt x="3181678" y="7551"/>
                  <a:pt x="3181645" y="9822"/>
                  <a:pt x="3182112" y="18288"/>
                </a:cubicBezTo>
                <a:cubicBezTo>
                  <a:pt x="2882016" y="32512"/>
                  <a:pt x="2839678" y="15853"/>
                  <a:pt x="2545690" y="18288"/>
                </a:cubicBezTo>
                <a:cubicBezTo>
                  <a:pt x="2251702" y="20723"/>
                  <a:pt x="2152589" y="14997"/>
                  <a:pt x="2004731" y="18288"/>
                </a:cubicBezTo>
                <a:cubicBezTo>
                  <a:pt x="1856873" y="21579"/>
                  <a:pt x="1653555" y="5080"/>
                  <a:pt x="1400129" y="18288"/>
                </a:cubicBezTo>
                <a:cubicBezTo>
                  <a:pt x="1146703" y="31496"/>
                  <a:pt x="1067656" y="18189"/>
                  <a:pt x="795528" y="18288"/>
                </a:cubicBezTo>
                <a:cubicBezTo>
                  <a:pt x="523400" y="18387"/>
                  <a:pt x="318441" y="1018"/>
                  <a:pt x="0" y="18288"/>
                </a:cubicBezTo>
                <a:cubicBezTo>
                  <a:pt x="60" y="11696"/>
                  <a:pt x="66" y="3758"/>
                  <a:pt x="0" y="0"/>
                </a:cubicBezTo>
                <a:close/>
              </a:path>
              <a:path w="3182112" h="18288" stroke="0" extrusionOk="0">
                <a:moveTo>
                  <a:pt x="0" y="0"/>
                </a:moveTo>
                <a:cubicBezTo>
                  <a:pt x="215562" y="1260"/>
                  <a:pt x="336090" y="6473"/>
                  <a:pt x="572780" y="0"/>
                </a:cubicBezTo>
                <a:cubicBezTo>
                  <a:pt x="809470" y="-6473"/>
                  <a:pt x="1080729" y="-23038"/>
                  <a:pt x="1272845" y="0"/>
                </a:cubicBezTo>
                <a:cubicBezTo>
                  <a:pt x="1464961" y="23038"/>
                  <a:pt x="1699922" y="1589"/>
                  <a:pt x="1813804" y="0"/>
                </a:cubicBezTo>
                <a:cubicBezTo>
                  <a:pt x="1927686" y="-1589"/>
                  <a:pt x="2116547" y="7184"/>
                  <a:pt x="2354763" y="0"/>
                </a:cubicBezTo>
                <a:cubicBezTo>
                  <a:pt x="2592979" y="-7184"/>
                  <a:pt x="2863919" y="3952"/>
                  <a:pt x="3182112" y="0"/>
                </a:cubicBezTo>
                <a:cubicBezTo>
                  <a:pt x="3182030" y="4406"/>
                  <a:pt x="3182023" y="9982"/>
                  <a:pt x="3182112" y="18288"/>
                </a:cubicBezTo>
                <a:cubicBezTo>
                  <a:pt x="2938288" y="16038"/>
                  <a:pt x="2724925" y="29080"/>
                  <a:pt x="2577511" y="18288"/>
                </a:cubicBezTo>
                <a:cubicBezTo>
                  <a:pt x="2430097" y="7496"/>
                  <a:pt x="2119926" y="47706"/>
                  <a:pt x="1972909" y="18288"/>
                </a:cubicBezTo>
                <a:cubicBezTo>
                  <a:pt x="1825892" y="-11130"/>
                  <a:pt x="1597470" y="43818"/>
                  <a:pt x="1368308" y="18288"/>
                </a:cubicBezTo>
                <a:cubicBezTo>
                  <a:pt x="1139146" y="-7242"/>
                  <a:pt x="981628" y="18679"/>
                  <a:pt x="668244" y="18288"/>
                </a:cubicBezTo>
                <a:cubicBezTo>
                  <a:pt x="354860" y="17897"/>
                  <a:pt x="259749" y="211"/>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5899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CA">
                <a:solidFill>
                  <a:srgbClr val="FFFFFF"/>
                </a:solidFill>
              </a:rPr>
              <a:t>Chapter Outline</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sz="quarter" idx="1"/>
          </p:nvPr>
        </p:nvSpPr>
        <p:spPr>
          <a:xfrm>
            <a:off x="3335481" y="591344"/>
            <a:ext cx="5179868" cy="5585619"/>
          </a:xfrm>
        </p:spPr>
        <p:txBody>
          <a:bodyPr anchor="ctr">
            <a:normAutofit/>
          </a:bodyPr>
          <a:lstStyle/>
          <a:p>
            <a:r>
              <a:rPr lang="en-CA" dirty="0"/>
              <a:t>Review of Cryptography</a:t>
            </a:r>
          </a:p>
          <a:p>
            <a:pPr lvl="1"/>
            <a:r>
              <a:rPr lang="en-CA" dirty="0"/>
              <a:t>Terminology</a:t>
            </a:r>
          </a:p>
          <a:p>
            <a:pPr lvl="1"/>
            <a:r>
              <a:rPr lang="en-CA" dirty="0"/>
              <a:t>Simple encryption methods</a:t>
            </a:r>
          </a:p>
          <a:p>
            <a:pPr lvl="2"/>
            <a:r>
              <a:rPr lang="en-CA" dirty="0"/>
              <a:t>Substitution</a:t>
            </a:r>
          </a:p>
          <a:p>
            <a:pPr lvl="2"/>
            <a:r>
              <a:rPr lang="en-CA" dirty="0"/>
              <a:t>Transposition</a:t>
            </a:r>
          </a:p>
          <a:p>
            <a:pPr lvl="1"/>
            <a:r>
              <a:rPr lang="en-CA" dirty="0"/>
              <a:t>How encryption can fail</a:t>
            </a:r>
          </a:p>
          <a:p>
            <a:pPr lvl="1"/>
            <a:r>
              <a:rPr lang="en-CA" dirty="0"/>
              <a:t>Private-key (Symmetric) encryption</a:t>
            </a:r>
          </a:p>
          <a:p>
            <a:pPr lvl="2"/>
            <a:r>
              <a:rPr lang="en-CA" dirty="0"/>
              <a:t>DES and AES</a:t>
            </a:r>
          </a:p>
          <a:p>
            <a:pPr lvl="1"/>
            <a:r>
              <a:rPr lang="en-CA" dirty="0"/>
              <a:t>Public-key (Asymmetric) encryption</a:t>
            </a:r>
          </a:p>
          <a:p>
            <a:pPr lvl="2"/>
            <a:r>
              <a:rPr lang="en-CA" dirty="0"/>
              <a:t>RSA</a:t>
            </a:r>
          </a:p>
          <a:p>
            <a:pPr lvl="1"/>
            <a:r>
              <a:rPr lang="en-CA" dirty="0"/>
              <a:t>Digital signature</a:t>
            </a:r>
          </a:p>
          <a:p>
            <a:pPr lvl="1"/>
            <a:r>
              <a:rPr lang="en-CA" dirty="0"/>
              <a:t>Secret Sharing</a:t>
            </a:r>
          </a:p>
        </p:txBody>
      </p:sp>
      <p:sp>
        <p:nvSpPr>
          <p:cNvPr id="4" name="Slide Number Placeholder 3"/>
          <p:cNvSpPr>
            <a:spLocks noGrp="1"/>
          </p:cNvSpPr>
          <p:nvPr>
            <p:ph type="sldNum" sz="quarter" idx="15"/>
          </p:nvPr>
        </p:nvSpPr>
        <p:spPr>
          <a:xfrm>
            <a:off x="7156173" y="6356350"/>
            <a:ext cx="1359176"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2</a:t>
            </a:fld>
            <a:endParaRPr lang="en-CA"/>
          </a:p>
        </p:txBody>
      </p:sp>
    </p:spTree>
    <p:extLst>
      <p:ext uri="{BB962C8B-B14F-4D97-AF65-F5344CB8AC3E}">
        <p14:creationId xmlns:p14="http://schemas.microsoft.com/office/powerpoint/2010/main" val="1390163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en-CA" sz="4200"/>
              <a:t>Terminology</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
          </p:nvPr>
        </p:nvSpPr>
        <p:spPr>
          <a:xfrm>
            <a:off x="595245" y="2599509"/>
            <a:ext cx="3398174" cy="3639450"/>
          </a:xfrm>
        </p:spPr>
        <p:txBody>
          <a:bodyPr anchor="ctr">
            <a:normAutofit/>
          </a:bodyPr>
          <a:lstStyle/>
          <a:p>
            <a:r>
              <a:rPr lang="en-CA" sz="1700"/>
              <a:t>Encryption (encode, encipher)</a:t>
            </a:r>
          </a:p>
          <a:p>
            <a:pPr lvl="1"/>
            <a:r>
              <a:rPr lang="en-CA" sz="1700"/>
              <a:t>The process of encoding a message so that its meaning is not obvious</a:t>
            </a:r>
          </a:p>
          <a:p>
            <a:r>
              <a:rPr lang="en-CA" sz="1700"/>
              <a:t>Decryption (decode, decipher)</a:t>
            </a:r>
          </a:p>
          <a:p>
            <a:pPr lvl="1"/>
            <a:r>
              <a:rPr lang="en-CA" sz="1700"/>
              <a:t>The reverse process, transforming an encrypted message back into its original form</a:t>
            </a:r>
          </a:p>
          <a:p>
            <a:r>
              <a:rPr lang="en-CA" sz="1700"/>
              <a:t>A system for encryption and decryption is called a </a:t>
            </a:r>
            <a:r>
              <a:rPr lang="en-CA" sz="1700" b="1"/>
              <a:t>Cryptosystem</a:t>
            </a:r>
            <a:r>
              <a:rPr lang="en-CA" sz="1700"/>
              <a:t>.</a:t>
            </a:r>
          </a:p>
        </p:txBody>
      </p:sp>
      <p:pic>
        <p:nvPicPr>
          <p:cNvPr id="5" name="Picture 3"/>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433649" y="4091610"/>
            <a:ext cx="3862707" cy="499533"/>
          </a:xfrm>
          <a:prstGeom prst="rect">
            <a:avLst/>
          </a:prstGeom>
          <a:solidFill>
            <a:schemeClr val="tx1"/>
          </a:solidFill>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5"/>
          </p:nvPr>
        </p:nvSpPr>
        <p:spPr>
          <a:xfrm>
            <a:off x="6457950" y="649224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3</a:t>
            </a:fld>
            <a:endParaRPr lang="en-CA"/>
          </a:p>
        </p:txBody>
      </p:sp>
    </p:spTree>
    <p:extLst>
      <p:ext uri="{BB962C8B-B14F-4D97-AF65-F5344CB8AC3E}">
        <p14:creationId xmlns:p14="http://schemas.microsoft.com/office/powerpoint/2010/main" val="2870173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6478" y="386930"/>
            <a:ext cx="6927525" cy="1188950"/>
          </a:xfrm>
        </p:spPr>
        <p:txBody>
          <a:bodyPr anchor="b">
            <a:normAutofit/>
          </a:bodyPr>
          <a:lstStyle/>
          <a:p>
            <a:r>
              <a:rPr lang="en-CA" sz="4700"/>
              <a:t>Terminology (Cont.)</a:t>
            </a:r>
          </a:p>
        </p:txBody>
      </p:sp>
      <p:grpSp>
        <p:nvGrpSpPr>
          <p:cNvPr id="11" name="Group 1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2" name="Rectangle 1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
          </p:nvPr>
        </p:nvSpPr>
        <p:spPr>
          <a:xfrm>
            <a:off x="595245" y="2599509"/>
            <a:ext cx="7607751" cy="3435531"/>
          </a:xfrm>
        </p:spPr>
        <p:txBody>
          <a:bodyPr anchor="ctr">
            <a:normAutofit/>
          </a:bodyPr>
          <a:lstStyle/>
          <a:p>
            <a:r>
              <a:rPr lang="en-CA" sz="1900"/>
              <a:t>We write </a:t>
            </a:r>
            <a:r>
              <a:rPr lang="en-CA" sz="1900" i="1"/>
              <a:t>c </a:t>
            </a:r>
            <a:r>
              <a:rPr lang="en-CA" sz="1900"/>
              <a:t>= </a:t>
            </a:r>
            <a:r>
              <a:rPr lang="en-CA" sz="1900" i="1"/>
              <a:t>E</a:t>
            </a:r>
            <a:r>
              <a:rPr lang="en-CA" sz="1900"/>
              <a:t>(</a:t>
            </a:r>
            <a:r>
              <a:rPr lang="en-CA" sz="1900" i="1"/>
              <a:t>p</a:t>
            </a:r>
            <a:r>
              <a:rPr lang="en-CA" sz="1900"/>
              <a:t>) and </a:t>
            </a:r>
            <a:r>
              <a:rPr lang="en-CA" sz="1900" i="1"/>
              <a:t>p </a:t>
            </a:r>
            <a:r>
              <a:rPr lang="en-CA" sz="1900"/>
              <a:t>= </a:t>
            </a:r>
            <a:r>
              <a:rPr lang="en-CA" sz="1900" i="1"/>
              <a:t>D</a:t>
            </a:r>
            <a:r>
              <a:rPr lang="en-CA" sz="1900"/>
              <a:t>(</a:t>
            </a:r>
            <a:r>
              <a:rPr lang="en-CA" sz="1900" i="1"/>
              <a:t>c</a:t>
            </a:r>
            <a:r>
              <a:rPr lang="en-CA" sz="1900"/>
              <a:t>)</a:t>
            </a:r>
          </a:p>
          <a:p>
            <a:pPr lvl="1"/>
            <a:r>
              <a:rPr lang="en-CA" sz="1900" i="1"/>
              <a:t>c</a:t>
            </a:r>
            <a:r>
              <a:rPr lang="en-CA" sz="1900"/>
              <a:t> represents the ciphertext</a:t>
            </a:r>
          </a:p>
          <a:p>
            <a:pPr lvl="1"/>
            <a:r>
              <a:rPr lang="en-CA" sz="1900" i="1"/>
              <a:t>E</a:t>
            </a:r>
            <a:r>
              <a:rPr lang="en-CA" sz="1900"/>
              <a:t> is the encryption rule (algorithm)</a:t>
            </a:r>
          </a:p>
          <a:p>
            <a:pPr lvl="1"/>
            <a:r>
              <a:rPr lang="en-CA" sz="1900" i="1"/>
              <a:t>p</a:t>
            </a:r>
            <a:r>
              <a:rPr lang="en-CA" sz="1900"/>
              <a:t> is the plaintext</a:t>
            </a:r>
          </a:p>
          <a:p>
            <a:pPr lvl="1"/>
            <a:r>
              <a:rPr lang="en-CA" sz="1900" i="1"/>
              <a:t>D</a:t>
            </a:r>
            <a:r>
              <a:rPr lang="en-CA" sz="1900"/>
              <a:t> is the decryption rule (algorithm)</a:t>
            </a:r>
          </a:p>
          <a:p>
            <a:r>
              <a:rPr lang="en-CA" sz="1900"/>
              <a:t>What we seek is a cryptosystem for which</a:t>
            </a:r>
          </a:p>
          <a:p>
            <a:pPr marL="0" indent="0">
              <a:buNone/>
            </a:pPr>
            <a:r>
              <a:rPr lang="en-CA" sz="1900" i="1"/>
              <a:t>P </a:t>
            </a:r>
            <a:r>
              <a:rPr lang="en-CA" sz="1900"/>
              <a:t>= </a:t>
            </a:r>
            <a:r>
              <a:rPr lang="en-CA" sz="1900" i="1"/>
              <a:t>D </a:t>
            </a:r>
            <a:r>
              <a:rPr lang="en-CA" sz="1900"/>
              <a:t>( </a:t>
            </a:r>
            <a:r>
              <a:rPr lang="en-CA" sz="1900" i="1"/>
              <a:t>E </a:t>
            </a:r>
            <a:r>
              <a:rPr lang="en-CA" sz="1900"/>
              <a:t>( </a:t>
            </a:r>
            <a:r>
              <a:rPr lang="en-CA" sz="1900" i="1"/>
              <a:t>P </a:t>
            </a:r>
            <a:r>
              <a:rPr lang="en-CA" sz="1900"/>
              <a:t>) )</a:t>
            </a:r>
          </a:p>
          <a:p>
            <a:r>
              <a:rPr lang="en-CA" sz="1900"/>
              <a:t>The encryption and decryption algorithms, often use a set of key(s), denoted by </a:t>
            </a:r>
            <a:r>
              <a:rPr lang="en-CA" sz="1900" i="1"/>
              <a:t>K</a:t>
            </a:r>
            <a:r>
              <a:rPr lang="en-CA" sz="1900"/>
              <a:t>, so that the resulting ciphertext depends on the original plaintext message, the algorithm, and the key value, </a:t>
            </a:r>
            <a:r>
              <a:rPr lang="en-CA" sz="1900" i="1"/>
              <a:t>c </a:t>
            </a:r>
            <a:r>
              <a:rPr lang="en-CA" sz="1900"/>
              <a:t>= </a:t>
            </a:r>
            <a:r>
              <a:rPr lang="en-CA" sz="1900" i="1"/>
              <a:t>E</a:t>
            </a:r>
            <a:r>
              <a:rPr lang="en-CA" sz="1900"/>
              <a:t>( </a:t>
            </a:r>
            <a:r>
              <a:rPr lang="en-CA" sz="1900" i="1"/>
              <a:t>K </a:t>
            </a:r>
            <a:r>
              <a:rPr lang="en-CA" sz="1900"/>
              <a:t>, </a:t>
            </a:r>
            <a:r>
              <a:rPr lang="en-CA" sz="1900" i="1"/>
              <a:t>P </a:t>
            </a:r>
            <a:r>
              <a:rPr lang="en-CA" sz="1900"/>
              <a:t>).</a:t>
            </a:r>
          </a:p>
        </p:txBody>
      </p:sp>
      <p:sp>
        <p:nvSpPr>
          <p:cNvPr id="4" name="Slide Number Placeholder 3"/>
          <p:cNvSpPr>
            <a:spLocks noGrp="1"/>
          </p:cNvSpPr>
          <p:nvPr>
            <p:ph type="sldNum" sz="quarter" idx="15"/>
          </p:nvPr>
        </p:nvSpPr>
        <p:spPr>
          <a:xfrm>
            <a:off x="6457950" y="649224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4</a:t>
            </a:fld>
            <a:endParaRPr lang="en-CA"/>
          </a:p>
        </p:txBody>
      </p:sp>
    </p:spTree>
    <p:extLst>
      <p:ext uri="{BB962C8B-B14F-4D97-AF65-F5344CB8AC3E}">
        <p14:creationId xmlns:p14="http://schemas.microsoft.com/office/powerpoint/2010/main" val="2337623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en-CA" sz="4200"/>
              <a:t>Terminology (Cont.)</a:t>
            </a:r>
          </a:p>
        </p:txBody>
      </p:sp>
      <p:sp>
        <p:nvSpPr>
          <p:cNvPr id="5129" name="Rectangle 512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1" name="Rectangle 513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
          </p:nvPr>
        </p:nvSpPr>
        <p:spPr>
          <a:xfrm>
            <a:off x="595245" y="2599509"/>
            <a:ext cx="3398174" cy="3639450"/>
          </a:xfrm>
        </p:spPr>
        <p:txBody>
          <a:bodyPr anchor="ctr">
            <a:normAutofit/>
          </a:bodyPr>
          <a:lstStyle/>
          <a:p>
            <a:r>
              <a:rPr lang="en-CA" sz="1700" dirty="0"/>
              <a:t>If the encryption and decryption keys are the same, </a:t>
            </a:r>
            <a:r>
              <a:rPr lang="en-CA" sz="1700" b="1" dirty="0"/>
              <a:t>Symmetric Encryption</a:t>
            </a:r>
            <a:r>
              <a:rPr lang="en-CA" sz="1700" dirty="0"/>
              <a:t>, we have</a:t>
            </a:r>
          </a:p>
          <a:p>
            <a:pPr marL="0" indent="0">
              <a:buNone/>
            </a:pPr>
            <a:r>
              <a:rPr lang="en-CA" sz="1700" i="1" dirty="0"/>
              <a:t>P </a:t>
            </a:r>
            <a:r>
              <a:rPr lang="en-CA" sz="1700" dirty="0"/>
              <a:t>= </a:t>
            </a:r>
            <a:r>
              <a:rPr lang="en-CA" sz="1700" i="1" dirty="0"/>
              <a:t>D </a:t>
            </a:r>
            <a:r>
              <a:rPr lang="en-CA" sz="1700" dirty="0"/>
              <a:t>( </a:t>
            </a:r>
            <a:r>
              <a:rPr lang="en-CA" sz="1700" i="1" dirty="0"/>
              <a:t>K , E </a:t>
            </a:r>
            <a:r>
              <a:rPr lang="en-CA" sz="1700" dirty="0"/>
              <a:t>( </a:t>
            </a:r>
            <a:r>
              <a:rPr lang="en-CA" sz="1700" i="1" dirty="0"/>
              <a:t>K , P </a:t>
            </a:r>
            <a:r>
              <a:rPr lang="en-CA" sz="1700" dirty="0"/>
              <a:t>)</a:t>
            </a:r>
          </a:p>
          <a:p>
            <a:pPr marL="0" indent="0">
              <a:buNone/>
            </a:pPr>
            <a:r>
              <a:rPr lang="en-CA" sz="1700" dirty="0"/>
              <a:t>(Using different encryption keys, different encryptions can be created from one plaintext)</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433649" y="3844053"/>
            <a:ext cx="3862707" cy="994647"/>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133" name="Rectangle 513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5"/>
          </p:nvPr>
        </p:nvSpPr>
        <p:spPr>
          <a:xfrm>
            <a:off x="6457950" y="649224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5</a:t>
            </a:fld>
            <a:endParaRPr lang="en-CA"/>
          </a:p>
        </p:txBody>
      </p:sp>
    </p:spTree>
    <p:extLst>
      <p:ext uri="{BB962C8B-B14F-4D97-AF65-F5344CB8AC3E}">
        <p14:creationId xmlns:p14="http://schemas.microsoft.com/office/powerpoint/2010/main" val="12048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5246" y="386930"/>
            <a:ext cx="7549592" cy="1298448"/>
          </a:xfrm>
        </p:spPr>
        <p:txBody>
          <a:bodyPr anchor="b">
            <a:normAutofit/>
          </a:bodyPr>
          <a:lstStyle/>
          <a:p>
            <a:r>
              <a:rPr lang="en-CA" sz="4200"/>
              <a:t>Terminology (Cont.)</a:t>
            </a:r>
          </a:p>
        </p:txBody>
      </p:sp>
      <p:sp>
        <p:nvSpPr>
          <p:cNvPr id="6153" name="Rectangle 6152">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5" name="Rectangle 615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
          </p:nvPr>
        </p:nvSpPr>
        <p:spPr>
          <a:xfrm>
            <a:off x="595245" y="2599509"/>
            <a:ext cx="3398174" cy="3639450"/>
          </a:xfrm>
        </p:spPr>
        <p:txBody>
          <a:bodyPr anchor="ctr">
            <a:normAutofit/>
          </a:bodyPr>
          <a:lstStyle/>
          <a:p>
            <a:r>
              <a:rPr lang="en-CA" sz="1700" dirty="0"/>
              <a:t>If encryption and decryption keys come in pairs, </a:t>
            </a:r>
            <a:r>
              <a:rPr lang="en-CA" sz="1700" b="1" dirty="0"/>
              <a:t>Asymmetric Encryption</a:t>
            </a:r>
            <a:r>
              <a:rPr lang="en-CA" sz="1700" dirty="0"/>
              <a:t>, then a decryption key, </a:t>
            </a:r>
            <a:r>
              <a:rPr lang="en-CA" sz="1700" i="1" dirty="0"/>
              <a:t>K</a:t>
            </a:r>
            <a:r>
              <a:rPr lang="en-CA" sz="1700" i="1" baseline="-25000" dirty="0"/>
              <a:t>D </a:t>
            </a:r>
            <a:r>
              <a:rPr lang="en-CA" sz="1700" dirty="0"/>
              <a:t>, inverts the encryption of key </a:t>
            </a:r>
            <a:r>
              <a:rPr lang="en-CA" sz="1700" i="1" dirty="0"/>
              <a:t>K</a:t>
            </a:r>
            <a:r>
              <a:rPr lang="en-CA" sz="1700" i="1" baseline="-25000" dirty="0"/>
              <a:t>E</a:t>
            </a:r>
            <a:endParaRPr lang="en-CA" sz="1700" dirty="0"/>
          </a:p>
          <a:p>
            <a:pPr marL="0" indent="0">
              <a:buNone/>
            </a:pPr>
            <a:r>
              <a:rPr lang="en-CA" sz="1700" i="1" dirty="0"/>
              <a:t>P </a:t>
            </a:r>
            <a:r>
              <a:rPr lang="en-CA" sz="1700" dirty="0"/>
              <a:t>= </a:t>
            </a:r>
            <a:r>
              <a:rPr lang="en-CA" sz="1700" i="1" dirty="0"/>
              <a:t>D </a:t>
            </a:r>
            <a:r>
              <a:rPr lang="en-CA" sz="1700" dirty="0"/>
              <a:t>( </a:t>
            </a:r>
            <a:r>
              <a:rPr lang="en-CA" sz="1700" i="1" dirty="0"/>
              <a:t>K</a:t>
            </a:r>
            <a:r>
              <a:rPr lang="en-CA" sz="1700" i="1" baseline="-25000" dirty="0"/>
              <a:t>D</a:t>
            </a:r>
            <a:r>
              <a:rPr lang="en-CA" sz="1700" i="1" dirty="0"/>
              <a:t> , E </a:t>
            </a:r>
            <a:r>
              <a:rPr lang="en-CA" sz="1700" dirty="0"/>
              <a:t>( </a:t>
            </a:r>
            <a:r>
              <a:rPr lang="en-CA" sz="1700" i="1" dirty="0"/>
              <a:t>K</a:t>
            </a:r>
            <a:r>
              <a:rPr lang="en-CA" sz="1700" i="1" baseline="-25000" dirty="0"/>
              <a:t>E</a:t>
            </a:r>
            <a:r>
              <a:rPr lang="en-CA" sz="1700" i="1" dirty="0"/>
              <a:t> , P </a:t>
            </a:r>
            <a:r>
              <a:rPr lang="en-CA" sz="1700" dirty="0"/>
              <a:t>)</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433649" y="3752314"/>
            <a:ext cx="3862707" cy="1178125"/>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6157" name="Rectangle 6156">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5"/>
          </p:nvPr>
        </p:nvSpPr>
        <p:spPr>
          <a:xfrm>
            <a:off x="6457950" y="649224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6</a:t>
            </a:fld>
            <a:endParaRPr lang="en-CA"/>
          </a:p>
        </p:txBody>
      </p:sp>
    </p:spTree>
    <p:extLst>
      <p:ext uri="{BB962C8B-B14F-4D97-AF65-F5344CB8AC3E}">
        <p14:creationId xmlns:p14="http://schemas.microsoft.com/office/powerpoint/2010/main" val="1212764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6478" y="386930"/>
            <a:ext cx="6927525" cy="1188950"/>
          </a:xfrm>
        </p:spPr>
        <p:txBody>
          <a:bodyPr anchor="b">
            <a:normAutofit/>
          </a:bodyPr>
          <a:lstStyle/>
          <a:p>
            <a:r>
              <a:rPr lang="en-CA" sz="4700"/>
              <a:t>Terminology (Cont.)</a:t>
            </a:r>
          </a:p>
        </p:txBody>
      </p:sp>
      <p:grpSp>
        <p:nvGrpSpPr>
          <p:cNvPr id="11" name="Group 1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2" name="Rectangle 1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
          </p:nvPr>
        </p:nvSpPr>
        <p:spPr>
          <a:xfrm>
            <a:off x="595245" y="2599509"/>
            <a:ext cx="7607751" cy="3435531"/>
          </a:xfrm>
        </p:spPr>
        <p:txBody>
          <a:bodyPr anchor="ctr">
            <a:normAutofit/>
          </a:bodyPr>
          <a:lstStyle/>
          <a:p>
            <a:r>
              <a:rPr lang="en-CA" sz="1600"/>
              <a:t>Cryptanalyst: a person who </a:t>
            </a:r>
            <a:r>
              <a:rPr lang="en-CA" sz="1600" b="1"/>
              <a:t>studies encryption and ciphertexts</a:t>
            </a:r>
            <a:r>
              <a:rPr lang="en-CA" sz="1600"/>
              <a:t> to figure out the corresponding plaintexts</a:t>
            </a:r>
          </a:p>
          <a:p>
            <a:pPr lvl="1"/>
            <a:r>
              <a:rPr lang="en-CA" sz="1600" b="1"/>
              <a:t>Break</a:t>
            </a:r>
            <a:r>
              <a:rPr lang="en-CA" sz="1600"/>
              <a:t> a single message</a:t>
            </a:r>
          </a:p>
          <a:p>
            <a:pPr lvl="1"/>
            <a:r>
              <a:rPr lang="en-CA" sz="1600"/>
              <a:t>Recognize </a:t>
            </a:r>
            <a:r>
              <a:rPr lang="en-CA" sz="1600" b="1"/>
              <a:t>patterns</a:t>
            </a:r>
            <a:r>
              <a:rPr lang="en-CA" sz="1600"/>
              <a:t> in ciphertexts, to be able to break subsequent ones by applying a decryption algorithm</a:t>
            </a:r>
          </a:p>
          <a:p>
            <a:pPr lvl="1"/>
            <a:r>
              <a:rPr lang="en-CA" sz="1600" b="1"/>
              <a:t>Infer</a:t>
            </a:r>
            <a:r>
              <a:rPr lang="en-CA" sz="1600"/>
              <a:t> some meaning without breaking the encryption</a:t>
            </a:r>
          </a:p>
          <a:p>
            <a:pPr lvl="2"/>
            <a:r>
              <a:rPr lang="en-CA" sz="1600"/>
              <a:t>Unusual frequency of communication</a:t>
            </a:r>
          </a:p>
          <a:p>
            <a:pPr lvl="2"/>
            <a:r>
              <a:rPr lang="en-CA" sz="1600"/>
              <a:t>Determining something by whether the communication was short or long</a:t>
            </a:r>
          </a:p>
          <a:p>
            <a:pPr lvl="1"/>
            <a:r>
              <a:rPr lang="en-CA" sz="1600" b="1"/>
              <a:t>Deduce</a:t>
            </a:r>
            <a:r>
              <a:rPr lang="en-CA" sz="1600"/>
              <a:t> the key, to break subsequent ciphers</a:t>
            </a:r>
          </a:p>
          <a:p>
            <a:pPr lvl="1"/>
            <a:r>
              <a:rPr lang="en-CA" sz="1600"/>
              <a:t>Find </a:t>
            </a:r>
            <a:r>
              <a:rPr lang="en-CA" sz="1600" b="1"/>
              <a:t>weaknesses</a:t>
            </a:r>
            <a:r>
              <a:rPr lang="en-CA" sz="1600"/>
              <a:t> in the </a:t>
            </a:r>
            <a:r>
              <a:rPr lang="en-CA" sz="1600" b="1"/>
              <a:t>implementation</a:t>
            </a:r>
            <a:r>
              <a:rPr lang="en-CA" sz="1600"/>
              <a:t> or environment of use of encryption</a:t>
            </a:r>
          </a:p>
          <a:p>
            <a:pPr lvl="1"/>
            <a:r>
              <a:rPr lang="en-CA" sz="1600"/>
              <a:t>Find general </a:t>
            </a:r>
            <a:r>
              <a:rPr lang="en-CA" sz="1600" b="1"/>
              <a:t>weaknesses</a:t>
            </a:r>
            <a:r>
              <a:rPr lang="en-CA" sz="1600"/>
              <a:t> in an encryption </a:t>
            </a:r>
            <a:r>
              <a:rPr lang="en-CA" sz="1600" b="1"/>
              <a:t>algorithm</a:t>
            </a:r>
            <a:r>
              <a:rPr lang="en-CA" sz="1600"/>
              <a:t>, without necessarily having intercepted any messages</a:t>
            </a:r>
          </a:p>
        </p:txBody>
      </p:sp>
      <p:sp>
        <p:nvSpPr>
          <p:cNvPr id="4" name="Slide Number Placeholder 3"/>
          <p:cNvSpPr>
            <a:spLocks noGrp="1"/>
          </p:cNvSpPr>
          <p:nvPr>
            <p:ph type="sldNum" sz="quarter" idx="15"/>
          </p:nvPr>
        </p:nvSpPr>
        <p:spPr>
          <a:xfrm>
            <a:off x="6457950" y="649224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7</a:t>
            </a:fld>
            <a:endParaRPr lang="en-CA"/>
          </a:p>
        </p:txBody>
      </p:sp>
    </p:spTree>
    <p:extLst>
      <p:ext uri="{BB962C8B-B14F-4D97-AF65-F5344CB8AC3E}">
        <p14:creationId xmlns:p14="http://schemas.microsoft.com/office/powerpoint/2010/main" val="2499144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457037" cy="1554480"/>
          </a:xfrm>
        </p:spPr>
        <p:txBody>
          <a:bodyPr anchor="ctr">
            <a:normAutofit/>
          </a:bodyPr>
          <a:lstStyle/>
          <a:p>
            <a:r>
              <a:rPr lang="en-CA" sz="4200"/>
              <a:t>Terminology (Cont.)</a:t>
            </a:r>
          </a:p>
        </p:txBody>
      </p:sp>
      <p:sp>
        <p:nvSpPr>
          <p:cNvPr id="3" name="Content Placeholder 2"/>
          <p:cNvSpPr>
            <a:spLocks noGrp="1"/>
          </p:cNvSpPr>
          <p:nvPr>
            <p:ph sz="quarter" idx="1"/>
          </p:nvPr>
        </p:nvSpPr>
        <p:spPr>
          <a:xfrm>
            <a:off x="783771" y="3017522"/>
            <a:ext cx="7455989" cy="3124658"/>
          </a:xfrm>
        </p:spPr>
        <p:txBody>
          <a:bodyPr anchor="ctr">
            <a:normAutofit/>
          </a:bodyPr>
          <a:lstStyle/>
          <a:p>
            <a:r>
              <a:rPr lang="en-CA" sz="1600"/>
              <a:t>Information and tools used by a cryptanalyst</a:t>
            </a:r>
          </a:p>
          <a:p>
            <a:pPr lvl="1"/>
            <a:r>
              <a:rPr lang="en-CA" sz="1600"/>
              <a:t>Encrypted messages</a:t>
            </a:r>
          </a:p>
          <a:p>
            <a:pPr lvl="1"/>
            <a:r>
              <a:rPr lang="en-CA" sz="1600"/>
              <a:t>Known encryption algorithms</a:t>
            </a:r>
          </a:p>
          <a:p>
            <a:pPr lvl="1"/>
            <a:r>
              <a:rPr lang="en-CA" sz="1600"/>
              <a:t>Intercepted plaintext</a:t>
            </a:r>
          </a:p>
          <a:p>
            <a:pPr lvl="1"/>
            <a:r>
              <a:rPr lang="en-CA" sz="1600"/>
              <a:t>Data items known or suspected to be in a ciphertext</a:t>
            </a:r>
          </a:p>
          <a:p>
            <a:pPr lvl="1"/>
            <a:r>
              <a:rPr lang="en-CA" sz="1600"/>
              <a:t>Mathematical or statistical tools and techniques</a:t>
            </a:r>
          </a:p>
          <a:p>
            <a:pPr lvl="1"/>
            <a:r>
              <a:rPr lang="en-CA" sz="1600"/>
              <a:t>Properties of languages</a:t>
            </a:r>
          </a:p>
          <a:p>
            <a:pPr lvl="1"/>
            <a:r>
              <a:rPr lang="en-CA" sz="1600"/>
              <a:t>Computers</a:t>
            </a:r>
          </a:p>
          <a:p>
            <a:pPr lvl="1"/>
            <a:r>
              <a:rPr lang="en-CA" sz="1600"/>
              <a:t>And of course</a:t>
            </a:r>
          </a:p>
          <a:p>
            <a:pPr lvl="2"/>
            <a:r>
              <a:rPr lang="en-CA" sz="1600"/>
              <a:t>Ingenuity</a:t>
            </a:r>
          </a:p>
          <a:p>
            <a:pPr lvl="2"/>
            <a:r>
              <a:rPr lang="en-CA" sz="1600"/>
              <a:t>Luck</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5"/>
          </p:nvPr>
        </p:nvSpPr>
        <p:spPr>
          <a:xfrm>
            <a:off x="6457950" y="649224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8</a:t>
            </a:fld>
            <a:endParaRPr lang="en-CA"/>
          </a:p>
        </p:txBody>
      </p:sp>
    </p:spTree>
    <p:extLst>
      <p:ext uri="{BB962C8B-B14F-4D97-AF65-F5344CB8AC3E}">
        <p14:creationId xmlns:p14="http://schemas.microsoft.com/office/powerpoint/2010/main" val="2083039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16597"/>
            <a:ext cx="548639"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059" y="613954"/>
            <a:ext cx="8180615"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723" y="809898"/>
            <a:ext cx="7457037" cy="1554480"/>
          </a:xfrm>
        </p:spPr>
        <p:txBody>
          <a:bodyPr anchor="ctr">
            <a:normAutofit/>
          </a:bodyPr>
          <a:lstStyle/>
          <a:p>
            <a:r>
              <a:rPr lang="en-CA" sz="4200"/>
              <a:t>Terminology (Cont.)</a:t>
            </a:r>
          </a:p>
        </p:txBody>
      </p:sp>
      <p:sp>
        <p:nvSpPr>
          <p:cNvPr id="3" name="Content Placeholder 2"/>
          <p:cNvSpPr>
            <a:spLocks noGrp="1"/>
          </p:cNvSpPr>
          <p:nvPr>
            <p:ph sz="quarter" idx="1"/>
          </p:nvPr>
        </p:nvSpPr>
        <p:spPr>
          <a:xfrm>
            <a:off x="783771" y="3017522"/>
            <a:ext cx="7455989" cy="3124658"/>
          </a:xfrm>
        </p:spPr>
        <p:txBody>
          <a:bodyPr anchor="ctr">
            <a:normAutofit/>
          </a:bodyPr>
          <a:lstStyle/>
          <a:p>
            <a:r>
              <a:rPr lang="en-CA" sz="1900"/>
              <a:t>Breakable Encryption</a:t>
            </a:r>
          </a:p>
          <a:p>
            <a:pPr lvl="1"/>
            <a:r>
              <a:rPr lang="en-CA" sz="1900"/>
              <a:t>Given enough time and data, an analyst can determine the algorithm. </a:t>
            </a:r>
          </a:p>
          <a:p>
            <a:pPr lvl="1"/>
            <a:r>
              <a:rPr lang="en-CA" sz="1900"/>
              <a:t>An algorithm that is theoretically breakable may be impractical to try to break</a:t>
            </a:r>
          </a:p>
          <a:p>
            <a:pPr lvl="2"/>
            <a:r>
              <a:rPr lang="en-CA" sz="1900"/>
              <a:t>Example: </a:t>
            </a:r>
          </a:p>
          <a:p>
            <a:pPr lvl="3"/>
            <a:r>
              <a:rPr lang="en-CA" sz="1900"/>
              <a:t>For a 25-character message, a cipher may have 26</a:t>
            </a:r>
            <a:r>
              <a:rPr lang="en-CA" sz="1900" baseline="30000"/>
              <a:t>25</a:t>
            </a:r>
            <a:r>
              <a:rPr lang="en-CA" sz="1900"/>
              <a:t> (approximately 10</a:t>
            </a:r>
            <a:r>
              <a:rPr lang="en-CA" sz="1900" baseline="30000"/>
              <a:t>35</a:t>
            </a:r>
            <a:r>
              <a:rPr lang="en-CA" sz="1900"/>
              <a:t>) possible decipherments</a:t>
            </a:r>
          </a:p>
          <a:p>
            <a:pPr lvl="3"/>
            <a:r>
              <a:rPr lang="en-CA" sz="1900"/>
              <a:t>If a computer performs 10</a:t>
            </a:r>
            <a:r>
              <a:rPr lang="en-CA" sz="1900" baseline="30000"/>
              <a:t>10 </a:t>
            </a:r>
            <a:r>
              <a:rPr lang="en-CA" sz="1900"/>
              <a:t>operations per second, it would require 10</a:t>
            </a:r>
            <a:r>
              <a:rPr lang="en-CA" sz="1900" baseline="30000"/>
              <a:t>25</a:t>
            </a:r>
            <a:r>
              <a:rPr lang="en-CA" sz="1900"/>
              <a:t> seconds, or roughly 10</a:t>
            </a:r>
            <a:r>
              <a:rPr lang="en-CA" sz="1900" baseline="30000"/>
              <a:t>17</a:t>
            </a:r>
            <a:r>
              <a:rPr lang="en-CA" sz="1900"/>
              <a:t> years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8650" y="6485313"/>
            <a:ext cx="78867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5"/>
          </p:nvPr>
        </p:nvSpPr>
        <p:spPr>
          <a:xfrm>
            <a:off x="6457950" y="649224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9</a:t>
            </a:fld>
            <a:endParaRPr lang="en-CA"/>
          </a:p>
        </p:txBody>
      </p:sp>
    </p:spTree>
    <p:extLst>
      <p:ext uri="{BB962C8B-B14F-4D97-AF65-F5344CB8AC3E}">
        <p14:creationId xmlns:p14="http://schemas.microsoft.com/office/powerpoint/2010/main" val="3825417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Terminology (Cont.)</a:t>
            </a:r>
          </a:p>
        </p:txBody>
      </p:sp>
      <p:sp>
        <p:nvSpPr>
          <p:cNvPr id="3" name="Content Placeholder 2"/>
          <p:cNvSpPr>
            <a:spLocks noGrp="1"/>
          </p:cNvSpPr>
          <p:nvPr>
            <p:ph sz="quarter" idx="1"/>
          </p:nvPr>
        </p:nvSpPr>
        <p:spPr>
          <a:xfrm>
            <a:off x="457200" y="1600200"/>
            <a:ext cx="7715200" cy="4873752"/>
          </a:xfrm>
        </p:spPr>
        <p:txBody>
          <a:bodyPr>
            <a:noAutofit/>
          </a:bodyPr>
          <a:lstStyle/>
          <a:p>
            <a:r>
              <a:rPr lang="en-CA" sz="2800"/>
              <a:t>Breakable Encryption (cont.)</a:t>
            </a:r>
            <a:endParaRPr lang="en-CA" sz="1700"/>
          </a:p>
          <a:p>
            <a:pPr lvl="1"/>
            <a:r>
              <a:rPr lang="en-CA" sz="2500"/>
              <a:t>Facts</a:t>
            </a:r>
          </a:p>
          <a:p>
            <a:pPr marL="1188720" lvl="2" indent="-457200">
              <a:buFont typeface="+mj-lt"/>
              <a:buAutoNum type="arabicPeriod"/>
            </a:pPr>
            <a:r>
              <a:rPr lang="en-CA" sz="2200"/>
              <a:t>The cryptanalyst cannot be expected to try only the hard, long way</a:t>
            </a:r>
          </a:p>
          <a:p>
            <a:pPr lvl="3"/>
            <a:r>
              <a:rPr lang="en-CA" sz="2200"/>
              <a:t>In the previous example, a better approach requires only 10</a:t>
            </a:r>
            <a:r>
              <a:rPr lang="en-CA" sz="2200" baseline="30000"/>
              <a:t>15</a:t>
            </a:r>
            <a:r>
              <a:rPr lang="en-CA" sz="2200"/>
              <a:t> operations, only one day</a:t>
            </a:r>
          </a:p>
          <a:p>
            <a:pPr marL="1188720" lvl="2" indent="-457200">
              <a:buFont typeface="+mj-lt"/>
              <a:buAutoNum type="arabicPeriod"/>
            </a:pPr>
            <a:r>
              <a:rPr lang="en-CA" sz="2200"/>
              <a:t>Estimates of breakability are based on current technology</a:t>
            </a:r>
          </a:p>
          <a:p>
            <a:pPr lvl="3"/>
            <a:r>
              <a:rPr lang="en-CA" sz="2200" b="1"/>
              <a:t>Moore’s Law</a:t>
            </a:r>
            <a:r>
              <a:rPr lang="en-CA" sz="2200"/>
              <a:t>: The speed of processors doubles every 1.5 years (it has been true for over two decades)</a:t>
            </a: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AB7785-396F-4915-8DFC-F7434CCA128E}" type="slidenum">
              <a:rPr lang="en-CA" smtClean="0"/>
              <a:pPr/>
              <a:t>10</a:t>
            </a:fld>
            <a:endParaRPr lang="en-CA"/>
          </a:p>
        </p:txBody>
      </p:sp>
    </p:spTree>
    <p:extLst>
      <p:ext uri="{BB962C8B-B14F-4D97-AF65-F5344CB8AC3E}">
        <p14:creationId xmlns:p14="http://schemas.microsoft.com/office/powerpoint/2010/main" val="4272492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699" y="687480"/>
            <a:ext cx="5605629" cy="994172"/>
          </a:xfrm>
        </p:spPr>
        <p:txBody>
          <a:bodyPr>
            <a:normAutofit/>
          </a:bodyPr>
          <a:lstStyle/>
          <a:p>
            <a:r>
              <a:rPr lang="en-CA" sz="3850"/>
              <a:t>Representing Characters</a:t>
            </a:r>
          </a:p>
        </p:txBody>
      </p:sp>
      <p:sp>
        <p:nvSpPr>
          <p:cNvPr id="3" name="Content Placeholder 2"/>
          <p:cNvSpPr>
            <a:spLocks noGrp="1"/>
          </p:cNvSpPr>
          <p:nvPr>
            <p:ph sz="quarter" idx="1"/>
          </p:nvPr>
        </p:nvSpPr>
        <p:spPr>
          <a:xfrm>
            <a:off x="852321" y="2227943"/>
            <a:ext cx="5033221" cy="3788227"/>
          </a:xfrm>
        </p:spPr>
        <p:txBody>
          <a:bodyPr anchor="ctr">
            <a:normAutofit/>
          </a:bodyPr>
          <a:lstStyle/>
          <a:p>
            <a:r>
              <a:rPr lang="en-CA" sz="1900"/>
              <a:t>Convention: Plaintext is written in UPPERCASE letters, and ciphertext is in lowercase letters</a:t>
            </a:r>
          </a:p>
          <a:p>
            <a:r>
              <a:rPr lang="en-CA" sz="1900"/>
              <a:t>Encryption algorithms are usually based on mathematical transformations</a:t>
            </a:r>
          </a:p>
          <a:p>
            <a:endParaRPr lang="en-CA" sz="1900"/>
          </a:p>
          <a:p>
            <a:endParaRPr lang="en-CA" sz="1900"/>
          </a:p>
          <a:p>
            <a:endParaRPr lang="en-CA" sz="1900"/>
          </a:p>
          <a:p>
            <a:endParaRPr lang="en-CA" sz="1900"/>
          </a:p>
          <a:p>
            <a:r>
              <a:rPr lang="en-CA" sz="1900"/>
              <a:t>Arithmetic is performed as if the alphabetic table were circular (modular arithmetic)</a:t>
            </a:r>
          </a:p>
        </p:txBody>
      </p:sp>
      <p:sp>
        <p:nvSpPr>
          <p:cNvPr id="7185" name="Rectangle 7184">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186" name="Oval 7185">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73640" y="4045212"/>
            <a:ext cx="4347956" cy="782632"/>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Slide Number Placeholder 3"/>
          <p:cNvSpPr>
            <a:spLocks noGrp="1"/>
          </p:cNvSpPr>
          <p:nvPr>
            <p:ph type="sldNum" sz="quarter" idx="15"/>
          </p:nvPr>
        </p:nvSpPr>
        <p:spPr>
          <a:xfrm>
            <a:off x="7576075" y="6415760"/>
            <a:ext cx="759278" cy="273844"/>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z="920"/>
              <a:pPr>
                <a:spcAft>
                  <a:spcPts val="600"/>
                </a:spcAft>
              </a:pPr>
              <a:t>11</a:t>
            </a:fld>
            <a:endParaRPr lang="en-CA" sz="920"/>
          </a:p>
        </p:txBody>
      </p:sp>
    </p:spTree>
    <p:extLst>
      <p:ext uri="{BB962C8B-B14F-4D97-AF65-F5344CB8AC3E}">
        <p14:creationId xmlns:p14="http://schemas.microsoft.com/office/powerpoint/2010/main" val="4276260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6478" y="386930"/>
            <a:ext cx="6927525" cy="1188950"/>
          </a:xfrm>
        </p:spPr>
        <p:txBody>
          <a:bodyPr anchor="b">
            <a:normAutofit/>
          </a:bodyPr>
          <a:lstStyle/>
          <a:p>
            <a:r>
              <a:rPr lang="en-CA" sz="4700"/>
              <a:t>Substitution Ciphers</a:t>
            </a:r>
          </a:p>
        </p:txBody>
      </p:sp>
      <p:grpSp>
        <p:nvGrpSpPr>
          <p:cNvPr id="11" name="Group 1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2" name="Rectangle 1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
          </p:nvPr>
        </p:nvSpPr>
        <p:spPr>
          <a:xfrm>
            <a:off x="595245" y="2599509"/>
            <a:ext cx="7607751" cy="3435531"/>
          </a:xfrm>
        </p:spPr>
        <p:txBody>
          <a:bodyPr anchor="ctr">
            <a:normAutofit/>
          </a:bodyPr>
          <a:lstStyle/>
          <a:p>
            <a:r>
              <a:rPr lang="en-CA" sz="1800" b="1"/>
              <a:t>Mono-alphabetic</a:t>
            </a:r>
            <a:r>
              <a:rPr lang="en-CA" sz="1800"/>
              <a:t>: fixed substitution over the entire message (Simple substitution)</a:t>
            </a:r>
          </a:p>
          <a:p>
            <a:pPr lvl="1"/>
            <a:r>
              <a:rPr lang="en-CA"/>
              <a:t>Caesar cipher (Shifting the alphabet)</a:t>
            </a:r>
          </a:p>
          <a:p>
            <a:pPr lvl="1"/>
            <a:r>
              <a:rPr lang="en-CA"/>
              <a:t>Atbash cipher (reversing the alphabet)</a:t>
            </a:r>
          </a:p>
          <a:p>
            <a:r>
              <a:rPr lang="en-CA" sz="1800" b="1"/>
              <a:t>Poly-alphabetic</a:t>
            </a:r>
            <a:r>
              <a:rPr lang="en-CA" sz="1800"/>
              <a:t>: uses a number of substitutions at different positions in the message</a:t>
            </a:r>
          </a:p>
          <a:p>
            <a:pPr lvl="1"/>
            <a:r>
              <a:rPr lang="en-CA"/>
              <a:t>Vigenere cipher</a:t>
            </a:r>
          </a:p>
          <a:p>
            <a:pPr lvl="1"/>
            <a:r>
              <a:rPr lang="en-CA"/>
              <a:t>Enigma machine</a:t>
            </a:r>
          </a:p>
          <a:p>
            <a:r>
              <a:rPr lang="en-CA" sz="1800"/>
              <a:t>Not secure to use, but good to know and use as some building blocks in other encryption methods</a:t>
            </a:r>
          </a:p>
          <a:p>
            <a:r>
              <a:rPr lang="en-CA" sz="1800"/>
              <a:t>The main goal of substitution is “</a:t>
            </a:r>
            <a:r>
              <a:rPr lang="en-CA" sz="1800" b="1" i="1"/>
              <a:t>Confusion</a:t>
            </a:r>
            <a:r>
              <a:rPr lang="en-CA" sz="1800"/>
              <a:t>”</a:t>
            </a:r>
          </a:p>
        </p:txBody>
      </p:sp>
      <p:sp>
        <p:nvSpPr>
          <p:cNvPr id="4" name="Slide Number Placeholder 3"/>
          <p:cNvSpPr>
            <a:spLocks noGrp="1"/>
          </p:cNvSpPr>
          <p:nvPr>
            <p:ph type="sldNum" sz="quarter" idx="15"/>
          </p:nvPr>
        </p:nvSpPr>
        <p:spPr>
          <a:xfrm>
            <a:off x="6457950" y="649224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12</a:t>
            </a:fld>
            <a:endParaRPr lang="en-CA"/>
          </a:p>
        </p:txBody>
      </p:sp>
    </p:spTree>
    <p:extLst>
      <p:ext uri="{BB962C8B-B14F-4D97-AF65-F5344CB8AC3E}">
        <p14:creationId xmlns:p14="http://schemas.microsoft.com/office/powerpoint/2010/main" val="1831514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14475" y="538956"/>
            <a:ext cx="6738937" cy="1118394"/>
          </a:xfrm>
        </p:spPr>
        <p:txBody>
          <a:bodyPr anchor="t">
            <a:normAutofit/>
          </a:bodyPr>
          <a:lstStyle/>
          <a:p>
            <a:r>
              <a:rPr lang="en-CA" sz="3500"/>
              <a:t>Substitution Ciphers (cont.)</a:t>
            </a:r>
          </a:p>
        </p:txBody>
      </p:sp>
      <p:pic>
        <p:nvPicPr>
          <p:cNvPr id="8194"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828675" y="891127"/>
            <a:ext cx="561975" cy="44958"/>
          </a:xfrm>
          <a:prstGeom prst="rect">
            <a:avLst/>
          </a:prstGeom>
          <a:noFill/>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3" name="Content Placeholder 2"/>
          <p:cNvSpPr>
            <a:spLocks noGrp="1"/>
          </p:cNvSpPr>
          <p:nvPr>
            <p:ph sz="quarter" idx="1"/>
          </p:nvPr>
        </p:nvSpPr>
        <p:spPr>
          <a:xfrm>
            <a:off x="757237" y="1847849"/>
            <a:ext cx="7496175" cy="4254501"/>
          </a:xfrm>
        </p:spPr>
        <p:txBody>
          <a:bodyPr>
            <a:normAutofit/>
          </a:bodyPr>
          <a:lstStyle/>
          <a:p>
            <a:r>
              <a:rPr lang="en-CA" sz="1700" dirty="0"/>
              <a:t>Caesar cipher</a:t>
            </a:r>
          </a:p>
          <a:p>
            <a:pPr lvl="1"/>
            <a:r>
              <a:rPr lang="en-CA" sz="1700" dirty="0"/>
              <a:t>Each letter is translated to the letter a fixed number of places after it in the alphabet. </a:t>
            </a:r>
          </a:p>
          <a:p>
            <a:pPr lvl="1"/>
            <a:r>
              <a:rPr lang="en-CA" sz="1700" dirty="0"/>
              <a:t>It uses a shift of 3, so plaintext letter </a:t>
            </a:r>
            <a:r>
              <a:rPr lang="en-CA" sz="1700" i="1" dirty="0"/>
              <a:t>p</a:t>
            </a:r>
            <a:r>
              <a:rPr lang="en-CA" sz="1700" i="1" baseline="-25000" dirty="0"/>
              <a:t>i</a:t>
            </a:r>
            <a:r>
              <a:rPr lang="en-CA" sz="1700" dirty="0"/>
              <a:t> is enciphered as ciphertext letter </a:t>
            </a:r>
            <a:r>
              <a:rPr lang="en-CA" sz="1700" i="1" dirty="0"/>
              <a:t>c</a:t>
            </a:r>
            <a:r>
              <a:rPr lang="en-CA" sz="1700" i="1" baseline="-25000" dirty="0"/>
              <a:t>i</a:t>
            </a:r>
            <a:r>
              <a:rPr lang="en-CA" sz="1700" dirty="0"/>
              <a:t> by the rule</a:t>
            </a:r>
          </a:p>
          <a:p>
            <a:pPr marL="365760" lvl="1" indent="0">
              <a:buNone/>
            </a:pPr>
            <a:r>
              <a:rPr lang="en-CA" sz="1700" i="1" dirty="0"/>
              <a:t>c</a:t>
            </a:r>
            <a:r>
              <a:rPr lang="en-CA" sz="1700" i="1" baseline="-25000" dirty="0"/>
              <a:t>i</a:t>
            </a:r>
            <a:r>
              <a:rPr lang="en-CA" sz="1700" dirty="0"/>
              <a:t>=</a:t>
            </a:r>
            <a:r>
              <a:rPr lang="en-CA" sz="1700" i="1" dirty="0"/>
              <a:t>E</a:t>
            </a:r>
            <a:r>
              <a:rPr lang="en-CA" sz="1700" dirty="0"/>
              <a:t>(</a:t>
            </a:r>
            <a:r>
              <a:rPr lang="en-CA" sz="1700" i="1" dirty="0"/>
              <a:t>p</a:t>
            </a:r>
            <a:r>
              <a:rPr lang="en-CA" sz="1700" i="1" baseline="-25000" dirty="0"/>
              <a:t>i</a:t>
            </a:r>
            <a:r>
              <a:rPr lang="en-CA" sz="1700" dirty="0"/>
              <a:t>)=</a:t>
            </a:r>
            <a:r>
              <a:rPr lang="en-CA" sz="1700" i="1" dirty="0"/>
              <a:t>p</a:t>
            </a:r>
            <a:r>
              <a:rPr lang="en-CA" sz="1700" i="1" baseline="-25000" dirty="0"/>
              <a:t>i</a:t>
            </a:r>
            <a:r>
              <a:rPr lang="en-CA" sz="1700" dirty="0"/>
              <a:t>+3</a:t>
            </a:r>
          </a:p>
          <a:p>
            <a:pPr marL="0" lvl="1" indent="0">
              <a:buNone/>
            </a:pPr>
            <a:endParaRPr lang="en-CA" sz="1700" dirty="0"/>
          </a:p>
          <a:p>
            <a:pPr lvl="1"/>
            <a:endParaRPr lang="en-CA" sz="1700" dirty="0"/>
          </a:p>
          <a:p>
            <a:pPr lvl="1"/>
            <a:r>
              <a:rPr lang="en-CA" sz="1700" dirty="0"/>
              <a:t>Example</a:t>
            </a:r>
          </a:p>
          <a:p>
            <a:pPr marL="0" lvl="1" indent="1889125">
              <a:buNone/>
            </a:pPr>
            <a:r>
              <a:rPr lang="fr-FR" sz="1700" dirty="0">
                <a:latin typeface="PT Mono"/>
                <a:cs typeface="PT Mono"/>
              </a:rPr>
              <a:t>C A E S A R		C I P H E R</a:t>
            </a:r>
          </a:p>
          <a:p>
            <a:pPr marL="0" lvl="1" indent="1889125">
              <a:buNone/>
            </a:pPr>
            <a:r>
              <a:rPr lang="fr-FR" sz="1700" dirty="0">
                <a:latin typeface="PT Mono"/>
                <a:cs typeface="PT Mono"/>
              </a:rPr>
              <a:t>f d h v d u		f l s k h u</a:t>
            </a:r>
            <a:endParaRPr lang="en-CA" sz="1700" dirty="0">
              <a:latin typeface="PT Mono"/>
              <a:cs typeface="PT Mono"/>
            </a:endParaRPr>
          </a:p>
        </p:txBody>
      </p:sp>
      <p:sp>
        <p:nvSpPr>
          <p:cNvPr id="4" name="Slide Number Placeholder 3"/>
          <p:cNvSpPr>
            <a:spLocks noGrp="1"/>
          </p:cNvSpPr>
          <p:nvPr>
            <p:ph type="sldNum" sz="quarter" idx="15"/>
          </p:nvPr>
        </p:nvSpPr>
        <p:spPr>
          <a:xfrm>
            <a:off x="6457950" y="635635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13</a:t>
            </a:fld>
            <a:endParaRPr lang="en-CA"/>
          </a:p>
        </p:txBody>
      </p:sp>
      <p:pic>
        <p:nvPicPr>
          <p:cNvPr id="5" name="Picture 2">
            <a:extLst>
              <a:ext uri="{FF2B5EF4-FFF2-40B4-BE49-F238E27FC236}">
                <a16:creationId xmlns:a16="http://schemas.microsoft.com/office/drawing/2014/main" id="{7A2EB7AC-20F3-E538-8555-3CD3D0C9D8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4301" y="3435821"/>
            <a:ext cx="7189111" cy="57102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14507778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CA"/>
              <a:t>Substitution Ciphers (cont.)</a:t>
            </a:r>
          </a:p>
        </p:txBody>
      </p:sp>
      <p:sp>
        <p:nvSpPr>
          <p:cNvPr id="19" name="Arc 1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sz="quarter" idx="1"/>
          </p:nvPr>
        </p:nvSpPr>
        <p:spPr>
          <a:xfrm>
            <a:off x="628650" y="1825625"/>
            <a:ext cx="7886700" cy="4351338"/>
          </a:xfrm>
        </p:spPr>
        <p:txBody>
          <a:bodyPr>
            <a:normAutofit/>
          </a:bodyPr>
          <a:lstStyle/>
          <a:p>
            <a:r>
              <a:rPr lang="en-CA"/>
              <a:t>Caesar cipher</a:t>
            </a:r>
          </a:p>
          <a:p>
            <a:pPr lvl="1"/>
            <a:r>
              <a:rPr lang="en-CA"/>
              <a:t>Advantage and Disadvantage</a:t>
            </a:r>
          </a:p>
          <a:p>
            <a:pPr lvl="2"/>
            <a:r>
              <a:rPr lang="en-CA"/>
              <a:t>Simplicity</a:t>
            </a:r>
          </a:p>
          <a:p>
            <a:pPr lvl="2"/>
            <a:r>
              <a:rPr lang="en-CA"/>
              <a:t>A small piece of ciphertext is enough to predict the entire pattern of the encryption</a:t>
            </a:r>
          </a:p>
          <a:p>
            <a:pPr lvl="1"/>
            <a:r>
              <a:rPr lang="en-CA"/>
              <a:t>Cryptanalysis</a:t>
            </a:r>
          </a:p>
          <a:p>
            <a:pPr lvl="2"/>
            <a:r>
              <a:rPr lang="en-CA"/>
              <a:t>Allowing blank to be translated to itself</a:t>
            </a:r>
          </a:p>
          <a:p>
            <a:pPr lvl="2"/>
            <a:r>
              <a:rPr lang="en-CA"/>
              <a:t>Substitute known short words at appropriate places</a:t>
            </a:r>
          </a:p>
          <a:p>
            <a:pPr lvl="2"/>
            <a:r>
              <a:rPr lang="en-CA"/>
              <a:t>Substituting for matching characters at other places</a:t>
            </a:r>
          </a:p>
          <a:p>
            <a:pPr lvl="2"/>
            <a:r>
              <a:rPr lang="en-CA"/>
              <a:t>Guess at three-letter words</a:t>
            </a:r>
          </a:p>
          <a:p>
            <a:pPr lvl="2"/>
            <a:r>
              <a:rPr lang="en-CA"/>
              <a:t>Guess unused letters</a:t>
            </a:r>
          </a:p>
          <a:p>
            <a:pPr lvl="2"/>
            <a:r>
              <a:rPr lang="en-CA"/>
              <a:t>…</a:t>
            </a:r>
          </a:p>
          <a:p>
            <a:pPr marL="730250" lvl="2" indent="619125">
              <a:buNone/>
            </a:pPr>
            <a:r>
              <a:rPr lang="en-CA" err="1">
                <a:latin typeface="Courier New" panose="02070309020205020404" pitchFamily="49" charset="0"/>
                <a:cs typeface="Courier New" panose="02070309020205020404" pitchFamily="49" charset="0"/>
              </a:rPr>
              <a:t>hfjxfw</a:t>
            </a:r>
            <a:r>
              <a:rPr lang="en-CA">
                <a:latin typeface="Courier New" panose="02070309020205020404" pitchFamily="49" charset="0"/>
                <a:cs typeface="Courier New" panose="02070309020205020404" pitchFamily="49" charset="0"/>
              </a:rPr>
              <a:t> </a:t>
            </a:r>
            <a:r>
              <a:rPr lang="en-CA" err="1">
                <a:latin typeface="Courier New" panose="02070309020205020404" pitchFamily="49" charset="0"/>
                <a:cs typeface="Courier New" panose="02070309020205020404" pitchFamily="49" charset="0"/>
              </a:rPr>
              <a:t>hnumjw</a:t>
            </a:r>
            <a:r>
              <a:rPr lang="en-CA">
                <a:latin typeface="Courier New" panose="02070309020205020404" pitchFamily="49" charset="0"/>
                <a:cs typeface="Courier New" panose="02070309020205020404" pitchFamily="49" charset="0"/>
              </a:rPr>
              <a:t> </a:t>
            </a:r>
            <a:r>
              <a:rPr lang="en-CA" err="1">
                <a:latin typeface="Courier New" panose="02070309020205020404" pitchFamily="49" charset="0"/>
                <a:cs typeface="Courier New" panose="02070309020205020404" pitchFamily="49" charset="0"/>
              </a:rPr>
              <a:t>nx</a:t>
            </a:r>
            <a:r>
              <a:rPr lang="en-CA">
                <a:latin typeface="Courier New" panose="02070309020205020404" pitchFamily="49" charset="0"/>
                <a:cs typeface="Courier New" panose="02070309020205020404" pitchFamily="49" charset="0"/>
              </a:rPr>
              <a:t> </a:t>
            </a:r>
            <a:r>
              <a:rPr lang="en-CA" err="1">
                <a:latin typeface="Courier New" panose="02070309020205020404" pitchFamily="49" charset="0"/>
                <a:cs typeface="Courier New" panose="02070309020205020404" pitchFamily="49" charset="0"/>
              </a:rPr>
              <a:t>ytt</a:t>
            </a:r>
            <a:r>
              <a:rPr lang="en-CA">
                <a:latin typeface="Courier New" panose="02070309020205020404" pitchFamily="49" charset="0"/>
                <a:cs typeface="Courier New" panose="02070309020205020404" pitchFamily="49" charset="0"/>
              </a:rPr>
              <a:t> </a:t>
            </a:r>
            <a:r>
              <a:rPr lang="en-CA" err="1">
                <a:latin typeface="Courier New" panose="02070309020205020404" pitchFamily="49" charset="0"/>
                <a:cs typeface="Courier New" panose="02070309020205020404" pitchFamily="49" charset="0"/>
              </a:rPr>
              <a:t>xnruqj</a:t>
            </a:r>
            <a:r>
              <a:rPr lang="en-CA">
                <a:latin typeface="Courier New" panose="02070309020205020404" pitchFamily="49" charset="0"/>
                <a:cs typeface="Courier New" panose="02070309020205020404" pitchFamily="49" charset="0"/>
              </a:rPr>
              <a:t> </a:t>
            </a:r>
            <a:r>
              <a:rPr lang="en-CA" err="1">
                <a:latin typeface="Courier New" panose="02070309020205020404" pitchFamily="49" charset="0"/>
                <a:cs typeface="Courier New" panose="02070309020205020404" pitchFamily="49" charset="0"/>
              </a:rPr>
              <a:t>yt</a:t>
            </a:r>
            <a:r>
              <a:rPr lang="en-CA">
                <a:latin typeface="Courier New" panose="02070309020205020404" pitchFamily="49" charset="0"/>
                <a:cs typeface="Courier New" panose="02070309020205020404" pitchFamily="49" charset="0"/>
              </a:rPr>
              <a:t> </a:t>
            </a:r>
            <a:r>
              <a:rPr lang="en-CA" err="1">
                <a:latin typeface="Courier New" panose="02070309020205020404" pitchFamily="49" charset="0"/>
                <a:cs typeface="Courier New" panose="02070309020205020404" pitchFamily="49" charset="0"/>
              </a:rPr>
              <a:t>zxj</a:t>
            </a:r>
            <a:endParaRPr lang="en-CA">
              <a:latin typeface="Courier New" panose="02070309020205020404" pitchFamily="49" charset="0"/>
              <a:cs typeface="Courier New" panose="02070309020205020404" pitchFamily="49" charset="0"/>
            </a:endParaRPr>
          </a:p>
          <a:p>
            <a:pPr marL="730250" lvl="2" indent="619125">
              <a:buNone/>
            </a:pPr>
            <a:r>
              <a:rPr lang="en-CA">
                <a:latin typeface="Courier New" panose="02070309020205020404" pitchFamily="49" charset="0"/>
                <a:cs typeface="Courier New" panose="02070309020205020404" pitchFamily="49" charset="0"/>
              </a:rPr>
              <a:t>CAESAR CIPHER IS TOO SIMPLE TO USE</a:t>
            </a:r>
          </a:p>
          <a:p>
            <a:pPr marL="730250" lvl="2" indent="619125">
              <a:buNone/>
            </a:pPr>
            <a:endParaRPr lang="en-CA">
              <a:latin typeface="PT Mono"/>
              <a:cs typeface="PT Mono"/>
            </a:endParaRPr>
          </a:p>
          <a:p>
            <a:pPr marL="730250" lvl="2" indent="-730250">
              <a:buNone/>
            </a:pPr>
            <a:r>
              <a:rPr lang="en-CA">
                <a:latin typeface="Miriam Fixed" pitchFamily="49" charset="-79"/>
                <a:cs typeface="Miriam Fixed" pitchFamily="49" charset="-79"/>
                <a:hlinkClick r:id="rId3"/>
              </a:rPr>
              <a:t>http://scottbryce.com/cryptograms/stats.htm</a:t>
            </a:r>
            <a:endParaRPr lang="en-CA">
              <a:latin typeface="Miriam Fixed" pitchFamily="49" charset="-79"/>
              <a:cs typeface="Miriam Fixed" pitchFamily="49" charset="-79"/>
            </a:endParaRPr>
          </a:p>
          <a:p>
            <a:pPr marL="0" lvl="2" indent="0">
              <a:buNone/>
            </a:pPr>
            <a:r>
              <a:rPr lang="en-CA">
                <a:latin typeface="Miriam Fixed" pitchFamily="49" charset="-79"/>
                <a:cs typeface="Miriam Fixed" pitchFamily="49" charset="-79"/>
                <a:hlinkClick r:id="rId4"/>
              </a:rPr>
              <a:t>https://www.mtholyoke.edu/courses/quenell/s2003/ma139/js/count.html</a:t>
            </a:r>
            <a:endParaRPr lang="en-CA">
              <a:latin typeface="Miriam Fixed" pitchFamily="49" charset="-79"/>
              <a:cs typeface="Miriam Fixed" pitchFamily="49" charset="-79"/>
            </a:endParaRPr>
          </a:p>
        </p:txBody>
      </p:sp>
      <p:sp>
        <p:nvSpPr>
          <p:cNvPr id="4" name="Slide Number Placeholder 3"/>
          <p:cNvSpPr>
            <a:spLocks noGrp="1"/>
          </p:cNvSpPr>
          <p:nvPr>
            <p:ph type="sldNum" sz="quarter" idx="15"/>
          </p:nvPr>
        </p:nvSpPr>
        <p:spPr>
          <a:xfrm>
            <a:off x="6457950" y="635635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14</a:t>
            </a:fld>
            <a:endParaRPr lang="en-CA"/>
          </a:p>
        </p:txBody>
      </p:sp>
    </p:spTree>
    <p:extLst>
      <p:ext uri="{BB962C8B-B14F-4D97-AF65-F5344CB8AC3E}">
        <p14:creationId xmlns:p14="http://schemas.microsoft.com/office/powerpoint/2010/main" val="2910153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3">
                                            <p:txEl>
                                              <p:pRg st="12" end="12"/>
                                            </p:txEl>
                                          </p:spTgt>
                                        </p:tgtEl>
                                        <p:attrNameLst>
                                          <p:attrName>style.visibility</p:attrName>
                                        </p:attrNameLst>
                                      </p:cBhvr>
                                      <p:to>
                                        <p:strVal val="visible"/>
                                      </p:to>
                                    </p:set>
                                    <p:animEffect transition="in" filter="barn(outHorizontal)">
                                      <p:cBhvr>
                                        <p:cTn id="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CA"/>
              <a:t>Substitution Ciphers (cont.)</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sz="quarter" idx="1"/>
          </p:nvPr>
        </p:nvSpPr>
        <p:spPr>
          <a:xfrm>
            <a:off x="628650" y="1825625"/>
            <a:ext cx="7886700" cy="4351338"/>
          </a:xfrm>
        </p:spPr>
        <p:txBody>
          <a:bodyPr>
            <a:normAutofit/>
          </a:bodyPr>
          <a:lstStyle/>
          <a:p>
            <a:r>
              <a:rPr lang="en-CA"/>
              <a:t>Complexity</a:t>
            </a:r>
          </a:p>
          <a:p>
            <a:pPr lvl="1"/>
            <a:endParaRPr lang="en-CA"/>
          </a:p>
          <a:p>
            <a:pPr lvl="1"/>
            <a:r>
              <a:rPr lang="en-CA"/>
              <a:t>Encryption and decryption with substitution ciphers can be performed by direct lookup in a table illustrating the correspondence</a:t>
            </a:r>
          </a:p>
          <a:p>
            <a:pPr lvl="1"/>
            <a:endParaRPr lang="en-CA"/>
          </a:p>
          <a:p>
            <a:pPr lvl="1"/>
            <a:r>
              <a:rPr lang="en-CA"/>
              <a:t>Transforming a single character can be done in a constant amount of time</a:t>
            </a:r>
          </a:p>
          <a:p>
            <a:pPr lvl="1"/>
            <a:endParaRPr lang="en-CA"/>
          </a:p>
          <a:p>
            <a:pPr lvl="1"/>
            <a:r>
              <a:rPr lang="en-CA"/>
              <a:t>Complexity of the algorithm to encrypt a message of </a:t>
            </a:r>
            <a:r>
              <a:rPr lang="en-CA" i="1"/>
              <a:t>n</a:t>
            </a:r>
            <a:r>
              <a:rPr lang="en-CA"/>
              <a:t> characters is proportional to </a:t>
            </a:r>
            <a:r>
              <a:rPr lang="en-CA" i="1"/>
              <a:t>n</a:t>
            </a:r>
          </a:p>
        </p:txBody>
      </p:sp>
      <p:sp>
        <p:nvSpPr>
          <p:cNvPr id="4" name="Slide Number Placeholder 3"/>
          <p:cNvSpPr>
            <a:spLocks noGrp="1"/>
          </p:cNvSpPr>
          <p:nvPr>
            <p:ph type="sldNum" sz="quarter" idx="15"/>
          </p:nvPr>
        </p:nvSpPr>
        <p:spPr>
          <a:xfrm>
            <a:off x="6457950" y="635635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15</a:t>
            </a:fld>
            <a:endParaRPr lang="en-CA"/>
          </a:p>
        </p:txBody>
      </p:sp>
    </p:spTree>
    <p:extLst>
      <p:ext uri="{BB962C8B-B14F-4D97-AF65-F5344CB8AC3E}">
        <p14:creationId xmlns:p14="http://schemas.microsoft.com/office/powerpoint/2010/main" val="1996667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CA"/>
              <a:t>Substitution Ciphers (cont.)</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sz="quarter" idx="1"/>
          </p:nvPr>
        </p:nvSpPr>
        <p:spPr>
          <a:xfrm>
            <a:off x="628650" y="1825625"/>
            <a:ext cx="7886700" cy="4351338"/>
          </a:xfrm>
        </p:spPr>
        <p:txBody>
          <a:bodyPr>
            <a:normAutofit/>
          </a:bodyPr>
          <a:lstStyle/>
          <a:p>
            <a:r>
              <a:rPr lang="en-CA"/>
              <a:t>Cryptanalysis</a:t>
            </a:r>
          </a:p>
          <a:p>
            <a:pPr lvl="1"/>
            <a:r>
              <a:rPr lang="en-CA"/>
              <a:t>Guess</a:t>
            </a:r>
          </a:p>
          <a:p>
            <a:pPr lvl="1"/>
            <a:r>
              <a:rPr lang="en-CA"/>
              <a:t>Strategy</a:t>
            </a:r>
          </a:p>
          <a:p>
            <a:pPr lvl="1"/>
            <a:r>
              <a:rPr lang="en-CA"/>
              <a:t>Mathematical skills</a:t>
            </a:r>
          </a:p>
          <a:p>
            <a:pPr lvl="1"/>
            <a:r>
              <a:rPr lang="en-CA"/>
              <a:t>Language word patterns</a:t>
            </a:r>
          </a:p>
          <a:p>
            <a:pPr lvl="2"/>
            <a:r>
              <a:rPr lang="en-CA"/>
              <a:t>Short words</a:t>
            </a:r>
          </a:p>
          <a:p>
            <a:pPr lvl="2"/>
            <a:r>
              <a:rPr lang="en-CA"/>
              <a:t>Words with repeated patterns</a:t>
            </a:r>
          </a:p>
          <a:p>
            <a:pPr lvl="2"/>
            <a:r>
              <a:rPr lang="en-CA"/>
              <a:t>Common initial and final letters</a:t>
            </a:r>
          </a:p>
          <a:p>
            <a:pPr lvl="1"/>
            <a:r>
              <a:rPr lang="en-CA"/>
              <a:t>Letters frequency (Frequency Distribution Analysis)</a:t>
            </a:r>
          </a:p>
          <a:p>
            <a:pPr lvl="1"/>
            <a:r>
              <a:rPr lang="en-CA"/>
              <a:t>Context of the text</a:t>
            </a:r>
          </a:p>
        </p:txBody>
      </p:sp>
      <p:sp>
        <p:nvSpPr>
          <p:cNvPr id="4" name="Slide Number Placeholder 3"/>
          <p:cNvSpPr>
            <a:spLocks noGrp="1"/>
          </p:cNvSpPr>
          <p:nvPr>
            <p:ph type="sldNum" sz="quarter" idx="15"/>
          </p:nvPr>
        </p:nvSpPr>
        <p:spPr>
          <a:xfrm>
            <a:off x="6457950" y="635635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16</a:t>
            </a:fld>
            <a:endParaRPr lang="en-CA"/>
          </a:p>
        </p:txBody>
      </p:sp>
    </p:spTree>
    <p:extLst>
      <p:ext uri="{BB962C8B-B14F-4D97-AF65-F5344CB8AC3E}">
        <p14:creationId xmlns:p14="http://schemas.microsoft.com/office/powerpoint/2010/main" val="461676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Cryptographer’s Dilemma</a:t>
            </a:r>
          </a:p>
        </p:txBody>
      </p:sp>
      <p:sp>
        <p:nvSpPr>
          <p:cNvPr id="3" name="Content Placeholder 2"/>
          <p:cNvSpPr>
            <a:spLocks noGrp="1"/>
          </p:cNvSpPr>
          <p:nvPr>
            <p:ph sz="quarter" idx="1"/>
          </p:nvPr>
        </p:nvSpPr>
        <p:spPr/>
        <p:txBody>
          <a:bodyPr>
            <a:normAutofit/>
          </a:bodyPr>
          <a:lstStyle/>
          <a:p>
            <a:pPr marL="0" lvl="1" indent="0" algn="ctr">
              <a:buNone/>
            </a:pPr>
            <a:r>
              <a:rPr lang="en-CA" b="1"/>
              <a:t>An encryption based on a </a:t>
            </a:r>
            <a:r>
              <a:rPr lang="en-CA" b="1">
                <a:solidFill>
                  <a:srgbClr val="FF0000"/>
                </a:solidFill>
              </a:rPr>
              <a:t>hard problem </a:t>
            </a:r>
            <a:r>
              <a:rPr lang="en-CA" b="1"/>
              <a:t>is not secure just because of the difficulty of the problem.</a:t>
            </a:r>
          </a:p>
          <a:p>
            <a:pPr marL="0" lvl="1" indent="0" algn="ctr">
              <a:buNone/>
            </a:pPr>
            <a:endParaRPr lang="en-CA" b="1"/>
          </a:p>
          <a:p>
            <a:pPr marL="0" lvl="1" indent="0" algn="ctr">
              <a:buNone/>
            </a:pPr>
            <a:r>
              <a:rPr lang="en-CA" b="1">
                <a:solidFill>
                  <a:srgbClr val="FF0000"/>
                </a:solidFill>
              </a:rPr>
              <a:t>Short messages</a:t>
            </a:r>
            <a:r>
              <a:rPr lang="en-CA" b="1"/>
              <a:t> give the cryptanalyst little to work with, so short messages are fairly secure with even simple encryption.</a:t>
            </a:r>
          </a:p>
          <a:p>
            <a:pPr marL="0" lvl="1" indent="0" algn="ctr">
              <a:buNone/>
            </a:pPr>
            <a:endParaRPr lang="en-CA" b="1"/>
          </a:p>
          <a:p>
            <a:pPr marL="0" lvl="1" indent="0" algn="ctr">
              <a:buNone/>
            </a:pPr>
            <a:r>
              <a:rPr lang="en-CA" b="1"/>
              <a:t>An encryption algorithm must be </a:t>
            </a:r>
            <a:r>
              <a:rPr lang="en-CA" b="1">
                <a:solidFill>
                  <a:srgbClr val="FF0000"/>
                </a:solidFill>
              </a:rPr>
              <a:t>regular</a:t>
            </a:r>
            <a:r>
              <a:rPr lang="en-CA" b="1"/>
              <a:t> for it to be algorithmic and for cryptographers to be able to remember it.</a:t>
            </a:r>
          </a:p>
          <a:p>
            <a:pPr marL="0" lvl="1" indent="0" algn="ctr">
              <a:buNone/>
            </a:pPr>
            <a:endParaRPr lang="en-CA" b="1"/>
          </a:p>
          <a:p>
            <a:pPr marL="0" lvl="1" indent="0" algn="ctr">
              <a:buNone/>
            </a:pPr>
            <a:r>
              <a:rPr lang="en-CA" b="1"/>
              <a:t>A security measure must be strong enough to keep out the attacker only for the </a:t>
            </a:r>
            <a:r>
              <a:rPr lang="en-CA" b="1">
                <a:solidFill>
                  <a:srgbClr val="FF0000"/>
                </a:solidFill>
              </a:rPr>
              <a:t>life of the data</a:t>
            </a:r>
            <a:r>
              <a:rPr lang="en-CA" b="1"/>
              <a:t>. Data with a short time value can be protected with simple measures.</a:t>
            </a: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AB7785-396F-4915-8DFC-F7434CCA128E}" type="slidenum">
              <a:rPr lang="en-CA" smtClean="0"/>
              <a:pPr/>
              <a:t>17</a:t>
            </a:fld>
            <a:endParaRPr lang="en-CA"/>
          </a:p>
        </p:txBody>
      </p:sp>
    </p:spTree>
    <p:extLst>
      <p:ext uri="{BB962C8B-B14F-4D97-AF65-F5344CB8AC3E}">
        <p14:creationId xmlns:p14="http://schemas.microsoft.com/office/powerpoint/2010/main" val="218665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CA"/>
              <a:t>One-Time Pads (Perfect Cipher)</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sz="quarter" idx="1"/>
          </p:nvPr>
        </p:nvSpPr>
        <p:spPr>
          <a:xfrm>
            <a:off x="628650" y="1825625"/>
            <a:ext cx="7886700" cy="4351338"/>
          </a:xfrm>
        </p:spPr>
        <p:txBody>
          <a:bodyPr>
            <a:normAutofit/>
          </a:bodyPr>
          <a:lstStyle/>
          <a:p>
            <a:r>
              <a:rPr lang="en-CA"/>
              <a:t>Length of key should be the same as that of the plaintext message</a:t>
            </a:r>
          </a:p>
          <a:p>
            <a:r>
              <a:rPr lang="en-CA"/>
              <a:t>Issues</a:t>
            </a:r>
          </a:p>
          <a:p>
            <a:pPr marL="822960" lvl="1" indent="-457200">
              <a:buFont typeface="+mj-lt"/>
              <a:buAutoNum type="arabicPeriod"/>
            </a:pPr>
            <a:r>
              <a:rPr lang="en-CA"/>
              <a:t>Synchronization between the sender and receiver</a:t>
            </a:r>
          </a:p>
          <a:p>
            <a:pPr marL="822960" lvl="1" indent="-457200">
              <a:buFont typeface="+mj-lt"/>
              <a:buAutoNum type="arabicPeriod"/>
            </a:pPr>
            <a:r>
              <a:rPr lang="en-CA"/>
              <a:t>Unlimited number of keys</a:t>
            </a:r>
          </a:p>
          <a:p>
            <a:r>
              <a:rPr lang="en-CA"/>
              <a:t>Perfect Secrecy: Ciphertext gives absolutely no additional information about the plaintext . </a:t>
            </a:r>
          </a:p>
          <a:p>
            <a:pPr lvl="1"/>
            <a:r>
              <a:rPr lang="en-CA"/>
              <a:t>Given a truly random key which is used only once, a ciphertext can be translated into any plaintext of the same length, and all are equally likely.</a:t>
            </a:r>
          </a:p>
          <a:p>
            <a:pPr marL="365760" lvl="1" indent="0">
              <a:buNone/>
            </a:pPr>
            <a:r>
              <a:rPr lang="en-CA"/>
              <a:t>Proved by Claude Shannon using Information Theory </a:t>
            </a:r>
          </a:p>
        </p:txBody>
      </p:sp>
      <p:sp>
        <p:nvSpPr>
          <p:cNvPr id="4" name="Slide Number Placeholder 3"/>
          <p:cNvSpPr>
            <a:spLocks noGrp="1"/>
          </p:cNvSpPr>
          <p:nvPr>
            <p:ph type="sldNum" sz="quarter" idx="15"/>
          </p:nvPr>
        </p:nvSpPr>
        <p:spPr>
          <a:xfrm>
            <a:off x="6457950" y="635635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18</a:t>
            </a:fld>
            <a:endParaRPr lang="en-CA"/>
          </a:p>
        </p:txBody>
      </p:sp>
    </p:spTree>
    <p:extLst>
      <p:ext uri="{BB962C8B-B14F-4D97-AF65-F5344CB8AC3E}">
        <p14:creationId xmlns:p14="http://schemas.microsoft.com/office/powerpoint/2010/main" val="2527686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4" y="248038"/>
            <a:ext cx="5297791" cy="1159200"/>
          </a:xfrm>
        </p:spPr>
        <p:txBody>
          <a:bodyPr vert="horz" lIns="91440" tIns="45720" rIns="91440" bIns="45720" rtlCol="0" anchor="ctr">
            <a:normAutofit/>
          </a:bodyPr>
          <a:lstStyle/>
          <a:p>
            <a:pPr defTabSz="914400"/>
            <a:r>
              <a:rPr lang="en-US" sz="3500" kern="1200">
                <a:solidFill>
                  <a:srgbClr val="FFFFFF"/>
                </a:solidFill>
                <a:latin typeface="+mj-lt"/>
                <a:ea typeface="+mj-ea"/>
                <a:cs typeface="+mj-cs"/>
              </a:rPr>
              <a:t>One-Time Pads (cont.)</a:t>
            </a:r>
          </a:p>
        </p:txBody>
      </p:sp>
      <p:sp>
        <p:nvSpPr>
          <p:cNvPr id="3" name="Content Placeholder 2"/>
          <p:cNvSpPr>
            <a:spLocks noGrp="1"/>
          </p:cNvSpPr>
          <p:nvPr>
            <p:ph sz="quarter" idx="1"/>
          </p:nvPr>
        </p:nvSpPr>
        <p:spPr>
          <a:xfrm>
            <a:off x="6429374" y="390832"/>
            <a:ext cx="2425189" cy="873612"/>
          </a:xfrm>
        </p:spPr>
        <p:txBody>
          <a:bodyPr vert="horz" lIns="91440" tIns="45720" rIns="91440" bIns="45720" rtlCol="0" anchor="ctr">
            <a:normAutofit/>
          </a:bodyPr>
          <a:lstStyle/>
          <a:p>
            <a:pPr marL="0" indent="0" defTabSz="914400">
              <a:spcBef>
                <a:spcPts val="1000"/>
              </a:spcBef>
              <a:buNone/>
            </a:pPr>
            <a:r>
              <a:rPr lang="en-US" sz="1700" kern="1200">
                <a:solidFill>
                  <a:srgbClr val="FFFFFF"/>
                </a:solidFill>
                <a:latin typeface="+mn-lt"/>
                <a:ea typeface="+mn-ea"/>
                <a:cs typeface="+mn-cs"/>
              </a:rPr>
              <a:t>Vernam Cipher</a:t>
            </a:r>
          </a:p>
        </p:txBody>
      </p:sp>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24168" y="2323327"/>
            <a:ext cx="8495662" cy="3738091"/>
          </a:xfrm>
          <a:prstGeom prst="rect">
            <a:avLst/>
          </a:prstGeom>
          <a:noFill/>
          <a:extLst>
            <a:ext uri="{909E8E84-426E-40dd-AFC4-6F175D3DCCD1}">
              <a14:hiddenFill xmlns="" xmlns:a14="http://schemas.microsoft.com/office/drawing/2010/main">
                <a:solidFill>
                  <a:srgbClr val="FFFFFF"/>
                </a:solidFill>
              </a14:hiddenFill>
            </a:ext>
          </a:extLst>
        </p:spPr>
      </p:pic>
      <p:sp>
        <p:nvSpPr>
          <p:cNvPr id="4" name="Slide Number Placeholder 3"/>
          <p:cNvSpPr>
            <a:spLocks noGrp="1"/>
          </p:cNvSpPr>
          <p:nvPr>
            <p:ph type="sldNum" sz="quarter" idx="15"/>
          </p:nvPr>
        </p:nvSpPr>
        <p:spPr>
          <a:xfrm>
            <a:off x="8778239" y="6455664"/>
            <a:ext cx="336042" cy="365125"/>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Aft>
                <a:spcPts val="600"/>
              </a:spcAft>
            </a:pPr>
            <a:fld id="{3AAB7785-396F-4915-8DFC-F7434CCA128E}" type="slidenum">
              <a:rPr lang="en-US" sz="1000">
                <a:solidFill>
                  <a:schemeClr val="tx1">
                    <a:lumMod val="50000"/>
                    <a:lumOff val="50000"/>
                  </a:schemeClr>
                </a:solidFill>
              </a:rPr>
              <a:pPr algn="r">
                <a:spcAft>
                  <a:spcPts val="600"/>
                </a:spcAft>
              </a:pPr>
              <a:t>19</a:t>
            </a:fld>
            <a:endParaRPr lang="en-US" sz="1000">
              <a:solidFill>
                <a:schemeClr val="tx1">
                  <a:lumMod val="50000"/>
                  <a:lumOff val="50000"/>
                </a:schemeClr>
              </a:solidFill>
            </a:endParaRPr>
          </a:p>
        </p:txBody>
      </p:sp>
    </p:spTree>
    <p:extLst>
      <p:ext uri="{BB962C8B-B14F-4D97-AF65-F5344CB8AC3E}">
        <p14:creationId xmlns:p14="http://schemas.microsoft.com/office/powerpoint/2010/main" val="22455370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1086218"/>
          </a:xfrm>
        </p:spPr>
        <p:txBody>
          <a:bodyPr/>
          <a:lstStyle/>
          <a:p>
            <a:r>
              <a:rPr lang="en-CA" dirty="0"/>
              <a:t>One-Time Pads (cont.)</a:t>
            </a:r>
          </a:p>
        </p:txBody>
      </p:sp>
      <p:sp>
        <p:nvSpPr>
          <p:cNvPr id="3" name="Content Placeholder 2"/>
          <p:cNvSpPr>
            <a:spLocks noGrp="1"/>
          </p:cNvSpPr>
          <p:nvPr>
            <p:ph sz="quarter" idx="1"/>
          </p:nvPr>
        </p:nvSpPr>
        <p:spPr/>
        <p:txBody>
          <a:bodyPr>
            <a:normAutofit/>
          </a:bodyPr>
          <a:lstStyle/>
          <a:p>
            <a:r>
              <a:rPr lang="en-CA"/>
              <a:t>Example</a:t>
            </a:r>
          </a:p>
          <a:p>
            <a:endParaRPr lang="en-CA"/>
          </a:p>
          <a:p>
            <a:endParaRPr lang="en-CA"/>
          </a:p>
          <a:p>
            <a:endParaRPr lang="en-CA"/>
          </a:p>
          <a:p>
            <a:endParaRPr lang="en-CA"/>
          </a:p>
          <a:p>
            <a:endParaRPr lang="en-CA"/>
          </a:p>
          <a:p>
            <a:endParaRPr lang="en-CA"/>
          </a:p>
          <a:p>
            <a:endParaRPr lang="en-CA"/>
          </a:p>
          <a:p>
            <a:pPr lvl="1"/>
            <a:r>
              <a:rPr lang="en-CA"/>
              <a:t>Duplicate ciphertext letters are generally unrelated.</a:t>
            </a: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AB7785-396F-4915-8DFC-F7434CCA128E}" type="slidenum">
              <a:rPr lang="en-CA" smtClean="0"/>
              <a:pPr/>
              <a:t>20</a:t>
            </a:fld>
            <a:endParaRPr lang="en-CA"/>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289" y="2492896"/>
            <a:ext cx="7537423" cy="18002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cxnSp>
        <p:nvCxnSpPr>
          <p:cNvPr id="7" name="Straight Arrow Connector 6"/>
          <p:cNvCxnSpPr/>
          <p:nvPr/>
        </p:nvCxnSpPr>
        <p:spPr>
          <a:xfrm flipV="1">
            <a:off x="3059832" y="4293096"/>
            <a:ext cx="216024"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3059832" y="4293096"/>
            <a:ext cx="3096344"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flipV="1">
            <a:off x="3851920" y="4293096"/>
            <a:ext cx="1440160"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5292080" y="4293096"/>
            <a:ext cx="2160240" cy="6480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018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par>
                          <p:cTn id="13" fill="hold">
                            <p:stCondLst>
                              <p:cond delay="500"/>
                            </p:stCondLst>
                            <p:childTnLst>
                              <p:par>
                                <p:cTn id="14" presetID="22" presetClass="entr" presetSubtype="4"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down)">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a:bodyPr>
          <a:lstStyle/>
          <a:p>
            <a:r>
              <a:rPr lang="en-CA"/>
              <a:t>Permutation</a:t>
            </a:r>
          </a:p>
          <a:p>
            <a:pPr lvl="1"/>
            <a:r>
              <a:rPr lang="en-CA"/>
              <a:t>Reordering of the characters of the plaintext</a:t>
            </a:r>
          </a:p>
          <a:p>
            <a:pPr lvl="2"/>
            <a:r>
              <a:rPr lang="en-CA"/>
              <a:t>                means that A is encrypted into c</a:t>
            </a:r>
          </a:p>
          <a:p>
            <a:pPr lvl="1"/>
            <a:r>
              <a:rPr lang="en-CA"/>
              <a:t>One way is to use a </a:t>
            </a:r>
            <a:r>
              <a:rPr lang="en-CA" b="1"/>
              <a:t>key</a:t>
            </a:r>
            <a:r>
              <a:rPr lang="en-CA"/>
              <a:t> to control the permutation</a:t>
            </a:r>
          </a:p>
          <a:p>
            <a:pPr lvl="2"/>
            <a:r>
              <a:rPr lang="en-CA"/>
              <a:t>Example: key = professional</a:t>
            </a:r>
          </a:p>
          <a:p>
            <a:pPr marL="731520" lvl="2" indent="0">
              <a:buNone/>
            </a:pPr>
            <a:endParaRPr lang="en-CA"/>
          </a:p>
          <a:p>
            <a:pPr marL="730250" lvl="2" indent="889000">
              <a:buNone/>
            </a:pPr>
            <a:r>
              <a:rPr lang="en-CA" sz="1900">
                <a:latin typeface="Courier New" panose="02070309020205020404" pitchFamily="49" charset="0"/>
                <a:cs typeface="Courier New" panose="02070309020205020404" pitchFamily="49" charset="0"/>
              </a:rPr>
              <a:t>ABCDEFGHIJKLMNOPQRSTUVWXYZ</a:t>
            </a:r>
          </a:p>
          <a:p>
            <a:pPr marL="730250" lvl="2" indent="889000">
              <a:buNone/>
            </a:pPr>
            <a:r>
              <a:rPr lang="en-CA" sz="1900" err="1">
                <a:latin typeface="Courier New" panose="02070309020205020404" pitchFamily="49" charset="0"/>
                <a:cs typeface="Courier New" panose="02070309020205020404" pitchFamily="49" charset="0"/>
              </a:rPr>
              <a:t>profesinalbcdghjkmqtuvwxyz</a:t>
            </a:r>
            <a:endParaRPr lang="en-CA" sz="1900">
              <a:latin typeface="Courier New" panose="02070309020205020404" pitchFamily="49" charset="0"/>
              <a:cs typeface="Courier New" panose="02070309020205020404" pitchFamily="49" charset="0"/>
            </a:endParaRP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AB7785-396F-4915-8DFC-F7434CCA128E}" type="slidenum">
              <a:rPr lang="en-CA" smtClean="0"/>
              <a:pPr/>
              <a:t>21</a:t>
            </a:fld>
            <a:endParaRPr lang="en-CA"/>
          </a:p>
        </p:txBody>
      </p:sp>
      <p:sp>
        <p:nvSpPr>
          <p:cNvPr id="5" name="Oval 4"/>
          <p:cNvSpPr/>
          <p:nvPr/>
        </p:nvSpPr>
        <p:spPr>
          <a:xfrm>
            <a:off x="4716016" y="3789040"/>
            <a:ext cx="1440160" cy="7200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graphicFrame>
        <p:nvGraphicFramePr>
          <p:cNvPr id="7" name="Object 6"/>
          <p:cNvGraphicFramePr>
            <a:graphicFrameLocks noChangeAspect="1"/>
          </p:cNvGraphicFramePr>
          <p:nvPr>
            <p:extLst>
              <p:ext uri="{D42A27DB-BD31-4B8C-83A1-F6EECF244321}">
                <p14:modId xmlns:p14="http://schemas.microsoft.com/office/powerpoint/2010/main" val="3662216458"/>
              </p:ext>
            </p:extLst>
          </p:nvPr>
        </p:nvGraphicFramePr>
        <p:xfrm>
          <a:off x="1454390" y="2455680"/>
          <a:ext cx="714652" cy="301742"/>
        </p:xfrm>
        <a:graphic>
          <a:graphicData uri="http://schemas.openxmlformats.org/presentationml/2006/ole">
            <mc:AlternateContent xmlns:mc="http://schemas.openxmlformats.org/markup-compatibility/2006">
              <mc:Choice xmlns:v="urn:schemas-microsoft-com:vml" Requires="v">
                <p:oleObj name="Equation" r:id="rId3" imgW="571500" imgH="241300" progId="Equation.3">
                  <p:embed/>
                </p:oleObj>
              </mc:Choice>
              <mc:Fallback>
                <p:oleObj name="Equation" r:id="rId3" imgW="571500" imgH="241300" progId="Equation.3">
                  <p:embed/>
                  <p:pic>
                    <p:nvPicPr>
                      <p:cNvPr id="7" name="Object 6"/>
                      <p:cNvPicPr/>
                      <p:nvPr/>
                    </p:nvPicPr>
                    <p:blipFill>
                      <a:blip r:embed="rId4"/>
                      <a:stretch>
                        <a:fillRect/>
                      </a:stretch>
                    </p:blipFill>
                    <p:spPr>
                      <a:xfrm>
                        <a:off x="1454390" y="2455680"/>
                        <a:ext cx="714652" cy="301742"/>
                      </a:xfrm>
                      <a:prstGeom prst="rect">
                        <a:avLst/>
                      </a:prstGeom>
                    </p:spPr>
                  </p:pic>
                </p:oleObj>
              </mc:Fallback>
            </mc:AlternateContent>
          </a:graphicData>
        </a:graphic>
      </p:graphicFrame>
      <p:sp>
        <p:nvSpPr>
          <p:cNvPr id="10" name="Title 1">
            <a:extLst>
              <a:ext uri="{FF2B5EF4-FFF2-40B4-BE49-F238E27FC236}">
                <a16:creationId xmlns:a16="http://schemas.microsoft.com/office/drawing/2014/main" id="{40FAB04B-A38C-D249-AB3E-CFAF580E0475}"/>
              </a:ext>
            </a:extLst>
          </p:cNvPr>
          <p:cNvSpPr>
            <a:spLocks noGrp="1"/>
          </p:cNvSpPr>
          <p:nvPr>
            <p:ph type="title"/>
          </p:nvPr>
        </p:nvSpPr>
        <p:spPr>
          <a:xfrm>
            <a:off x="457200" y="274638"/>
            <a:ext cx="7467600" cy="1143000"/>
          </a:xfrm>
        </p:spPr>
        <p:txBody>
          <a:bodyPr/>
          <a:lstStyle/>
          <a:p>
            <a:r>
              <a:rPr lang="en-CA"/>
              <a:t>Transpositions (Permutations)</a:t>
            </a:r>
          </a:p>
        </p:txBody>
      </p:sp>
    </p:spTree>
    <p:extLst>
      <p:ext uri="{BB962C8B-B14F-4D97-AF65-F5344CB8AC3E}">
        <p14:creationId xmlns:p14="http://schemas.microsoft.com/office/powerpoint/2010/main" val="239972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3202" y="640080"/>
            <a:ext cx="3614166" cy="1481328"/>
          </a:xfrm>
        </p:spPr>
        <p:txBody>
          <a:bodyPr anchor="b">
            <a:normAutofit/>
          </a:bodyPr>
          <a:lstStyle/>
          <a:p>
            <a:r>
              <a:rPr lang="en-CA" sz="4300"/>
              <a:t>Transpositions (CONT.)</a:t>
            </a:r>
          </a:p>
        </p:txBody>
      </p:sp>
      <p:sp>
        <p:nvSpPr>
          <p:cNvPr id="12"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372868"/>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
          </p:nvPr>
        </p:nvSpPr>
        <p:spPr>
          <a:xfrm>
            <a:off x="473202" y="2660904"/>
            <a:ext cx="3614166" cy="3547872"/>
          </a:xfrm>
        </p:spPr>
        <p:txBody>
          <a:bodyPr anchor="t">
            <a:normAutofit/>
          </a:bodyPr>
          <a:lstStyle/>
          <a:p>
            <a:r>
              <a:rPr lang="en-CA" sz="1900"/>
              <a:t>The letters of the message are rearranged</a:t>
            </a:r>
          </a:p>
          <a:p>
            <a:r>
              <a:rPr lang="en-CA" sz="1900"/>
              <a:t>The main goal is “</a:t>
            </a:r>
            <a:r>
              <a:rPr lang="en-CA" sz="1900" b="1" i="1"/>
              <a:t>Diffusion</a:t>
            </a:r>
            <a:r>
              <a:rPr lang="en-CA" sz="1900"/>
              <a:t>”</a:t>
            </a:r>
          </a:p>
          <a:p>
            <a:pPr lvl="1"/>
            <a:r>
              <a:rPr lang="en-CA" sz="1900"/>
              <a:t>Widely spreading the information from the message or the key across the ciphertext</a:t>
            </a:r>
          </a:p>
          <a:p>
            <a:r>
              <a:rPr lang="en-CA" sz="1900"/>
              <a:t>Columnar Transpositions</a:t>
            </a:r>
          </a:p>
          <a:p>
            <a:pPr lvl="1"/>
            <a:r>
              <a:rPr lang="en-CA" sz="1900"/>
              <a:t>A rearrangement of the characters of the plaintext into columns</a:t>
            </a:r>
          </a:p>
        </p:txBody>
      </p:sp>
      <p:pic>
        <p:nvPicPr>
          <p:cNvPr id="5" name="Picture 3"/>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574286" y="1843881"/>
            <a:ext cx="4094226" cy="3170237"/>
          </a:xfrm>
          <a:prstGeom prst="rect">
            <a:avLst/>
          </a:prstGeom>
          <a:noFill/>
          <a:extLst>
            <a:ext uri="{909E8E84-426E-40dd-AFC4-6F175D3DCCD1}">
              <a14:hiddenFill xmlns:a14="http://schemas.microsoft.com/office/drawing/2010/main" xmlns="">
                <a:solidFill>
                  <a:srgbClr val="FFFFFF"/>
                </a:solidFill>
              </a14:hiddenFill>
            </a:ext>
          </a:extLst>
        </p:spPr>
      </p:pic>
      <p:sp>
        <p:nvSpPr>
          <p:cNvPr id="4" name="Slide Number Placeholder 3"/>
          <p:cNvSpPr>
            <a:spLocks noGrp="1"/>
          </p:cNvSpPr>
          <p:nvPr>
            <p:ph type="sldNum" sz="quarter" idx="15"/>
          </p:nvPr>
        </p:nvSpPr>
        <p:spPr>
          <a:xfrm>
            <a:off x="6457950" y="635635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22</a:t>
            </a:fld>
            <a:endParaRPr lang="en-CA"/>
          </a:p>
        </p:txBody>
      </p:sp>
    </p:spTree>
    <p:extLst>
      <p:ext uri="{BB962C8B-B14F-4D97-AF65-F5344CB8AC3E}">
        <p14:creationId xmlns:p14="http://schemas.microsoft.com/office/powerpoint/2010/main" val="3831337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Transpositions (cont.)</a:t>
            </a:r>
          </a:p>
        </p:txBody>
      </p:sp>
      <p:sp>
        <p:nvSpPr>
          <p:cNvPr id="3" name="Content Placeholder 2"/>
          <p:cNvSpPr>
            <a:spLocks noGrp="1"/>
          </p:cNvSpPr>
          <p:nvPr>
            <p:ph sz="quarter" idx="1"/>
          </p:nvPr>
        </p:nvSpPr>
        <p:spPr/>
        <p:txBody>
          <a:bodyPr/>
          <a:lstStyle/>
          <a:p>
            <a:r>
              <a:rPr lang="en-CA"/>
              <a:t>Columnar Transpositions (cont.)</a:t>
            </a:r>
          </a:p>
          <a:p>
            <a:pPr lvl="1"/>
            <a:r>
              <a:rPr lang="en-CA"/>
              <a:t>Example</a:t>
            </a:r>
          </a:p>
          <a:p>
            <a:pPr marL="0" lvl="1" indent="0" algn="ctr">
              <a:buNone/>
            </a:pPr>
            <a:r>
              <a:rPr lang="en-CA">
                <a:latin typeface="Miriam Fixed" pitchFamily="49" charset="-79"/>
                <a:cs typeface="Miriam Fixed" pitchFamily="49" charset="-79"/>
              </a:rPr>
              <a:t>THIS IS A MESSAGE TO SHOW HOW A COLUMNAR TRANSPOSITION WORKS</a:t>
            </a: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AAB7785-396F-4915-8DFC-F7434CCA128E}" type="slidenum">
              <a:rPr lang="en-CA" smtClean="0"/>
              <a:pPr/>
              <a:t>23</a:t>
            </a:fld>
            <a:endParaRPr lang="en-CA"/>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3378171"/>
            <a:ext cx="1872208" cy="264311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4401217"/>
            <a:ext cx="4209019" cy="59702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cxnSp>
        <p:nvCxnSpPr>
          <p:cNvPr id="7" name="Straight Arrow Connector 6"/>
          <p:cNvCxnSpPr>
            <a:cxnSpLocks/>
          </p:cNvCxnSpPr>
          <p:nvPr/>
        </p:nvCxnSpPr>
        <p:spPr>
          <a:xfrm flipV="1">
            <a:off x="2915816" y="4699729"/>
            <a:ext cx="1152128"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60256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86ED6E-B35F-A9EB-2B9C-8E308E88E9E4}"/>
              </a:ext>
            </a:extLst>
          </p:cNvPr>
          <p:cNvPicPr>
            <a:picLocks noChangeAspect="1"/>
          </p:cNvPicPr>
          <p:nvPr/>
        </p:nvPicPr>
        <p:blipFill>
          <a:blip r:embed="rId3">
            <a:duotone>
              <a:schemeClr val="bg2">
                <a:shade val="45000"/>
                <a:satMod val="135000"/>
              </a:schemeClr>
              <a:prstClr val="white"/>
            </a:duotone>
          </a:blip>
          <a:srcRect r="11334"/>
          <a:stretch/>
        </p:blipFill>
        <p:spPr>
          <a:xfrm>
            <a:off x="20" y="10"/>
            <a:ext cx="9143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CA"/>
              <a:t>Transpositions (cont.)</a:t>
            </a:r>
          </a:p>
        </p:txBody>
      </p:sp>
      <p:sp>
        <p:nvSpPr>
          <p:cNvPr id="4" name="Slide Number Placeholder 3"/>
          <p:cNvSpPr>
            <a:spLocks noGrp="1"/>
          </p:cNvSpPr>
          <p:nvPr>
            <p:ph type="sldNum" sz="quarter" idx="15"/>
          </p:nvPr>
        </p:nvSpPr>
        <p:spPr>
          <a:xfrm>
            <a:off x="6457950" y="635635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24</a:t>
            </a:fld>
            <a:endParaRPr lang="en-CA"/>
          </a:p>
        </p:txBody>
      </p:sp>
      <p:graphicFrame>
        <p:nvGraphicFramePr>
          <p:cNvPr id="6" name="Content Placeholder 2">
            <a:extLst>
              <a:ext uri="{FF2B5EF4-FFF2-40B4-BE49-F238E27FC236}">
                <a16:creationId xmlns:a16="http://schemas.microsoft.com/office/drawing/2014/main" id="{A90BE67C-C425-B0A5-9D2D-CFED4185BB51}"/>
              </a:ext>
            </a:extLst>
          </p:cNvPr>
          <p:cNvGraphicFramePr>
            <a:graphicFrameLocks noGrp="1"/>
          </p:cNvGraphicFramePr>
          <p:nvPr>
            <p:ph sz="quarter" idx="1"/>
            <p:extLst>
              <p:ext uri="{D42A27DB-BD31-4B8C-83A1-F6EECF244321}">
                <p14:modId xmlns:p14="http://schemas.microsoft.com/office/powerpoint/2010/main" val="2078542236"/>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75177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1" name="Rectangle 11270">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96646" y="386930"/>
            <a:ext cx="7606349" cy="1300554"/>
          </a:xfrm>
        </p:spPr>
        <p:txBody>
          <a:bodyPr anchor="b">
            <a:normAutofit/>
          </a:bodyPr>
          <a:lstStyle/>
          <a:p>
            <a:r>
              <a:rPr lang="en-CA" sz="4200"/>
              <a:t>Transpositions (cont.)</a:t>
            </a:r>
          </a:p>
        </p:txBody>
      </p:sp>
      <p:sp>
        <p:nvSpPr>
          <p:cNvPr id="11273" name="Rectangle 11272">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1998845"/>
            <a:ext cx="859094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5" name="Rectangle 1127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6471" y="2914510"/>
            <a:ext cx="3862708" cy="2934654"/>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3" name="Content Placeholder 2"/>
          <p:cNvSpPr>
            <a:spLocks noGrp="1"/>
          </p:cNvSpPr>
          <p:nvPr>
            <p:ph sz="quarter" idx="1"/>
          </p:nvPr>
        </p:nvSpPr>
        <p:spPr>
          <a:xfrm>
            <a:off x="4804821" y="2599509"/>
            <a:ext cx="3398174" cy="3639450"/>
          </a:xfrm>
        </p:spPr>
        <p:txBody>
          <a:bodyPr anchor="ctr">
            <a:normAutofit/>
          </a:bodyPr>
          <a:lstStyle/>
          <a:p>
            <a:r>
              <a:rPr lang="en-CA" sz="1200"/>
              <a:t>Di-grams: pairs of adjacent letters</a:t>
            </a:r>
          </a:p>
          <a:p>
            <a:r>
              <a:rPr lang="en-CA" sz="1200"/>
              <a:t>Tri-grams: groups of three letters</a:t>
            </a:r>
          </a:p>
          <a:p>
            <a:pPr marL="0" indent="0">
              <a:buNone/>
            </a:pPr>
            <a:r>
              <a:rPr lang="en-CA" sz="1200"/>
              <a:t>Most Common English Di-grams and Tri-grams</a:t>
            </a:r>
          </a:p>
          <a:p>
            <a:pPr marL="0" indent="0">
              <a:buNone/>
            </a:pPr>
            <a:endParaRPr lang="en-CA" sz="1200"/>
          </a:p>
          <a:p>
            <a:pPr marL="0" indent="0">
              <a:buNone/>
            </a:pPr>
            <a:endParaRPr lang="en-CA" sz="1200"/>
          </a:p>
          <a:p>
            <a:pPr marL="0" indent="0">
              <a:buNone/>
            </a:pPr>
            <a:endParaRPr lang="en-CA" sz="1200"/>
          </a:p>
          <a:p>
            <a:pPr marL="0" indent="0">
              <a:buNone/>
            </a:pPr>
            <a:endParaRPr lang="en-CA" sz="1200"/>
          </a:p>
          <a:p>
            <a:pPr marL="0" indent="0">
              <a:buNone/>
            </a:pPr>
            <a:endParaRPr lang="en-CA" sz="1200"/>
          </a:p>
          <a:p>
            <a:pPr marL="0" indent="0">
              <a:buNone/>
            </a:pPr>
            <a:endParaRPr lang="en-CA" sz="1200"/>
          </a:p>
          <a:p>
            <a:pPr marL="0" indent="0">
              <a:buNone/>
            </a:pPr>
            <a:endParaRPr lang="en-CA" sz="1200"/>
          </a:p>
          <a:p>
            <a:pPr marL="0" indent="0">
              <a:buNone/>
            </a:pPr>
            <a:endParaRPr lang="en-CA" sz="1200"/>
          </a:p>
          <a:p>
            <a:pPr marL="0" lvl="2" indent="0">
              <a:spcBef>
                <a:spcPts val="600"/>
              </a:spcBef>
              <a:buClr>
                <a:schemeClr val="accent1"/>
              </a:buClr>
              <a:buSzPct val="70000"/>
              <a:buNone/>
            </a:pPr>
            <a:r>
              <a:rPr lang="en-CA" sz="1200">
                <a:latin typeface="Miriam Fixed" pitchFamily="49" charset="-79"/>
                <a:cs typeface="Miriam Fixed" pitchFamily="49" charset="-79"/>
              </a:rPr>
              <a:t>http://scottbryce.com/cryptograms/stats.htm</a:t>
            </a:r>
          </a:p>
          <a:p>
            <a:pPr marL="0" indent="0">
              <a:buNone/>
            </a:pPr>
            <a:endParaRPr lang="en-CA" sz="1200"/>
          </a:p>
        </p:txBody>
      </p:sp>
      <p:sp>
        <p:nvSpPr>
          <p:cNvPr id="11277" name="Rectangle 11276">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23318" y="2332075"/>
            <a:ext cx="781700" cy="114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5"/>
          </p:nvPr>
        </p:nvSpPr>
        <p:spPr>
          <a:xfrm>
            <a:off x="6457950" y="649224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25</a:t>
            </a:fld>
            <a:endParaRPr lang="en-CA"/>
          </a:p>
        </p:txBody>
      </p:sp>
    </p:spTree>
    <p:extLst>
      <p:ext uri="{BB962C8B-B14F-4D97-AF65-F5344CB8AC3E}">
        <p14:creationId xmlns:p14="http://schemas.microsoft.com/office/powerpoint/2010/main" val="657040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6478" y="386930"/>
            <a:ext cx="6927525" cy="1188950"/>
          </a:xfrm>
        </p:spPr>
        <p:txBody>
          <a:bodyPr anchor="b">
            <a:normAutofit/>
          </a:bodyPr>
          <a:lstStyle/>
          <a:p>
            <a:r>
              <a:rPr lang="en-CA" sz="4700"/>
              <a:t>Transpositions (cont.)</a:t>
            </a:r>
          </a:p>
        </p:txBody>
      </p:sp>
      <p:grpSp>
        <p:nvGrpSpPr>
          <p:cNvPr id="11" name="Group 10">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998368"/>
            <a:ext cx="8771274" cy="782176"/>
            <a:chOff x="-2" y="1998368"/>
            <a:chExt cx="11695083" cy="782176"/>
          </a:xfrm>
        </p:grpSpPr>
        <p:sp>
          <p:nvSpPr>
            <p:cNvPr id="12" name="Rectangle 11">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8537521"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sz="quarter" idx="1"/>
          </p:nvPr>
        </p:nvSpPr>
        <p:spPr>
          <a:xfrm>
            <a:off x="595245" y="2599509"/>
            <a:ext cx="7607751" cy="3435531"/>
          </a:xfrm>
        </p:spPr>
        <p:txBody>
          <a:bodyPr anchor="ctr">
            <a:normAutofit/>
          </a:bodyPr>
          <a:lstStyle/>
          <a:p>
            <a:r>
              <a:rPr lang="en-CA" sz="1300"/>
              <a:t>Cryptanalysis</a:t>
            </a:r>
          </a:p>
          <a:p>
            <a:pPr marL="822960" lvl="1" indent="-457200">
              <a:buFont typeface="+mj-lt"/>
              <a:buAutoNum type="arabicPeriod"/>
            </a:pPr>
            <a:r>
              <a:rPr lang="en-CA" sz="1300"/>
              <a:t>Computing the letter frequencies</a:t>
            </a:r>
          </a:p>
          <a:p>
            <a:pPr lvl="2"/>
            <a:r>
              <a:rPr lang="en-CA" sz="1300"/>
              <a:t>If all letters appear with their normal frequencies, we can infer that a transposition has been performed</a:t>
            </a:r>
          </a:p>
          <a:p>
            <a:pPr marL="822960" lvl="1" indent="-457200">
              <a:buFont typeface="+mj-lt"/>
              <a:buAutoNum type="arabicPeriod"/>
            </a:pPr>
            <a:r>
              <a:rPr lang="en-CA" sz="1300"/>
              <a:t>Break the ciphertext into columns</a:t>
            </a:r>
          </a:p>
          <a:p>
            <a:pPr marL="1097280" lvl="2" indent="-457200"/>
            <a:r>
              <a:rPr lang="en-CA" sz="1300"/>
              <a:t>Two different strings of letters  can represent di-grams from the plaintext. So</a:t>
            </a:r>
          </a:p>
          <a:p>
            <a:pPr marL="1371600" lvl="3" indent="-457200"/>
            <a:r>
              <a:rPr lang="en-CA" sz="1300"/>
              <a:t>Where does a pair of adjacent columns lie? and</a:t>
            </a:r>
          </a:p>
          <a:p>
            <a:pPr marL="1371600" lvl="3" indent="-457200"/>
            <a:r>
              <a:rPr lang="en-CA" sz="1300"/>
              <a:t>Where are the ends of the columns?</a:t>
            </a:r>
          </a:p>
          <a:p>
            <a:pPr marL="822960" lvl="1" indent="-457200">
              <a:buFont typeface="+mj-lt"/>
              <a:buAutoNum type="arabicPeriod"/>
            </a:pPr>
            <a:r>
              <a:rPr lang="en-CA" sz="1300"/>
              <a:t>Compare a block of characters (as a moving window) against characters successively farther away in the ciphertext</a:t>
            </a:r>
          </a:p>
          <a:p>
            <a:pPr marL="822960" lvl="1" indent="-457200">
              <a:buFont typeface="+mj-lt"/>
              <a:buAutoNum type="arabicPeriod"/>
            </a:pPr>
            <a:r>
              <a:rPr lang="en-CA" sz="1300"/>
              <a:t>For each window position, we ask two questions:</a:t>
            </a:r>
          </a:p>
          <a:p>
            <a:pPr marL="1097280" lvl="2" indent="-457200">
              <a:buFont typeface="+mj-lt"/>
              <a:buAutoNum type="arabicPeriod"/>
            </a:pPr>
            <a:r>
              <a:rPr lang="en-CA" sz="1300"/>
              <a:t>Do common di-grams appear?</a:t>
            </a:r>
          </a:p>
          <a:p>
            <a:pPr marL="1097280" lvl="2" indent="-457200">
              <a:buFont typeface="+mj-lt"/>
              <a:buAutoNum type="arabicPeriod"/>
            </a:pPr>
            <a:r>
              <a:rPr lang="en-CA" sz="1300"/>
              <a:t>Do most of the di-grams look reasonable?</a:t>
            </a:r>
          </a:p>
          <a:p>
            <a:pPr marL="822960" lvl="1" indent="-457200">
              <a:buFont typeface="+mj-lt"/>
              <a:buAutoNum type="arabicPeriod"/>
            </a:pPr>
            <a:r>
              <a:rPr lang="en-CA" sz="1300"/>
              <a:t>When di-grams indicate a possible match for a fragment of ciphertext, the next step is to try to extend the match</a:t>
            </a:r>
          </a:p>
          <a:p>
            <a:pPr marL="822960" lvl="1" indent="-457200">
              <a:buFont typeface="+mj-lt"/>
              <a:buAutoNum type="arabicPeriod"/>
            </a:pPr>
            <a:endParaRPr lang="en-CA" sz="1300"/>
          </a:p>
          <a:p>
            <a:pPr marL="1371600" lvl="3" indent="-457200"/>
            <a:endParaRPr lang="en-CA" sz="1300"/>
          </a:p>
        </p:txBody>
      </p:sp>
      <p:sp>
        <p:nvSpPr>
          <p:cNvPr id="4" name="Slide Number Placeholder 3"/>
          <p:cNvSpPr>
            <a:spLocks noGrp="1"/>
          </p:cNvSpPr>
          <p:nvPr>
            <p:ph type="sldNum" sz="quarter" idx="15"/>
          </p:nvPr>
        </p:nvSpPr>
        <p:spPr>
          <a:xfrm>
            <a:off x="6457950" y="6492240"/>
            <a:ext cx="2057400" cy="365125"/>
          </a:xfrm>
          <a:prstGeom prst="rect">
            <a:avLst/>
          </a:prstGeom>
        </p:spPr>
        <p:txBody>
          <a:bodyPr vert="horz" rtlCol="0">
            <a:normAutofit/>
          </a:bodyP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fld id="{3AAB7785-396F-4915-8DFC-F7434CCA128E}" type="slidenum">
              <a:rPr lang="en-CA" smtClean="0"/>
              <a:pPr>
                <a:spcAft>
                  <a:spcPts val="600"/>
                </a:spcAft>
              </a:pPr>
              <a:t>26</a:t>
            </a:fld>
            <a:endParaRPr lang="en-CA"/>
          </a:p>
        </p:txBody>
      </p:sp>
    </p:spTree>
    <p:extLst>
      <p:ext uri="{BB962C8B-B14F-4D97-AF65-F5344CB8AC3E}">
        <p14:creationId xmlns:p14="http://schemas.microsoft.com/office/powerpoint/2010/main" val="39952512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Combinations of Approaches</a:t>
            </a:r>
          </a:p>
        </p:txBody>
      </p:sp>
      <p:sp>
        <p:nvSpPr>
          <p:cNvPr id="3" name="Content Placeholder 2"/>
          <p:cNvSpPr>
            <a:spLocks noGrp="1"/>
          </p:cNvSpPr>
          <p:nvPr>
            <p:ph sz="quarter" idx="1"/>
          </p:nvPr>
        </p:nvSpPr>
        <p:spPr>
          <a:xfrm>
            <a:off x="457200" y="1600200"/>
            <a:ext cx="7787208" cy="4873752"/>
          </a:xfrm>
        </p:spPr>
        <p:txBody>
          <a:bodyPr>
            <a:normAutofit/>
          </a:bodyPr>
          <a:lstStyle/>
          <a:p>
            <a:r>
              <a:rPr lang="en-CA"/>
              <a:t>Substitution and Transposition can be considered as building blocks for encryption</a:t>
            </a:r>
          </a:p>
          <a:p>
            <a:r>
              <a:rPr lang="en-CA"/>
              <a:t>Other techniques can be based on each of them, both of them, or a combination with other methods</a:t>
            </a:r>
          </a:p>
          <a:p>
            <a:r>
              <a:rPr lang="en-CA"/>
              <a:t>Product Cipher: A combination of two ciphers, typically performed one after another</a:t>
            </a:r>
          </a:p>
          <a:p>
            <a:pPr marL="0" indent="0" algn="ctr">
              <a:buNone/>
            </a:pPr>
            <a:r>
              <a:rPr lang="en-US" i="1">
                <a:latin typeface="Cambria Math"/>
              </a:rPr>
              <a:t>E</a:t>
            </a:r>
            <a:r>
              <a:rPr lang="en-US" i="1" baseline="-25000">
                <a:latin typeface="Cambria Math"/>
              </a:rPr>
              <a:t>2</a:t>
            </a:r>
            <a:r>
              <a:rPr lang="en-US">
                <a:latin typeface="Cambria Math"/>
              </a:rPr>
              <a:t>(</a:t>
            </a:r>
            <a:r>
              <a:rPr lang="en-US" i="1">
                <a:latin typeface="Cambria Math"/>
              </a:rPr>
              <a:t>E</a:t>
            </a:r>
            <a:r>
              <a:rPr lang="en-US" i="1" baseline="-25000">
                <a:latin typeface="Cambria Math"/>
              </a:rPr>
              <a:t>1</a:t>
            </a:r>
            <a:r>
              <a:rPr lang="en-US">
                <a:latin typeface="Cambria Math"/>
              </a:rPr>
              <a:t>(</a:t>
            </a:r>
            <a:r>
              <a:rPr lang="en-US" i="1">
                <a:latin typeface="Cambria Math"/>
              </a:rPr>
              <a:t>p</a:t>
            </a:r>
            <a:r>
              <a:rPr lang="en-US">
                <a:latin typeface="Cambria Math"/>
              </a:rPr>
              <a:t>,</a:t>
            </a:r>
            <a:r>
              <a:rPr lang="en-US" i="1">
                <a:latin typeface="Cambria Math"/>
              </a:rPr>
              <a:t>k</a:t>
            </a:r>
            <a:r>
              <a:rPr lang="en-US" i="1" baseline="-25000">
                <a:latin typeface="Cambria Math"/>
              </a:rPr>
              <a:t>1</a:t>
            </a:r>
            <a:r>
              <a:rPr lang="en-US">
                <a:latin typeface="Cambria Math"/>
              </a:rPr>
              <a:t>),</a:t>
            </a:r>
            <a:r>
              <a:rPr lang="en-US" i="1">
                <a:latin typeface="Cambria Math"/>
              </a:rPr>
              <a:t>k</a:t>
            </a:r>
            <a:r>
              <a:rPr lang="en-US" i="1" baseline="-25000">
                <a:latin typeface="Cambria Math"/>
              </a:rPr>
              <a:t>2</a:t>
            </a:r>
            <a:r>
              <a:rPr lang="en-US">
                <a:latin typeface="Cambria Math"/>
              </a:rPr>
              <a:t>)</a:t>
            </a:r>
            <a:endParaRPr lang="en-CA" sz="2400"/>
          </a:p>
          <a:p>
            <a:pPr marL="274320" lvl="1">
              <a:spcBef>
                <a:spcPts val="600"/>
              </a:spcBef>
              <a:buSzPct val="70000"/>
              <a:buFont typeface="Wingdings"/>
              <a:buChar char=""/>
            </a:pPr>
            <a:r>
              <a:rPr lang="en-CA" sz="2400"/>
              <a:t>Remember the Principle of Weakest Link: </a:t>
            </a:r>
          </a:p>
          <a:p>
            <a:pPr marL="0" lvl="1" indent="0" algn="ctr">
              <a:buNone/>
            </a:pPr>
            <a:endParaRPr lang="en-CA" sz="2000" b="1"/>
          </a:p>
          <a:p>
            <a:pPr marL="0" lvl="1" indent="0" algn="ctr">
              <a:buNone/>
            </a:pPr>
            <a:r>
              <a:rPr lang="en-CA" sz="2000" b="1"/>
              <a:t>Security can be no stronger than its weakest link.</a:t>
            </a:r>
          </a:p>
          <a:p>
            <a:pPr marL="0" lvl="1" indent="0" algn="ctr">
              <a:buNone/>
            </a:pPr>
            <a:r>
              <a:rPr lang="en-CA" sz="2000" b="1"/>
              <a:t>Two controls are not always better than one, and could be even worse.</a:t>
            </a:r>
          </a:p>
          <a:p>
            <a:pPr marL="0" lvl="1" indent="0">
              <a:spcBef>
                <a:spcPts val="600"/>
              </a:spcBef>
              <a:buSzPct val="70000"/>
              <a:buNone/>
            </a:pPr>
            <a:endParaRPr lang="en-CA" sz="2400"/>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926402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Good Ciphers</a:t>
            </a:r>
          </a:p>
        </p:txBody>
      </p:sp>
      <p:sp>
        <p:nvSpPr>
          <p:cNvPr id="3" name="Content Placeholder 2"/>
          <p:cNvSpPr>
            <a:spLocks noGrp="1"/>
          </p:cNvSpPr>
          <p:nvPr>
            <p:ph sz="quarter" idx="1"/>
          </p:nvPr>
        </p:nvSpPr>
        <p:spPr/>
        <p:txBody>
          <a:bodyPr>
            <a:normAutofit/>
          </a:bodyPr>
          <a:lstStyle/>
          <a:p>
            <a:r>
              <a:rPr lang="en-CA"/>
              <a:t>Shannon’s Characteristics of “Good” Ciphers</a:t>
            </a:r>
          </a:p>
          <a:p>
            <a:pPr marL="822960" lvl="1" indent="-457200">
              <a:buFont typeface="+mj-lt"/>
              <a:buAutoNum type="arabicPeriod"/>
            </a:pPr>
            <a:r>
              <a:rPr lang="en-CA"/>
              <a:t>The amount of secrecy needed should determine the amount of labor appropriate for the encryption and decryption</a:t>
            </a:r>
          </a:p>
          <a:p>
            <a:pPr marL="1097280" lvl="2" indent="-457200"/>
            <a:r>
              <a:rPr lang="en-CA"/>
              <a:t>A reiteration of the principle of timeliness, and the fact that even a simple cipher may be strong enough to deter the casual interceptor or to hold off any interceptor for a short time.</a:t>
            </a:r>
          </a:p>
          <a:p>
            <a:pPr marL="822960" lvl="1" indent="-457200">
              <a:buFont typeface="+mj-lt"/>
              <a:buAutoNum type="arabicPeriod"/>
            </a:pPr>
            <a:r>
              <a:rPr lang="en-CA"/>
              <a:t>The set of keys and the enciphering algorithm should be free from complexity</a:t>
            </a:r>
          </a:p>
          <a:p>
            <a:pPr marL="1097280" lvl="2" indent="-457200"/>
            <a:r>
              <a:rPr lang="en-CA"/>
              <a:t>We should restrict neither the choice of keys nor the types of plaintext on which the algorithm can work.</a:t>
            </a:r>
          </a:p>
          <a:p>
            <a:pPr marL="1097280" lvl="2" indent="-457200"/>
            <a:r>
              <a:rPr lang="en-CA"/>
              <a:t>The key must be transmitted, stored, and remembered, so it must be short.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904752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Good Ciphers (cont.)</a:t>
            </a:r>
          </a:p>
        </p:txBody>
      </p:sp>
      <p:sp>
        <p:nvSpPr>
          <p:cNvPr id="3" name="Content Placeholder 2"/>
          <p:cNvSpPr>
            <a:spLocks noGrp="1"/>
          </p:cNvSpPr>
          <p:nvPr>
            <p:ph sz="quarter" idx="1"/>
          </p:nvPr>
        </p:nvSpPr>
        <p:spPr>
          <a:xfrm>
            <a:off x="457200" y="1600200"/>
            <a:ext cx="7859216" cy="4873752"/>
          </a:xfrm>
        </p:spPr>
        <p:txBody>
          <a:bodyPr>
            <a:normAutofit/>
          </a:bodyPr>
          <a:lstStyle/>
          <a:p>
            <a:r>
              <a:rPr lang="en-CA"/>
              <a:t>Shannon’s Characteristics of “Good” Ciphers (cont.)</a:t>
            </a:r>
          </a:p>
          <a:p>
            <a:pPr marL="822960" lvl="1" indent="-457200">
              <a:buFont typeface="+mj-lt"/>
              <a:buAutoNum type="arabicPeriod" startAt="3"/>
            </a:pPr>
            <a:r>
              <a:rPr lang="en-CA"/>
              <a:t>The implementation of the process should be as simple as possible</a:t>
            </a:r>
          </a:p>
          <a:p>
            <a:pPr marL="822960" lvl="1" indent="-457200">
              <a:buFont typeface="+mj-lt"/>
              <a:buAutoNum type="arabicPeriod" startAt="3"/>
            </a:pPr>
            <a:r>
              <a:rPr lang="en-CA"/>
              <a:t>Errors in ciphering should not propagate and cause corruption of further information in the message</a:t>
            </a:r>
          </a:p>
          <a:p>
            <a:pPr marL="1097280" lvl="2" indent="-457200"/>
            <a:r>
              <a:rPr lang="en-CA"/>
              <a:t>Dropping one letter in a columnar transposition throws off the entire remaining encryption</a:t>
            </a:r>
          </a:p>
          <a:p>
            <a:pPr marL="822960" lvl="1" indent="-457200">
              <a:buFont typeface="+mj-lt"/>
              <a:buAutoNum type="arabicPeriod" startAt="5"/>
            </a:pPr>
            <a:r>
              <a:rPr lang="en-CA"/>
              <a:t>The size of the ciphertext should be no larger than the text of the original message, otherwise</a:t>
            </a:r>
          </a:p>
          <a:p>
            <a:pPr marL="1097280" lvl="2" indent="-457200"/>
            <a:r>
              <a:rPr lang="en-CA"/>
              <a:t>It gives the cryptanalyst more data from which to infer a pattern. </a:t>
            </a:r>
          </a:p>
          <a:p>
            <a:pPr marL="1097280" lvl="2" indent="-457200"/>
            <a:r>
              <a:rPr lang="en-CA"/>
              <a:t>A longer ciphertext implies more space for storage and more time to communicate.</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1188582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Trustworthy of Encryption Systems</a:t>
            </a:r>
          </a:p>
        </p:txBody>
      </p:sp>
      <p:sp>
        <p:nvSpPr>
          <p:cNvPr id="3" name="Content Placeholder 2"/>
          <p:cNvSpPr>
            <a:spLocks noGrp="1"/>
          </p:cNvSpPr>
          <p:nvPr>
            <p:ph sz="quarter" idx="1"/>
          </p:nvPr>
        </p:nvSpPr>
        <p:spPr/>
        <p:txBody>
          <a:bodyPr>
            <a:normAutofit fontScale="85000" lnSpcReduction="20000"/>
          </a:bodyPr>
          <a:lstStyle/>
          <a:p>
            <a:r>
              <a:rPr lang="en-CA" dirty="0"/>
              <a:t>An encryption is </a:t>
            </a:r>
            <a:r>
              <a:rPr lang="en-CA" b="1" i="1" dirty="0"/>
              <a:t>commercial grade</a:t>
            </a:r>
            <a:r>
              <a:rPr lang="en-CA" dirty="0"/>
              <a:t> or </a:t>
            </a:r>
            <a:r>
              <a:rPr lang="en-CA" b="1" i="1" dirty="0"/>
              <a:t>trustworthy</a:t>
            </a:r>
            <a:r>
              <a:rPr lang="en-CA" dirty="0"/>
              <a:t>  by meeting some constraints:</a:t>
            </a:r>
          </a:p>
          <a:p>
            <a:pPr marL="822960" lvl="1" indent="-457200">
              <a:buFont typeface="+mj-lt"/>
              <a:buAutoNum type="arabicPeriod"/>
            </a:pPr>
            <a:r>
              <a:rPr lang="en-CA" dirty="0"/>
              <a:t>It is based on sound mathematics.</a:t>
            </a:r>
          </a:p>
          <a:p>
            <a:pPr marL="822960" lvl="1" indent="-457200">
              <a:buFont typeface="+mj-lt"/>
              <a:buAutoNum type="arabicPeriod"/>
            </a:pPr>
            <a:r>
              <a:rPr lang="en-CA" dirty="0"/>
              <a:t>It has been analyzed by competent experts and found to be sound.</a:t>
            </a:r>
          </a:p>
          <a:p>
            <a:pPr marL="822960" lvl="1" indent="-457200">
              <a:buFont typeface="+mj-lt"/>
              <a:buAutoNum type="arabicPeriod"/>
            </a:pPr>
            <a:r>
              <a:rPr lang="en-CA" dirty="0"/>
              <a:t>It has stood the “</a:t>
            </a:r>
            <a:r>
              <a:rPr lang="en-CA" b="1" i="1" dirty="0"/>
              <a:t>test of time</a:t>
            </a:r>
            <a:r>
              <a:rPr lang="en-CA" dirty="0"/>
              <a:t>.” The flaws in many algorithms are discovered relatively soon after their release.</a:t>
            </a:r>
          </a:p>
          <a:p>
            <a:r>
              <a:rPr lang="en-CA" dirty="0"/>
              <a:t>Three popular cryptosystems in the commercial world</a:t>
            </a:r>
          </a:p>
          <a:p>
            <a:pPr marL="822960" lvl="1" indent="-457200">
              <a:buFont typeface="+mj-lt"/>
              <a:buAutoNum type="arabicPeriod"/>
            </a:pPr>
            <a:r>
              <a:rPr lang="en-CA" dirty="0"/>
              <a:t>Data Encryption Standard (DES)</a:t>
            </a:r>
          </a:p>
          <a:p>
            <a:pPr marL="1097280" lvl="2" indent="-457200"/>
            <a:r>
              <a:rPr lang="en-GB" sz="1800" kern="0" dirty="0">
                <a:effectLst/>
                <a:latin typeface="+mj-lt"/>
                <a:ea typeface="Times New Roman" panose="02020603050405020304" pitchFamily="18" charset="0"/>
                <a:cs typeface="Arial" panose="020B0604020202020204" pitchFamily="34" charset="0"/>
              </a:rPr>
              <a:t>An older symmetric encryption standard, now considered insecure due to its short key length (56 bits).</a:t>
            </a:r>
            <a:endParaRPr lang="en-CA" dirty="0">
              <a:latin typeface="+mj-lt"/>
            </a:endParaRPr>
          </a:p>
          <a:p>
            <a:pPr marL="822960" lvl="1" indent="-457200">
              <a:buFont typeface="+mj-lt"/>
              <a:buAutoNum type="arabicPeriod"/>
            </a:pPr>
            <a:r>
              <a:rPr lang="en-CA" dirty="0"/>
              <a:t>Rivest–Shamir–Adelman (RSA)</a:t>
            </a:r>
          </a:p>
          <a:p>
            <a:pPr marL="1097280" lvl="2" indent="-457200"/>
            <a:r>
              <a:rPr lang="en-CA" sz="1800" kern="0" dirty="0">
                <a:effectLst/>
                <a:latin typeface="+mj-lt"/>
                <a:ea typeface="Times New Roman" panose="02020603050405020304" pitchFamily="18" charset="0"/>
                <a:cs typeface="Arial" panose="020B0604020202020204" pitchFamily="34" charset="0"/>
              </a:rPr>
              <a:t>A widely used and secure symmetric encryption standard with key sizes of 128, 192, or 256 bits.</a:t>
            </a:r>
            <a:endParaRPr lang="en-CA" dirty="0">
              <a:latin typeface="+mj-lt"/>
            </a:endParaRPr>
          </a:p>
          <a:p>
            <a:pPr marL="822960" lvl="1" indent="-457200">
              <a:buFont typeface="+mj-lt"/>
              <a:buAutoNum type="arabicPeriod"/>
            </a:pPr>
            <a:r>
              <a:rPr lang="en-CA" dirty="0"/>
              <a:t>Advanced Encryption Standard (AES)</a:t>
            </a:r>
          </a:p>
          <a:p>
            <a:pPr lvl="1"/>
            <a:r>
              <a:rPr lang="en-CA" dirty="0"/>
              <a:t>DES and RSA meet above criteria</a:t>
            </a:r>
          </a:p>
          <a:p>
            <a:pPr lvl="1"/>
            <a:r>
              <a:rPr lang="en-CA" dirty="0"/>
              <a:t>AES meets the first two and is starting to achieve widespread adoption.</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7987733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Stream and Block Ciphers</a:t>
            </a:r>
          </a:p>
        </p:txBody>
      </p:sp>
      <p:sp>
        <p:nvSpPr>
          <p:cNvPr id="3" name="Content Placeholder 2"/>
          <p:cNvSpPr>
            <a:spLocks noGrp="1"/>
          </p:cNvSpPr>
          <p:nvPr>
            <p:ph sz="quarter" idx="1"/>
          </p:nvPr>
        </p:nvSpPr>
        <p:spPr/>
        <p:txBody>
          <a:bodyPr>
            <a:normAutofit lnSpcReduction="10000"/>
          </a:bodyPr>
          <a:lstStyle/>
          <a:p>
            <a:r>
              <a:rPr lang="en-CA"/>
              <a:t>Stream Cipher: Converts one symbol of plaintext immediately into a symbol of ciphertext.</a:t>
            </a:r>
          </a:p>
          <a:p>
            <a:pPr lvl="1"/>
            <a:r>
              <a:rPr lang="en-CA"/>
              <a:t>The transformation depends only on the symbol, the key, and the control information of the algorithm.</a:t>
            </a:r>
          </a:p>
          <a:p>
            <a:pPr lvl="1"/>
            <a:endParaRPr lang="en-CA"/>
          </a:p>
          <a:p>
            <a:pPr lvl="1"/>
            <a:endParaRPr lang="en-CA"/>
          </a:p>
          <a:p>
            <a:pPr lvl="1"/>
            <a:endParaRPr lang="en-CA"/>
          </a:p>
          <a:p>
            <a:pPr lvl="1"/>
            <a:endParaRPr lang="en-CA"/>
          </a:p>
          <a:p>
            <a:pPr lvl="1"/>
            <a:endParaRPr lang="en-CA"/>
          </a:p>
          <a:p>
            <a:pPr lvl="1"/>
            <a:endParaRPr lang="en-CA"/>
          </a:p>
          <a:p>
            <a:pPr lvl="1"/>
            <a:endParaRPr lang="en-CA"/>
          </a:p>
          <a:p>
            <a:pPr lvl="1"/>
            <a:r>
              <a:rPr lang="en-CA"/>
              <a:t>Skipping a character in the key during encryption, affects the encryption of all future characters.</a:t>
            </a:r>
          </a:p>
          <a:p>
            <a:pPr lvl="2"/>
            <a:r>
              <a:rPr lang="en-CA"/>
              <a:t>Receiver can recalibrate the key</a:t>
            </a:r>
          </a:p>
          <a:p>
            <a:pPr lvl="1"/>
            <a:endParaRPr lang="en-CA"/>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9048" y="3068960"/>
            <a:ext cx="4785904" cy="218304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42293371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Stream and Block Ciphers (cont.)</a:t>
            </a:r>
          </a:p>
        </p:txBody>
      </p:sp>
      <p:sp>
        <p:nvSpPr>
          <p:cNvPr id="3" name="Content Placeholder 2"/>
          <p:cNvSpPr>
            <a:spLocks noGrp="1"/>
          </p:cNvSpPr>
          <p:nvPr>
            <p:ph sz="quarter" idx="1"/>
          </p:nvPr>
        </p:nvSpPr>
        <p:spPr/>
        <p:txBody>
          <a:bodyPr>
            <a:normAutofit/>
          </a:bodyPr>
          <a:lstStyle/>
          <a:p>
            <a:r>
              <a:rPr lang="en-CA"/>
              <a:t>Block Cipher: A group of plaintext symbols are encrypted as one block.</a:t>
            </a:r>
          </a:p>
          <a:p>
            <a:pPr lvl="1"/>
            <a:r>
              <a:rPr lang="en-CA"/>
              <a:t>It works on blocks of plaintext and produces blocks of ciphertext.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3428206"/>
            <a:ext cx="4032448" cy="2739646"/>
          </a:xfrm>
          <a:prstGeom prst="rect">
            <a:avLst/>
          </a:prstGeom>
          <a:noFill/>
          <a:extLst>
            <a:ext uri="{909E8E84-426E-40dd-AFC4-6F175D3DCCD1}">
              <a14:hiddenFill xmlns=""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0798A730-F5F1-A330-5A52-30472208E277}"/>
                  </a:ext>
                </a:extLst>
              </p14:cNvPr>
              <p14:cNvContentPartPr/>
              <p14:nvPr/>
            </p14:nvContentPartPr>
            <p14:xfrm>
              <a:off x="3420720" y="446040"/>
              <a:ext cx="142560" cy="435600"/>
            </p14:xfrm>
          </p:contentPart>
        </mc:Choice>
        <mc:Fallback xmlns="">
          <p:pic>
            <p:nvPicPr>
              <p:cNvPr id="5" name="Ink 4">
                <a:extLst>
                  <a:ext uri="{FF2B5EF4-FFF2-40B4-BE49-F238E27FC236}">
                    <a16:creationId xmlns:a16="http://schemas.microsoft.com/office/drawing/2014/main" id="{0798A730-F5F1-A330-5A52-30472208E277}"/>
                  </a:ext>
                </a:extLst>
              </p:cNvPr>
              <p:cNvPicPr/>
              <p:nvPr/>
            </p:nvPicPr>
            <p:blipFill>
              <a:blip r:embed="rId4"/>
              <a:stretch>
                <a:fillRect/>
              </a:stretch>
            </p:blipFill>
            <p:spPr>
              <a:xfrm>
                <a:off x="3404520" y="429840"/>
                <a:ext cx="174960" cy="468000"/>
              </a:xfrm>
              <a:prstGeom prst="rect">
                <a:avLst/>
              </a:prstGeom>
            </p:spPr>
          </p:pic>
        </mc:Fallback>
      </mc:AlternateContent>
    </p:spTree>
    <p:extLst>
      <p:ext uri="{BB962C8B-B14F-4D97-AF65-F5344CB8AC3E}">
        <p14:creationId xmlns:p14="http://schemas.microsoft.com/office/powerpoint/2010/main" val="29526508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Stream and Block Ciphers (cont.)</a:t>
            </a:r>
          </a:p>
        </p:txBody>
      </p:sp>
      <p:graphicFrame>
        <p:nvGraphicFramePr>
          <p:cNvPr id="6" name="Content Placeholder 2">
            <a:extLst>
              <a:ext uri="{FF2B5EF4-FFF2-40B4-BE49-F238E27FC236}">
                <a16:creationId xmlns:a16="http://schemas.microsoft.com/office/drawing/2014/main" id="{D5232717-65A9-9AF1-9DA5-F82321C06347}"/>
              </a:ext>
            </a:extLst>
          </p:cNvPr>
          <p:cNvGraphicFramePr>
            <a:graphicFrameLocks noGrp="1"/>
          </p:cNvGraphicFramePr>
          <p:nvPr>
            <p:ph sz="quarter" idx="1"/>
          </p:nvPr>
        </p:nvGraphicFramePr>
        <p:xfrm>
          <a:off x="457200" y="1600200"/>
          <a:ext cx="7467600" cy="48737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3080000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Confusion and Diffusion</a:t>
            </a:r>
          </a:p>
        </p:txBody>
      </p:sp>
      <p:sp>
        <p:nvSpPr>
          <p:cNvPr id="3" name="Content Placeholder 2"/>
          <p:cNvSpPr>
            <a:spLocks noGrp="1"/>
          </p:cNvSpPr>
          <p:nvPr>
            <p:ph sz="quarter" idx="1"/>
          </p:nvPr>
        </p:nvSpPr>
        <p:spPr/>
        <p:txBody>
          <a:bodyPr/>
          <a:lstStyle/>
          <a:p>
            <a:r>
              <a:rPr lang="en-CA" b="1" dirty="0"/>
              <a:t>Confusion</a:t>
            </a:r>
            <a:r>
              <a:rPr lang="en-CA" dirty="0"/>
              <a:t>: The interceptor should </a:t>
            </a:r>
            <a:r>
              <a:rPr lang="en-CA" b="1" dirty="0"/>
              <a:t>not be able to predict what will happen to the ciphertext by changing one character in the plaintext</a:t>
            </a:r>
            <a:r>
              <a:rPr lang="en-CA" dirty="0"/>
              <a:t>.</a:t>
            </a:r>
          </a:p>
          <a:p>
            <a:pPr lvl="1"/>
            <a:r>
              <a:rPr lang="en-CA" dirty="0"/>
              <a:t>Caesar cipher is not good for providing confusion</a:t>
            </a:r>
          </a:p>
          <a:p>
            <a:pPr lvl="1"/>
            <a:r>
              <a:rPr lang="en-CA" dirty="0"/>
              <a:t>One-time pad provides good confusion</a:t>
            </a:r>
          </a:p>
          <a:p>
            <a:endParaRPr lang="en-CA" dirty="0"/>
          </a:p>
          <a:p>
            <a:r>
              <a:rPr lang="en-CA" b="1" dirty="0"/>
              <a:t>Diffusion</a:t>
            </a:r>
            <a:r>
              <a:rPr lang="en-CA" dirty="0"/>
              <a:t>: The cipher should also </a:t>
            </a:r>
            <a:r>
              <a:rPr lang="en-CA" b="1" dirty="0"/>
              <a:t>spread the information</a:t>
            </a:r>
            <a:r>
              <a:rPr lang="en-CA" dirty="0"/>
              <a:t> from the plaintext over the entire ciphertext so that </a:t>
            </a:r>
            <a:r>
              <a:rPr lang="en-CA" b="1" dirty="0"/>
              <a:t>changes in the plaintext affect many parts of the ciphertext</a:t>
            </a:r>
            <a:r>
              <a:rPr lang="en-CA" dirty="0"/>
              <a: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34</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13539807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Cryptanalysis</a:t>
            </a:r>
          </a:p>
        </p:txBody>
      </p:sp>
      <p:sp>
        <p:nvSpPr>
          <p:cNvPr id="3" name="Content Placeholder 2"/>
          <p:cNvSpPr>
            <a:spLocks noGrp="1"/>
          </p:cNvSpPr>
          <p:nvPr>
            <p:ph sz="quarter" idx="1"/>
          </p:nvPr>
        </p:nvSpPr>
        <p:spPr/>
        <p:txBody>
          <a:bodyPr>
            <a:normAutofit/>
          </a:bodyPr>
          <a:lstStyle/>
          <a:p>
            <a:r>
              <a:rPr lang="en-CA" sz="3600"/>
              <a:t>Four types of information:</a:t>
            </a:r>
          </a:p>
          <a:p>
            <a:pPr marL="822960" lvl="1" indent="-457200">
              <a:buFont typeface="+mj-lt"/>
              <a:buAutoNum type="arabicPeriod"/>
            </a:pPr>
            <a:r>
              <a:rPr lang="en-CA" sz="3200"/>
              <a:t>Ciphertext</a:t>
            </a:r>
          </a:p>
          <a:p>
            <a:pPr marL="822960" lvl="1" indent="-457200">
              <a:buFont typeface="+mj-lt"/>
              <a:buAutoNum type="arabicPeriod"/>
            </a:pPr>
            <a:r>
              <a:rPr lang="en-CA" sz="3200"/>
              <a:t>Full Plaintext</a:t>
            </a:r>
          </a:p>
          <a:p>
            <a:pPr marL="822960" lvl="1" indent="-457200">
              <a:buFont typeface="+mj-lt"/>
              <a:buAutoNum type="arabicPeriod"/>
            </a:pPr>
            <a:r>
              <a:rPr lang="en-CA" sz="3200"/>
              <a:t>Partial Plaintext</a:t>
            </a:r>
          </a:p>
          <a:p>
            <a:pPr marL="822960" lvl="1" indent="-457200">
              <a:buFont typeface="+mj-lt"/>
              <a:buAutoNum type="arabicPeriod"/>
            </a:pPr>
            <a:r>
              <a:rPr lang="en-CA" sz="3200"/>
              <a:t>Algorithm</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14814617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Cryptanalysis (cont.)</a:t>
            </a:r>
          </a:p>
        </p:txBody>
      </p:sp>
      <p:sp>
        <p:nvSpPr>
          <p:cNvPr id="3" name="Content Placeholder 2"/>
          <p:cNvSpPr>
            <a:spLocks noGrp="1"/>
          </p:cNvSpPr>
          <p:nvPr>
            <p:ph sz="quarter" idx="1"/>
          </p:nvPr>
        </p:nvSpPr>
        <p:spPr/>
        <p:txBody>
          <a:bodyPr>
            <a:normAutofit/>
          </a:bodyPr>
          <a:lstStyle/>
          <a:p>
            <a:r>
              <a:rPr lang="en-CA" sz="3600"/>
              <a:t>Five approaches</a:t>
            </a:r>
          </a:p>
          <a:p>
            <a:pPr marL="692150" lvl="1" indent="-327025">
              <a:buFont typeface="+mj-lt"/>
              <a:buAutoNum type="arabicPeriod"/>
            </a:pPr>
            <a:r>
              <a:rPr lang="en-CA" sz="3200"/>
              <a:t>Ciphertext Only</a:t>
            </a:r>
          </a:p>
          <a:p>
            <a:pPr lvl="2"/>
            <a:r>
              <a:rPr lang="en-CA" sz="2800"/>
              <a:t>Analyst had </a:t>
            </a:r>
            <a:r>
              <a:rPr lang="en-CA" sz="2800" b="1"/>
              <a:t>only the </a:t>
            </a:r>
            <a:r>
              <a:rPr lang="en-CA" sz="2800" b="1" err="1"/>
              <a:t>ciphertext</a:t>
            </a:r>
            <a:endParaRPr lang="en-CA" sz="2800" b="1"/>
          </a:p>
          <a:p>
            <a:pPr lvl="2"/>
            <a:r>
              <a:rPr lang="en-CA" sz="2800"/>
              <a:t>The decryption had to be based on </a:t>
            </a:r>
            <a:r>
              <a:rPr lang="en-CA" sz="2800" b="1"/>
              <a:t>probabilities</a:t>
            </a:r>
            <a:r>
              <a:rPr lang="en-CA" sz="2800"/>
              <a:t>, </a:t>
            </a:r>
            <a:r>
              <a:rPr lang="en-CA" sz="2800" b="1"/>
              <a:t>distributions</a:t>
            </a:r>
            <a:r>
              <a:rPr lang="en-CA" sz="2800"/>
              <a:t>, and </a:t>
            </a:r>
            <a:r>
              <a:rPr lang="en-CA" sz="2800" b="1"/>
              <a:t>characteristics</a:t>
            </a:r>
            <a:r>
              <a:rPr lang="en-CA" sz="2800"/>
              <a:t> of the available ciphertext, plus </a:t>
            </a:r>
            <a:r>
              <a:rPr lang="en-CA" sz="2800" b="1"/>
              <a:t>publicly available knowledge</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36</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896510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Cryptanalysis (cont.)</a:t>
            </a:r>
          </a:p>
        </p:txBody>
      </p:sp>
      <p:sp>
        <p:nvSpPr>
          <p:cNvPr id="3" name="Content Placeholder 2"/>
          <p:cNvSpPr>
            <a:spLocks noGrp="1"/>
          </p:cNvSpPr>
          <p:nvPr>
            <p:ph sz="quarter" idx="1"/>
          </p:nvPr>
        </p:nvSpPr>
        <p:spPr/>
        <p:txBody>
          <a:bodyPr>
            <a:normAutofit/>
          </a:bodyPr>
          <a:lstStyle/>
          <a:p>
            <a:r>
              <a:rPr lang="en-CA" sz="3600"/>
              <a:t>Five approaches (cont.)</a:t>
            </a:r>
          </a:p>
          <a:p>
            <a:pPr marL="714375" lvl="1" indent="-349250">
              <a:buFont typeface="+mj-lt"/>
              <a:buAutoNum type="arabicPeriod" startAt="2"/>
            </a:pPr>
            <a:r>
              <a:rPr lang="en-CA" sz="3200"/>
              <a:t>Full or Partial Plaintext</a:t>
            </a:r>
          </a:p>
          <a:p>
            <a:pPr lvl="2"/>
            <a:r>
              <a:rPr lang="en-CA" sz="2800"/>
              <a:t>Analyst has </a:t>
            </a:r>
            <a:r>
              <a:rPr lang="en-CA" sz="2800" b="1"/>
              <a:t>a sample message and its decipherment</a:t>
            </a:r>
            <a:r>
              <a:rPr lang="en-CA" sz="2800"/>
              <a:t>. </a:t>
            </a:r>
          </a:p>
          <a:p>
            <a:pPr lvl="2"/>
            <a:r>
              <a:rPr lang="en-CA" sz="2800"/>
              <a:t>In this case the analyst is attempting to find E (or D) by using a </a:t>
            </a:r>
            <a:r>
              <a:rPr lang="en-CA" sz="2800" b="1"/>
              <a:t>known plaintext </a:t>
            </a:r>
            <a:r>
              <a:rPr lang="en-CA" sz="2800"/>
              <a:t>attack.</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1873417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9776"/>
            <a:ext cx="7467600" cy="1143000"/>
          </a:xfrm>
        </p:spPr>
        <p:txBody>
          <a:bodyPr/>
          <a:lstStyle/>
          <a:p>
            <a:r>
              <a:rPr lang="en-CA"/>
              <a:t>Cryptanalysis (cont.)</a:t>
            </a:r>
          </a:p>
        </p:txBody>
      </p:sp>
      <p:sp>
        <p:nvSpPr>
          <p:cNvPr id="3" name="Content Placeholder 2"/>
          <p:cNvSpPr>
            <a:spLocks noGrp="1"/>
          </p:cNvSpPr>
          <p:nvPr>
            <p:ph sz="quarter" idx="1"/>
          </p:nvPr>
        </p:nvSpPr>
        <p:spPr/>
        <p:txBody>
          <a:bodyPr>
            <a:normAutofit/>
          </a:bodyPr>
          <a:lstStyle/>
          <a:p>
            <a:r>
              <a:rPr lang="en-CA" sz="3600"/>
              <a:t>Five approaches (cont.)</a:t>
            </a:r>
          </a:p>
          <a:p>
            <a:pPr marL="714375" lvl="1" indent="-349250">
              <a:buFont typeface="+mj-lt"/>
              <a:buAutoNum type="arabicPeriod" startAt="3"/>
            </a:pPr>
            <a:r>
              <a:rPr lang="en-CA" sz="3200"/>
              <a:t>Ciphertext of any Plaintext</a:t>
            </a:r>
          </a:p>
          <a:p>
            <a:pPr marL="904875" lvl="2" indent="-190500"/>
            <a:r>
              <a:rPr lang="en-CA" sz="2800"/>
              <a:t>The analyst may have infiltrated the </a:t>
            </a:r>
            <a:r>
              <a:rPr lang="en-CA" sz="2800" b="1"/>
              <a:t>sender’s transmission process </a:t>
            </a:r>
            <a:r>
              <a:rPr lang="en-CA" sz="2800"/>
              <a:t>so as to be able to cause messages to be encrypted and sent at will. This attack is called a </a:t>
            </a:r>
            <a:r>
              <a:rPr lang="en-CA" sz="2800" b="1"/>
              <a:t>chosen plaintext </a:t>
            </a:r>
            <a:r>
              <a:rPr lang="en-CA" sz="2800"/>
              <a:t>attack.</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38</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5997285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Cryptanalysis (cont.)</a:t>
            </a:r>
          </a:p>
        </p:txBody>
      </p:sp>
      <p:sp>
        <p:nvSpPr>
          <p:cNvPr id="3" name="Content Placeholder 2"/>
          <p:cNvSpPr>
            <a:spLocks noGrp="1"/>
          </p:cNvSpPr>
          <p:nvPr>
            <p:ph sz="quarter" idx="1"/>
          </p:nvPr>
        </p:nvSpPr>
        <p:spPr>
          <a:xfrm>
            <a:off x="457200" y="1579584"/>
            <a:ext cx="7467600" cy="4873752"/>
          </a:xfrm>
        </p:spPr>
        <p:txBody>
          <a:bodyPr>
            <a:normAutofit/>
          </a:bodyPr>
          <a:lstStyle/>
          <a:p>
            <a:r>
              <a:rPr lang="en-CA" sz="3600"/>
              <a:t>Five approaches (cont.)</a:t>
            </a:r>
          </a:p>
          <a:p>
            <a:pPr marL="714375" lvl="1" indent="-349250">
              <a:buFont typeface="+mj-lt"/>
              <a:buAutoNum type="arabicPeriod" startAt="4"/>
            </a:pPr>
            <a:r>
              <a:rPr lang="en-CA" sz="3200"/>
              <a:t>Algorithm and Ciphertext</a:t>
            </a:r>
          </a:p>
          <a:p>
            <a:pPr marL="904875" lvl="2" indent="-190500"/>
            <a:r>
              <a:rPr lang="en-CA" sz="2800"/>
              <a:t>The analyst may have available both the </a:t>
            </a:r>
            <a:r>
              <a:rPr lang="en-CA" sz="2800" b="1"/>
              <a:t>encryption algorithm and the ciphertext</a:t>
            </a:r>
            <a:r>
              <a:rPr lang="en-CA" sz="2800"/>
              <a:t>, </a:t>
            </a:r>
            <a:r>
              <a:rPr lang="en-CA" sz="2800" b="1"/>
              <a:t>chosen ciphertext </a:t>
            </a:r>
            <a:r>
              <a:rPr lang="en-CA" sz="2800"/>
              <a:t>attack. </a:t>
            </a:r>
          </a:p>
          <a:p>
            <a:pPr marL="904875" lvl="2" indent="-190500"/>
            <a:r>
              <a:rPr lang="en-CA" sz="2800"/>
              <a:t>The analyst can run the algorithm on massive amounts of plaintext to find one plaintext message that encrypts as the ciphertext. </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39</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15241846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Cryptanalysis (cont.)</a:t>
            </a:r>
          </a:p>
        </p:txBody>
      </p:sp>
      <p:sp>
        <p:nvSpPr>
          <p:cNvPr id="3" name="Content Placeholder 2"/>
          <p:cNvSpPr>
            <a:spLocks noGrp="1"/>
          </p:cNvSpPr>
          <p:nvPr>
            <p:ph sz="quarter" idx="1"/>
          </p:nvPr>
        </p:nvSpPr>
        <p:spPr/>
        <p:txBody>
          <a:bodyPr>
            <a:normAutofit/>
          </a:bodyPr>
          <a:lstStyle/>
          <a:p>
            <a:r>
              <a:rPr lang="en-CA" sz="3600"/>
              <a:t>Five approaches (cont.)</a:t>
            </a:r>
          </a:p>
          <a:p>
            <a:pPr marL="714375" lvl="1" indent="-349250">
              <a:buFont typeface="+mj-lt"/>
              <a:buAutoNum type="arabicPeriod" startAt="5"/>
            </a:pPr>
            <a:r>
              <a:rPr lang="en-CA" sz="3200" err="1"/>
              <a:t>Ciphertext</a:t>
            </a:r>
            <a:r>
              <a:rPr lang="en-CA" sz="3200"/>
              <a:t> and Plaintext</a:t>
            </a:r>
          </a:p>
          <a:p>
            <a:pPr marL="904875" lvl="2" indent="-190500"/>
            <a:r>
              <a:rPr lang="en-CA" sz="2800"/>
              <a:t>The analyst may have </a:t>
            </a:r>
            <a:r>
              <a:rPr lang="en-CA" sz="2800" b="1"/>
              <a:t>some pairs of plaintext and matching ciphertext</a:t>
            </a:r>
            <a:r>
              <a:rPr lang="en-CA" sz="2800"/>
              <a:t>. Then, the game is to </a:t>
            </a:r>
            <a:r>
              <a:rPr lang="en-CA" sz="2800" b="1"/>
              <a:t>deduce the key </a:t>
            </a:r>
            <a:r>
              <a:rPr lang="en-CA" sz="2800"/>
              <a:t>by which those pairs were encrypted</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40</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32677237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52026" y="458724"/>
            <a:ext cx="4639310" cy="695960"/>
          </a:xfrm>
          <a:prstGeom prst="rect">
            <a:avLst/>
          </a:prstGeom>
        </p:spPr>
        <p:txBody>
          <a:bodyPr vert="horz" wrap="square" lIns="0" tIns="12700" rIns="0" bIns="0" rtlCol="0">
            <a:spAutoFit/>
          </a:bodyPr>
          <a:lstStyle/>
          <a:p>
            <a:pPr marL="12700">
              <a:lnSpc>
                <a:spcPct val="100000"/>
              </a:lnSpc>
              <a:spcBef>
                <a:spcPts val="100"/>
              </a:spcBef>
            </a:pPr>
            <a:r>
              <a:rPr spc="-30" dirty="0"/>
              <a:t>Attacking</a:t>
            </a:r>
            <a:r>
              <a:rPr spc="-15" dirty="0"/>
              <a:t> </a:t>
            </a:r>
            <a:r>
              <a:rPr spc="-5" dirty="0"/>
              <a:t>the</a:t>
            </a:r>
            <a:r>
              <a:rPr spc="-15" dirty="0"/>
              <a:t> </a:t>
            </a:r>
            <a:r>
              <a:rPr spc="-5" dirty="0"/>
              <a:t>Cipher</a:t>
            </a:r>
          </a:p>
        </p:txBody>
      </p:sp>
      <p:sp>
        <p:nvSpPr>
          <p:cNvPr id="3" name="object 3"/>
          <p:cNvSpPr txBox="1"/>
          <p:nvPr/>
        </p:nvSpPr>
        <p:spPr>
          <a:xfrm>
            <a:off x="535940" y="1511445"/>
            <a:ext cx="8069580" cy="3583304"/>
          </a:xfrm>
          <a:prstGeom prst="rect">
            <a:avLst/>
          </a:prstGeom>
        </p:spPr>
        <p:txBody>
          <a:bodyPr vert="horz" wrap="square" lIns="0" tIns="108585" rIns="0" bIns="0" rtlCol="0">
            <a:spAutoFit/>
          </a:bodyPr>
          <a:lstStyle/>
          <a:p>
            <a:pPr marL="355600" indent="-342900">
              <a:lnSpc>
                <a:spcPct val="100000"/>
              </a:lnSpc>
              <a:spcBef>
                <a:spcPts val="855"/>
              </a:spcBef>
              <a:buFont typeface="Arial MT"/>
              <a:buChar char="•"/>
              <a:tabLst>
                <a:tab pos="354965" algn="l"/>
                <a:tab pos="355600" algn="l"/>
              </a:tabLst>
            </a:pPr>
            <a:r>
              <a:rPr sz="3200" spc="-10" dirty="0">
                <a:cs typeface="Calibri"/>
              </a:rPr>
              <a:t>Exhaustive</a:t>
            </a:r>
            <a:r>
              <a:rPr sz="3200" spc="-20" dirty="0">
                <a:cs typeface="Calibri"/>
              </a:rPr>
              <a:t> </a:t>
            </a:r>
            <a:r>
              <a:rPr sz="3200" spc="-15" dirty="0">
                <a:cs typeface="Calibri"/>
              </a:rPr>
              <a:t>search</a:t>
            </a:r>
            <a:endParaRPr sz="3200" dirty="0">
              <a:cs typeface="Calibri"/>
            </a:endParaRPr>
          </a:p>
          <a:p>
            <a:pPr marL="755650" marR="514350" lvl="1" indent="-285750">
              <a:lnSpc>
                <a:spcPct val="100699"/>
              </a:lnSpc>
              <a:spcBef>
                <a:spcPts val="645"/>
              </a:spcBef>
              <a:buFont typeface="Arial MT"/>
              <a:buChar char="–"/>
              <a:tabLst>
                <a:tab pos="755650" algn="l"/>
              </a:tabLst>
            </a:pPr>
            <a:r>
              <a:rPr sz="2800" spc="-5" dirty="0">
                <a:cs typeface="Calibri"/>
              </a:rPr>
              <a:t>If the </a:t>
            </a:r>
            <a:r>
              <a:rPr sz="2800" spc="-40" dirty="0">
                <a:cs typeface="Calibri"/>
              </a:rPr>
              <a:t>key</a:t>
            </a:r>
            <a:r>
              <a:rPr sz="2800" spc="-5" dirty="0">
                <a:cs typeface="Calibri"/>
              </a:rPr>
              <a:t> </a:t>
            </a:r>
            <a:r>
              <a:rPr sz="2800" dirty="0">
                <a:cs typeface="Calibri"/>
              </a:rPr>
              <a:t>space</a:t>
            </a:r>
            <a:r>
              <a:rPr sz="2800" spc="-5" dirty="0">
                <a:cs typeface="Calibri"/>
              </a:rPr>
              <a:t> is</a:t>
            </a:r>
            <a:r>
              <a:rPr sz="2800" spc="5" dirty="0">
                <a:cs typeface="Calibri"/>
              </a:rPr>
              <a:t> </a:t>
            </a:r>
            <a:r>
              <a:rPr sz="2800" spc="-5" dirty="0">
                <a:cs typeface="Calibri"/>
              </a:rPr>
              <a:t>small enough,</a:t>
            </a:r>
            <a:r>
              <a:rPr sz="2800" spc="5" dirty="0">
                <a:cs typeface="Calibri"/>
              </a:rPr>
              <a:t> </a:t>
            </a:r>
            <a:r>
              <a:rPr sz="2800" dirty="0">
                <a:cs typeface="Calibri"/>
              </a:rPr>
              <a:t>try</a:t>
            </a:r>
            <a:r>
              <a:rPr sz="2800" spc="-5" dirty="0">
                <a:cs typeface="Calibri"/>
              </a:rPr>
              <a:t> all possible </a:t>
            </a:r>
            <a:r>
              <a:rPr sz="2800" spc="-620" dirty="0">
                <a:cs typeface="Calibri"/>
              </a:rPr>
              <a:t> </a:t>
            </a:r>
            <a:r>
              <a:rPr sz="2800" spc="-40" dirty="0">
                <a:cs typeface="Calibri"/>
              </a:rPr>
              <a:t>keys</a:t>
            </a:r>
            <a:r>
              <a:rPr sz="2800" spc="5" dirty="0">
                <a:cs typeface="Calibri"/>
              </a:rPr>
              <a:t> </a:t>
            </a:r>
            <a:r>
              <a:rPr sz="2800" spc="-5" dirty="0">
                <a:cs typeface="Calibri"/>
              </a:rPr>
              <a:t>until</a:t>
            </a:r>
            <a:r>
              <a:rPr sz="2800" dirty="0">
                <a:cs typeface="Calibri"/>
              </a:rPr>
              <a:t> </a:t>
            </a:r>
            <a:r>
              <a:rPr sz="2800" spc="-15" dirty="0">
                <a:cs typeface="Calibri"/>
              </a:rPr>
              <a:t>you</a:t>
            </a:r>
            <a:r>
              <a:rPr sz="2800" spc="5" dirty="0">
                <a:cs typeface="Calibri"/>
              </a:rPr>
              <a:t> </a:t>
            </a:r>
            <a:r>
              <a:rPr sz="2800" spc="-5" dirty="0">
                <a:cs typeface="Calibri"/>
              </a:rPr>
              <a:t>find</a:t>
            </a:r>
            <a:r>
              <a:rPr sz="2800" spc="10" dirty="0">
                <a:cs typeface="Calibri"/>
              </a:rPr>
              <a:t> </a:t>
            </a:r>
            <a:r>
              <a:rPr sz="2800" dirty="0">
                <a:cs typeface="Calibri"/>
              </a:rPr>
              <a:t>the</a:t>
            </a:r>
            <a:r>
              <a:rPr sz="2800" spc="-5" dirty="0">
                <a:cs typeface="Calibri"/>
              </a:rPr>
              <a:t> </a:t>
            </a:r>
            <a:r>
              <a:rPr sz="2800" spc="-10" dirty="0">
                <a:cs typeface="Calibri"/>
              </a:rPr>
              <a:t>right</a:t>
            </a:r>
            <a:r>
              <a:rPr sz="2800" dirty="0">
                <a:cs typeface="Calibri"/>
              </a:rPr>
              <a:t> one</a:t>
            </a:r>
          </a:p>
          <a:p>
            <a:pPr marL="755650" marR="5080" lvl="1" indent="-285750">
              <a:lnSpc>
                <a:spcPct val="101400"/>
              </a:lnSpc>
              <a:spcBef>
                <a:spcPts val="600"/>
              </a:spcBef>
              <a:buFont typeface="Arial MT"/>
              <a:buChar char="–"/>
              <a:tabLst>
                <a:tab pos="755650" algn="l"/>
              </a:tabLst>
            </a:pPr>
            <a:r>
              <a:rPr sz="2800" spc="-5" dirty="0">
                <a:cs typeface="Calibri"/>
              </a:rPr>
              <a:t>Cæsar</a:t>
            </a:r>
            <a:r>
              <a:rPr sz="2800" dirty="0">
                <a:cs typeface="Calibri"/>
              </a:rPr>
              <a:t> </a:t>
            </a:r>
            <a:r>
              <a:rPr sz="2800" spc="-5" dirty="0">
                <a:cs typeface="Calibri"/>
              </a:rPr>
              <a:t>cipher</a:t>
            </a:r>
            <a:r>
              <a:rPr sz="2800" dirty="0">
                <a:cs typeface="Calibri"/>
              </a:rPr>
              <a:t> </a:t>
            </a:r>
            <a:r>
              <a:rPr sz="2800" spc="-5" dirty="0">
                <a:cs typeface="Calibri"/>
              </a:rPr>
              <a:t>has</a:t>
            </a:r>
            <a:r>
              <a:rPr sz="2800" spc="15" dirty="0">
                <a:cs typeface="Calibri"/>
              </a:rPr>
              <a:t> </a:t>
            </a:r>
            <a:r>
              <a:rPr sz="2800" dirty="0">
                <a:cs typeface="Calibri"/>
              </a:rPr>
              <a:t>26</a:t>
            </a:r>
            <a:r>
              <a:rPr sz="2800" spc="10" dirty="0">
                <a:cs typeface="Calibri"/>
              </a:rPr>
              <a:t> </a:t>
            </a:r>
            <a:r>
              <a:rPr sz="2800" spc="-5" dirty="0">
                <a:cs typeface="Calibri"/>
              </a:rPr>
              <a:t>possible</a:t>
            </a:r>
            <a:r>
              <a:rPr sz="2800" spc="-20" dirty="0">
                <a:cs typeface="Calibri"/>
              </a:rPr>
              <a:t> </a:t>
            </a:r>
            <a:r>
              <a:rPr sz="2800" spc="-40" dirty="0">
                <a:cs typeface="Calibri"/>
              </a:rPr>
              <a:t>keys</a:t>
            </a:r>
            <a:r>
              <a:rPr sz="2800" spc="15" dirty="0">
                <a:cs typeface="Calibri"/>
              </a:rPr>
              <a:t> </a:t>
            </a:r>
            <a:r>
              <a:rPr sz="2800" spc="-5" dirty="0">
                <a:cs typeface="Calibri"/>
              </a:rPr>
              <a:t>(and</a:t>
            </a:r>
            <a:r>
              <a:rPr sz="2800" spc="10" dirty="0">
                <a:cs typeface="Calibri"/>
              </a:rPr>
              <a:t> </a:t>
            </a:r>
            <a:r>
              <a:rPr sz="2800" dirty="0">
                <a:cs typeface="Calibri"/>
              </a:rPr>
              <a:t>25</a:t>
            </a:r>
            <a:r>
              <a:rPr sz="2800" spc="10" dirty="0">
                <a:cs typeface="Calibri"/>
              </a:rPr>
              <a:t> </a:t>
            </a:r>
            <a:r>
              <a:rPr sz="2800" spc="-5" dirty="0">
                <a:cs typeface="Calibri"/>
              </a:rPr>
              <a:t>“useful” </a:t>
            </a:r>
            <a:r>
              <a:rPr sz="2800" spc="-615" dirty="0">
                <a:cs typeface="Calibri"/>
              </a:rPr>
              <a:t> </a:t>
            </a:r>
            <a:r>
              <a:rPr sz="2800" spc="-5" dirty="0">
                <a:cs typeface="Calibri"/>
              </a:rPr>
              <a:t>ones)</a:t>
            </a:r>
            <a:endParaRPr sz="2800" dirty="0">
              <a:cs typeface="Calibri"/>
            </a:endParaRPr>
          </a:p>
          <a:p>
            <a:pPr marL="355600" indent="-342900">
              <a:lnSpc>
                <a:spcPct val="100000"/>
              </a:lnSpc>
              <a:spcBef>
                <a:spcPts val="725"/>
              </a:spcBef>
              <a:buFont typeface="Arial MT"/>
              <a:buChar char="•"/>
              <a:tabLst>
                <a:tab pos="354965" algn="l"/>
                <a:tab pos="355600" algn="l"/>
              </a:tabLst>
            </a:pPr>
            <a:r>
              <a:rPr sz="3200" spc="-15" dirty="0">
                <a:cs typeface="Calibri"/>
              </a:rPr>
              <a:t>Statistical</a:t>
            </a:r>
            <a:r>
              <a:rPr sz="3200" spc="-20" dirty="0">
                <a:cs typeface="Calibri"/>
              </a:rPr>
              <a:t> </a:t>
            </a:r>
            <a:r>
              <a:rPr sz="3200" spc="-5" dirty="0">
                <a:cs typeface="Calibri"/>
              </a:rPr>
              <a:t>analysis</a:t>
            </a:r>
            <a:endParaRPr sz="3200" dirty="0">
              <a:cs typeface="Calibri"/>
            </a:endParaRPr>
          </a:p>
          <a:p>
            <a:pPr marL="755650" lvl="1" indent="-285750">
              <a:lnSpc>
                <a:spcPct val="100000"/>
              </a:lnSpc>
              <a:spcBef>
                <a:spcPts val="665"/>
              </a:spcBef>
              <a:buFont typeface="Arial MT"/>
              <a:buChar char="–"/>
              <a:tabLst>
                <a:tab pos="755650" algn="l"/>
              </a:tabLst>
            </a:pPr>
            <a:r>
              <a:rPr sz="2800" spc="-10" dirty="0">
                <a:cs typeface="Calibri"/>
              </a:rPr>
              <a:t>Compare</a:t>
            </a:r>
            <a:r>
              <a:rPr sz="2800" spc="-15" dirty="0">
                <a:cs typeface="Calibri"/>
              </a:rPr>
              <a:t> to</a:t>
            </a:r>
            <a:r>
              <a:rPr sz="2800" dirty="0">
                <a:cs typeface="Calibri"/>
              </a:rPr>
              <a:t> </a:t>
            </a:r>
            <a:r>
              <a:rPr sz="2800" spc="-15" dirty="0">
                <a:cs typeface="Calibri"/>
              </a:rPr>
              <a:t>1-gram</a:t>
            </a:r>
            <a:r>
              <a:rPr sz="2800" spc="-10" dirty="0">
                <a:cs typeface="Calibri"/>
              </a:rPr>
              <a:t> </a:t>
            </a:r>
            <a:r>
              <a:rPr sz="2800" spc="-5" dirty="0">
                <a:cs typeface="Calibri"/>
              </a:rPr>
              <a:t>model of English</a:t>
            </a:r>
            <a:endParaRPr sz="2800" dirty="0">
              <a:cs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94495" y="458724"/>
            <a:ext cx="3755390" cy="695960"/>
          </a:xfrm>
          <a:prstGeom prst="rect">
            <a:avLst/>
          </a:prstGeom>
        </p:spPr>
        <p:txBody>
          <a:bodyPr vert="horz" wrap="square" lIns="0" tIns="12700" rIns="0" bIns="0" rtlCol="0">
            <a:spAutoFit/>
          </a:bodyPr>
          <a:lstStyle/>
          <a:p>
            <a:pPr marL="12700">
              <a:lnSpc>
                <a:spcPct val="100000"/>
              </a:lnSpc>
              <a:spcBef>
                <a:spcPts val="100"/>
              </a:spcBef>
            </a:pPr>
            <a:r>
              <a:rPr spc="-20" dirty="0"/>
              <a:t>Statistical</a:t>
            </a:r>
            <a:r>
              <a:rPr spc="-30" dirty="0"/>
              <a:t> </a:t>
            </a:r>
            <a:r>
              <a:rPr spc="-40" dirty="0"/>
              <a:t>Attack</a:t>
            </a:r>
          </a:p>
        </p:txBody>
      </p:sp>
      <p:graphicFrame>
        <p:nvGraphicFramePr>
          <p:cNvPr id="3" name="object 3"/>
          <p:cNvGraphicFramePr>
            <a:graphicFrameLocks noGrp="1"/>
          </p:cNvGraphicFramePr>
          <p:nvPr/>
        </p:nvGraphicFramePr>
        <p:xfrm>
          <a:off x="1433194" y="2703319"/>
          <a:ext cx="5085712" cy="943098"/>
        </p:xfrm>
        <a:graphic>
          <a:graphicData uri="http://schemas.openxmlformats.org/drawingml/2006/table">
            <a:tbl>
              <a:tblPr firstRow="1" bandRow="1">
                <a:tableStyleId>{2D5ABB26-0587-4C30-8999-92F81FD0307C}</a:tableStyleId>
              </a:tblPr>
              <a:tblGrid>
                <a:gridCol w="373380">
                  <a:extLst>
                    <a:ext uri="{9D8B030D-6E8A-4147-A177-3AD203B41FA5}">
                      <a16:colId xmlns:a16="http://schemas.microsoft.com/office/drawing/2014/main" val="20000"/>
                    </a:ext>
                  </a:extLst>
                </a:gridCol>
                <a:gridCol w="801370">
                  <a:extLst>
                    <a:ext uri="{9D8B030D-6E8A-4147-A177-3AD203B41FA5}">
                      <a16:colId xmlns:a16="http://schemas.microsoft.com/office/drawing/2014/main" val="20001"/>
                    </a:ext>
                  </a:extLst>
                </a:gridCol>
                <a:gridCol w="575310">
                  <a:extLst>
                    <a:ext uri="{9D8B030D-6E8A-4147-A177-3AD203B41FA5}">
                      <a16:colId xmlns:a16="http://schemas.microsoft.com/office/drawing/2014/main" val="20002"/>
                    </a:ext>
                  </a:extLst>
                </a:gridCol>
                <a:gridCol w="793114">
                  <a:extLst>
                    <a:ext uri="{9D8B030D-6E8A-4147-A177-3AD203B41FA5}">
                      <a16:colId xmlns:a16="http://schemas.microsoft.com/office/drawing/2014/main" val="20003"/>
                    </a:ext>
                  </a:extLst>
                </a:gridCol>
                <a:gridCol w="547369">
                  <a:extLst>
                    <a:ext uri="{9D8B030D-6E8A-4147-A177-3AD203B41FA5}">
                      <a16:colId xmlns:a16="http://schemas.microsoft.com/office/drawing/2014/main" val="20004"/>
                    </a:ext>
                  </a:extLst>
                </a:gridCol>
                <a:gridCol w="821055">
                  <a:extLst>
                    <a:ext uri="{9D8B030D-6E8A-4147-A177-3AD203B41FA5}">
                      <a16:colId xmlns:a16="http://schemas.microsoft.com/office/drawing/2014/main" val="20005"/>
                    </a:ext>
                  </a:extLst>
                </a:gridCol>
                <a:gridCol w="1174114">
                  <a:extLst>
                    <a:ext uri="{9D8B030D-6E8A-4147-A177-3AD203B41FA5}">
                      <a16:colId xmlns:a16="http://schemas.microsoft.com/office/drawing/2014/main" val="20006"/>
                    </a:ext>
                  </a:extLst>
                </a:gridCol>
              </a:tblGrid>
              <a:tr h="471549">
                <a:tc>
                  <a:txBody>
                    <a:bodyPr/>
                    <a:lstStyle/>
                    <a:p>
                      <a:pPr marL="31750">
                        <a:lnSpc>
                          <a:spcPts val="3225"/>
                        </a:lnSpc>
                      </a:pPr>
                      <a:r>
                        <a:rPr sz="2800" dirty="0">
                          <a:latin typeface="Calibri"/>
                          <a:cs typeface="Calibri"/>
                        </a:rPr>
                        <a:t>G</a:t>
                      </a:r>
                      <a:endParaRPr sz="2800">
                        <a:latin typeface="Calibri"/>
                        <a:cs typeface="Calibri"/>
                      </a:endParaRPr>
                    </a:p>
                  </a:txBody>
                  <a:tcPr marL="0" marR="0" marT="0" marB="0"/>
                </a:tc>
                <a:tc>
                  <a:txBody>
                    <a:bodyPr/>
                    <a:lstStyle/>
                    <a:p>
                      <a:pPr marL="116839">
                        <a:lnSpc>
                          <a:spcPts val="3225"/>
                        </a:lnSpc>
                      </a:pPr>
                      <a:r>
                        <a:rPr sz="2800" dirty="0">
                          <a:latin typeface="Calibri"/>
                          <a:cs typeface="Calibri"/>
                        </a:rPr>
                        <a:t>0.1</a:t>
                      </a:r>
                      <a:endParaRPr sz="2800">
                        <a:latin typeface="Calibri"/>
                        <a:cs typeface="Calibri"/>
                      </a:endParaRPr>
                    </a:p>
                  </a:txBody>
                  <a:tcPr marL="0" marR="0" marT="0" marB="0"/>
                </a:tc>
                <a:tc>
                  <a:txBody>
                    <a:bodyPr/>
                    <a:lstStyle/>
                    <a:p>
                      <a:pPr marR="113664" algn="r">
                        <a:lnSpc>
                          <a:spcPts val="3225"/>
                        </a:lnSpc>
                      </a:pPr>
                      <a:r>
                        <a:rPr sz="2800" dirty="0">
                          <a:latin typeface="Calibri"/>
                          <a:cs typeface="Calibri"/>
                        </a:rPr>
                        <a:t>H</a:t>
                      </a:r>
                      <a:endParaRPr sz="2800">
                        <a:latin typeface="Calibri"/>
                        <a:cs typeface="Calibri"/>
                      </a:endParaRPr>
                    </a:p>
                  </a:txBody>
                  <a:tcPr marL="0" marR="0" marT="0" marB="0"/>
                </a:tc>
                <a:tc>
                  <a:txBody>
                    <a:bodyPr/>
                    <a:lstStyle/>
                    <a:p>
                      <a:pPr marL="114935">
                        <a:lnSpc>
                          <a:spcPts val="3225"/>
                        </a:lnSpc>
                      </a:pPr>
                      <a:r>
                        <a:rPr sz="2800" dirty="0">
                          <a:latin typeface="Calibri"/>
                          <a:cs typeface="Calibri"/>
                        </a:rPr>
                        <a:t>0.1</a:t>
                      </a:r>
                      <a:endParaRPr sz="2800">
                        <a:latin typeface="Calibri"/>
                        <a:cs typeface="Calibri"/>
                      </a:endParaRPr>
                    </a:p>
                  </a:txBody>
                  <a:tcPr marL="0" marR="0" marT="0" marB="0"/>
                </a:tc>
                <a:tc>
                  <a:txBody>
                    <a:bodyPr/>
                    <a:lstStyle/>
                    <a:p>
                      <a:pPr marR="128905" algn="r">
                        <a:lnSpc>
                          <a:spcPts val="3225"/>
                        </a:lnSpc>
                      </a:pPr>
                      <a:r>
                        <a:rPr sz="2800" dirty="0">
                          <a:latin typeface="Calibri"/>
                          <a:cs typeface="Calibri"/>
                        </a:rPr>
                        <a:t>K</a:t>
                      </a:r>
                      <a:endParaRPr sz="2800">
                        <a:latin typeface="Calibri"/>
                        <a:cs typeface="Calibri"/>
                      </a:endParaRPr>
                    </a:p>
                  </a:txBody>
                  <a:tcPr marL="0" marR="0" marT="0" marB="0"/>
                </a:tc>
                <a:tc>
                  <a:txBody>
                    <a:bodyPr/>
                    <a:lstStyle/>
                    <a:p>
                      <a:pPr marL="136525">
                        <a:lnSpc>
                          <a:spcPts val="3225"/>
                        </a:lnSpc>
                      </a:pPr>
                      <a:r>
                        <a:rPr sz="2800" dirty="0">
                          <a:latin typeface="Calibri"/>
                          <a:cs typeface="Calibri"/>
                        </a:rPr>
                        <a:t>0.1</a:t>
                      </a:r>
                      <a:endParaRPr sz="2800">
                        <a:latin typeface="Calibri"/>
                        <a:cs typeface="Calibri"/>
                      </a:endParaRPr>
                    </a:p>
                  </a:txBody>
                  <a:tcPr marL="0" marR="0" marT="0" marB="0"/>
                </a:tc>
                <a:tc>
                  <a:txBody>
                    <a:bodyPr/>
                    <a:lstStyle/>
                    <a:p>
                      <a:pPr marL="231775">
                        <a:lnSpc>
                          <a:spcPts val="3225"/>
                        </a:lnSpc>
                        <a:tabLst>
                          <a:tab pos="690245" algn="l"/>
                        </a:tabLst>
                      </a:pPr>
                      <a:r>
                        <a:rPr sz="2800" dirty="0">
                          <a:latin typeface="Calibri"/>
                          <a:cs typeface="Calibri"/>
                        </a:rPr>
                        <a:t>O	0.3</a:t>
                      </a:r>
                      <a:endParaRPr sz="2800">
                        <a:latin typeface="Calibri"/>
                        <a:cs typeface="Calibri"/>
                      </a:endParaRPr>
                    </a:p>
                  </a:txBody>
                  <a:tcPr marL="0" marR="0" marT="0" marB="0"/>
                </a:tc>
                <a:extLst>
                  <a:ext uri="{0D108BD9-81ED-4DB2-BD59-A6C34878D82A}">
                    <a16:rowId xmlns:a16="http://schemas.microsoft.com/office/drawing/2014/main" val="10000"/>
                  </a:ext>
                </a:extLst>
              </a:tr>
              <a:tr h="471549">
                <a:tc>
                  <a:txBody>
                    <a:bodyPr/>
                    <a:lstStyle/>
                    <a:p>
                      <a:pPr marL="31750">
                        <a:lnSpc>
                          <a:spcPct val="100000"/>
                        </a:lnSpc>
                        <a:spcBef>
                          <a:spcPts val="160"/>
                        </a:spcBef>
                      </a:pPr>
                      <a:r>
                        <a:rPr sz="2800" dirty="0">
                          <a:latin typeface="Calibri"/>
                          <a:cs typeface="Calibri"/>
                        </a:rPr>
                        <a:t>R</a:t>
                      </a:r>
                      <a:endParaRPr sz="2800">
                        <a:latin typeface="Calibri"/>
                        <a:cs typeface="Calibri"/>
                      </a:endParaRPr>
                    </a:p>
                  </a:txBody>
                  <a:tcPr marL="0" marR="0" marT="20320" marB="0"/>
                </a:tc>
                <a:tc>
                  <a:txBody>
                    <a:bodyPr/>
                    <a:lstStyle/>
                    <a:p>
                      <a:pPr marL="116839">
                        <a:lnSpc>
                          <a:spcPct val="100000"/>
                        </a:lnSpc>
                        <a:spcBef>
                          <a:spcPts val="160"/>
                        </a:spcBef>
                      </a:pPr>
                      <a:r>
                        <a:rPr sz="2800" dirty="0">
                          <a:latin typeface="Calibri"/>
                          <a:cs typeface="Calibri"/>
                        </a:rPr>
                        <a:t>0.2</a:t>
                      </a:r>
                      <a:endParaRPr sz="2800">
                        <a:latin typeface="Calibri"/>
                        <a:cs typeface="Calibri"/>
                      </a:endParaRPr>
                    </a:p>
                  </a:txBody>
                  <a:tcPr marL="0" marR="0" marT="20320" marB="0"/>
                </a:tc>
                <a:tc>
                  <a:txBody>
                    <a:bodyPr/>
                    <a:lstStyle/>
                    <a:p>
                      <a:pPr marR="107314" algn="r">
                        <a:lnSpc>
                          <a:spcPct val="100000"/>
                        </a:lnSpc>
                        <a:spcBef>
                          <a:spcPts val="160"/>
                        </a:spcBef>
                      </a:pPr>
                      <a:r>
                        <a:rPr sz="2800" dirty="0">
                          <a:latin typeface="Calibri"/>
                          <a:cs typeface="Calibri"/>
                        </a:rPr>
                        <a:t>U</a:t>
                      </a:r>
                      <a:endParaRPr sz="2800">
                        <a:latin typeface="Calibri"/>
                        <a:cs typeface="Calibri"/>
                      </a:endParaRPr>
                    </a:p>
                  </a:txBody>
                  <a:tcPr marL="0" marR="0" marT="20320" marB="0"/>
                </a:tc>
                <a:tc>
                  <a:txBody>
                    <a:bodyPr/>
                    <a:lstStyle/>
                    <a:p>
                      <a:pPr marL="114935">
                        <a:lnSpc>
                          <a:spcPct val="100000"/>
                        </a:lnSpc>
                        <a:spcBef>
                          <a:spcPts val="160"/>
                        </a:spcBef>
                      </a:pPr>
                      <a:r>
                        <a:rPr sz="2800" dirty="0">
                          <a:latin typeface="Calibri"/>
                          <a:cs typeface="Calibri"/>
                        </a:rPr>
                        <a:t>0.1</a:t>
                      </a:r>
                      <a:endParaRPr sz="2800">
                        <a:latin typeface="Calibri"/>
                        <a:cs typeface="Calibri"/>
                      </a:endParaRPr>
                    </a:p>
                  </a:txBody>
                  <a:tcPr marL="0" marR="0" marT="20320" marB="0"/>
                </a:tc>
                <a:tc>
                  <a:txBody>
                    <a:bodyPr/>
                    <a:lstStyle/>
                    <a:p>
                      <a:pPr marR="147320" algn="r">
                        <a:lnSpc>
                          <a:spcPct val="100000"/>
                        </a:lnSpc>
                        <a:spcBef>
                          <a:spcPts val="160"/>
                        </a:spcBef>
                      </a:pPr>
                      <a:r>
                        <a:rPr sz="2800" dirty="0">
                          <a:latin typeface="Calibri"/>
                          <a:cs typeface="Calibri"/>
                        </a:rPr>
                        <a:t>Z</a:t>
                      </a:r>
                      <a:endParaRPr sz="2800">
                        <a:latin typeface="Calibri"/>
                        <a:cs typeface="Calibri"/>
                      </a:endParaRPr>
                    </a:p>
                  </a:txBody>
                  <a:tcPr marL="0" marR="0" marT="20320" marB="0"/>
                </a:tc>
                <a:tc>
                  <a:txBody>
                    <a:bodyPr/>
                    <a:lstStyle/>
                    <a:p>
                      <a:pPr marL="136525">
                        <a:lnSpc>
                          <a:spcPct val="100000"/>
                        </a:lnSpc>
                        <a:spcBef>
                          <a:spcPts val="160"/>
                        </a:spcBef>
                      </a:pPr>
                      <a:r>
                        <a:rPr sz="2800" dirty="0">
                          <a:latin typeface="Calibri"/>
                          <a:cs typeface="Calibri"/>
                        </a:rPr>
                        <a:t>0.1</a:t>
                      </a:r>
                      <a:endParaRPr sz="2800">
                        <a:latin typeface="Calibri"/>
                        <a:cs typeface="Calibri"/>
                      </a:endParaRPr>
                    </a:p>
                  </a:txBody>
                  <a:tcPr marL="0" marR="0" marT="20320" marB="0"/>
                </a:tc>
                <a:tc>
                  <a:txBody>
                    <a:bodyPr/>
                    <a:lstStyle/>
                    <a:p>
                      <a:pPr>
                        <a:lnSpc>
                          <a:spcPct val="100000"/>
                        </a:lnSpc>
                      </a:pPr>
                      <a:endParaRPr sz="3000">
                        <a:latin typeface="Times New Roman"/>
                        <a:cs typeface="Times New Roman"/>
                      </a:endParaRPr>
                    </a:p>
                  </a:txBody>
                  <a:tcPr marL="0" marR="0" marT="0" marB="0"/>
                </a:tc>
                <a:extLst>
                  <a:ext uri="{0D108BD9-81ED-4DB2-BD59-A6C34878D82A}">
                    <a16:rowId xmlns:a16="http://schemas.microsoft.com/office/drawing/2014/main" val="10001"/>
                  </a:ext>
                </a:extLst>
              </a:tr>
            </a:tbl>
          </a:graphicData>
        </a:graphic>
      </p:graphicFrame>
      <p:sp>
        <p:nvSpPr>
          <p:cNvPr id="4" name="object 4"/>
          <p:cNvSpPr txBox="1"/>
          <p:nvPr/>
        </p:nvSpPr>
        <p:spPr>
          <a:xfrm>
            <a:off x="535940" y="1607820"/>
            <a:ext cx="7895590" cy="3550920"/>
          </a:xfrm>
          <a:prstGeom prst="rect">
            <a:avLst/>
          </a:prstGeom>
        </p:spPr>
        <p:txBody>
          <a:bodyPr vert="horz" wrap="square" lIns="0" tIns="33655" rIns="0" bIns="0" rtlCol="0">
            <a:spAutoFit/>
          </a:bodyPr>
          <a:lstStyle/>
          <a:p>
            <a:pPr marL="355600" marR="1564640" indent="-342900">
              <a:lnSpc>
                <a:spcPts val="3790"/>
              </a:lnSpc>
              <a:spcBef>
                <a:spcPts val="265"/>
              </a:spcBef>
              <a:buFont typeface="Arial MT"/>
              <a:buChar char="•"/>
              <a:tabLst>
                <a:tab pos="354965" algn="l"/>
                <a:tab pos="355600" algn="l"/>
              </a:tabLst>
            </a:pPr>
            <a:r>
              <a:rPr sz="3200" spc="-5" dirty="0">
                <a:cs typeface="Calibri"/>
              </a:rPr>
              <a:t>Compute</a:t>
            </a:r>
            <a:r>
              <a:rPr sz="3200" spc="-10" dirty="0">
                <a:cs typeface="Calibri"/>
              </a:rPr>
              <a:t> frequency</a:t>
            </a:r>
            <a:r>
              <a:rPr sz="3200" spc="-5" dirty="0">
                <a:cs typeface="Calibri"/>
              </a:rPr>
              <a:t> of</a:t>
            </a:r>
            <a:r>
              <a:rPr sz="3200" spc="-10" dirty="0">
                <a:cs typeface="Calibri"/>
              </a:rPr>
              <a:t> </a:t>
            </a:r>
            <a:r>
              <a:rPr sz="3200" spc="-5" dirty="0">
                <a:cs typeface="Calibri"/>
              </a:rPr>
              <a:t>each </a:t>
            </a:r>
            <a:r>
              <a:rPr sz="3200" spc="-20" dirty="0">
                <a:cs typeface="Calibri"/>
              </a:rPr>
              <a:t>letter</a:t>
            </a:r>
            <a:r>
              <a:rPr sz="3200" spc="-10" dirty="0">
                <a:cs typeface="Calibri"/>
              </a:rPr>
              <a:t> </a:t>
            </a:r>
            <a:r>
              <a:rPr sz="3200" dirty="0">
                <a:cs typeface="Calibri"/>
              </a:rPr>
              <a:t>in </a:t>
            </a:r>
            <a:r>
              <a:rPr sz="3200" spc="-710" dirty="0">
                <a:cs typeface="Calibri"/>
              </a:rPr>
              <a:t> </a:t>
            </a:r>
            <a:r>
              <a:rPr sz="3200" spc="-10" dirty="0">
                <a:cs typeface="Calibri"/>
              </a:rPr>
              <a:t>ciphertext:</a:t>
            </a:r>
            <a:endParaRPr sz="3200" dirty="0">
              <a:cs typeface="Calibri"/>
            </a:endParaRPr>
          </a:p>
          <a:p>
            <a:pPr>
              <a:lnSpc>
                <a:spcPct val="100000"/>
              </a:lnSpc>
              <a:buFont typeface="Arial MT"/>
              <a:buChar char="•"/>
            </a:pPr>
            <a:endParaRPr sz="3900" dirty="0">
              <a:cs typeface="Calibri"/>
            </a:endParaRPr>
          </a:p>
          <a:p>
            <a:pPr>
              <a:lnSpc>
                <a:spcPct val="100000"/>
              </a:lnSpc>
              <a:spcBef>
                <a:spcPts val="15"/>
              </a:spcBef>
              <a:buFont typeface="Arial MT"/>
              <a:buChar char="•"/>
            </a:pPr>
            <a:endParaRPr sz="3250" dirty="0">
              <a:cs typeface="Calibri"/>
            </a:endParaRPr>
          </a:p>
          <a:p>
            <a:pPr marL="355600" indent="-342900">
              <a:lnSpc>
                <a:spcPct val="100000"/>
              </a:lnSpc>
              <a:buFont typeface="Arial MT"/>
              <a:buChar char="•"/>
              <a:tabLst>
                <a:tab pos="354965" algn="l"/>
                <a:tab pos="355600" algn="l"/>
              </a:tabLst>
            </a:pPr>
            <a:r>
              <a:rPr sz="3200" dirty="0">
                <a:cs typeface="Calibri"/>
              </a:rPr>
              <a:t>Apply</a:t>
            </a:r>
            <a:r>
              <a:rPr sz="3200" spc="-10" dirty="0">
                <a:cs typeface="Calibri"/>
              </a:rPr>
              <a:t> </a:t>
            </a:r>
            <a:r>
              <a:rPr sz="3200" spc="-15" dirty="0">
                <a:cs typeface="Calibri"/>
              </a:rPr>
              <a:t>1-gram</a:t>
            </a:r>
            <a:r>
              <a:rPr sz="3200" spc="-10" dirty="0">
                <a:cs typeface="Calibri"/>
              </a:rPr>
              <a:t> </a:t>
            </a:r>
            <a:r>
              <a:rPr sz="3200" dirty="0">
                <a:cs typeface="Calibri"/>
              </a:rPr>
              <a:t>model</a:t>
            </a:r>
            <a:r>
              <a:rPr sz="3200" spc="-10" dirty="0">
                <a:cs typeface="Calibri"/>
              </a:rPr>
              <a:t> </a:t>
            </a:r>
            <a:r>
              <a:rPr sz="3200" dirty="0">
                <a:cs typeface="Calibri"/>
              </a:rPr>
              <a:t>of</a:t>
            </a:r>
            <a:r>
              <a:rPr sz="3200" spc="-10" dirty="0">
                <a:cs typeface="Calibri"/>
              </a:rPr>
              <a:t> </a:t>
            </a:r>
            <a:r>
              <a:rPr sz="3200" dirty="0">
                <a:cs typeface="Calibri"/>
              </a:rPr>
              <a:t>English</a:t>
            </a:r>
          </a:p>
          <a:p>
            <a:pPr marL="755650" marR="5080" indent="-285750">
              <a:lnSpc>
                <a:spcPct val="101400"/>
              </a:lnSpc>
              <a:spcBef>
                <a:spcPts val="615"/>
              </a:spcBef>
            </a:pPr>
            <a:r>
              <a:rPr sz="2800" dirty="0">
                <a:cs typeface="Arial MT"/>
              </a:rPr>
              <a:t>–</a:t>
            </a:r>
            <a:r>
              <a:rPr sz="2800" spc="-90" dirty="0">
                <a:cs typeface="Arial MT"/>
              </a:rPr>
              <a:t> </a:t>
            </a:r>
            <a:r>
              <a:rPr sz="2800" spc="-10" dirty="0">
                <a:cs typeface="Calibri"/>
              </a:rPr>
              <a:t>Frequency</a:t>
            </a:r>
            <a:r>
              <a:rPr sz="2800" dirty="0">
                <a:cs typeface="Calibri"/>
              </a:rPr>
              <a:t> </a:t>
            </a:r>
            <a:r>
              <a:rPr sz="2800" spc="-5" dirty="0">
                <a:cs typeface="Calibri"/>
              </a:rPr>
              <a:t>of</a:t>
            </a:r>
            <a:r>
              <a:rPr sz="2800" spc="5" dirty="0">
                <a:cs typeface="Calibri"/>
              </a:rPr>
              <a:t> </a:t>
            </a:r>
            <a:r>
              <a:rPr sz="2800" spc="-20" dirty="0">
                <a:cs typeface="Calibri"/>
              </a:rPr>
              <a:t>characters</a:t>
            </a:r>
            <a:r>
              <a:rPr sz="2800" spc="5" dirty="0">
                <a:cs typeface="Calibri"/>
              </a:rPr>
              <a:t> </a:t>
            </a:r>
            <a:r>
              <a:rPr sz="2800" spc="-10" dirty="0">
                <a:cs typeface="Calibri"/>
              </a:rPr>
              <a:t>(1-grams)</a:t>
            </a:r>
            <a:r>
              <a:rPr sz="2800" spc="10" dirty="0">
                <a:cs typeface="Calibri"/>
              </a:rPr>
              <a:t> </a:t>
            </a:r>
            <a:r>
              <a:rPr sz="2800" spc="-5" dirty="0">
                <a:cs typeface="Calibri"/>
              </a:rPr>
              <a:t>in</a:t>
            </a:r>
            <a:r>
              <a:rPr sz="2800" spc="10" dirty="0">
                <a:cs typeface="Calibri"/>
              </a:rPr>
              <a:t> </a:t>
            </a:r>
            <a:r>
              <a:rPr sz="2800" spc="-5" dirty="0">
                <a:cs typeface="Calibri"/>
              </a:rPr>
              <a:t>English</a:t>
            </a:r>
            <a:r>
              <a:rPr sz="2800" spc="10" dirty="0">
                <a:cs typeface="Calibri"/>
              </a:rPr>
              <a:t> </a:t>
            </a:r>
            <a:r>
              <a:rPr sz="2800" spc="-5" dirty="0">
                <a:cs typeface="Calibri"/>
              </a:rPr>
              <a:t>is</a:t>
            </a:r>
            <a:r>
              <a:rPr sz="2800" spc="5" dirty="0">
                <a:cs typeface="Calibri"/>
              </a:rPr>
              <a:t> </a:t>
            </a:r>
            <a:r>
              <a:rPr sz="2800" spc="-5" dirty="0">
                <a:cs typeface="Calibri"/>
              </a:rPr>
              <a:t>on </a:t>
            </a:r>
            <a:r>
              <a:rPr sz="2800" spc="-615" dirty="0">
                <a:cs typeface="Calibri"/>
              </a:rPr>
              <a:t> </a:t>
            </a:r>
            <a:r>
              <a:rPr sz="2800" spc="-15" dirty="0">
                <a:cs typeface="Calibri"/>
              </a:rPr>
              <a:t>next</a:t>
            </a:r>
            <a:r>
              <a:rPr sz="2800" spc="-5" dirty="0">
                <a:cs typeface="Calibri"/>
              </a:rPr>
              <a:t> slide</a:t>
            </a:r>
            <a:endParaRPr sz="2800" dirty="0">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41546" y="458724"/>
            <a:ext cx="7260590" cy="695960"/>
          </a:xfrm>
          <a:prstGeom prst="rect">
            <a:avLst/>
          </a:prstGeom>
        </p:spPr>
        <p:txBody>
          <a:bodyPr vert="horz" wrap="square" lIns="0" tIns="12700" rIns="0" bIns="0" rtlCol="0">
            <a:spAutoFit/>
          </a:bodyPr>
          <a:lstStyle/>
          <a:p>
            <a:pPr marL="12700">
              <a:lnSpc>
                <a:spcPct val="100000"/>
              </a:lnSpc>
              <a:spcBef>
                <a:spcPts val="100"/>
              </a:spcBef>
            </a:pPr>
            <a:r>
              <a:rPr spc="-30" dirty="0"/>
              <a:t>Attacking</a:t>
            </a:r>
            <a:r>
              <a:rPr spc="-10" dirty="0"/>
              <a:t> Symmetric</a:t>
            </a:r>
            <a:r>
              <a:rPr spc="-5" dirty="0"/>
              <a:t> Encryption</a:t>
            </a:r>
          </a:p>
        </p:txBody>
      </p:sp>
      <p:sp>
        <p:nvSpPr>
          <p:cNvPr id="3" name="object 3"/>
          <p:cNvSpPr txBox="1"/>
          <p:nvPr/>
        </p:nvSpPr>
        <p:spPr>
          <a:xfrm>
            <a:off x="535940" y="1662683"/>
            <a:ext cx="7756525" cy="4821832"/>
          </a:xfrm>
          <a:prstGeom prst="rect">
            <a:avLst/>
          </a:prstGeom>
        </p:spPr>
        <p:txBody>
          <a:bodyPr vert="horz" wrap="square" lIns="0" tIns="58419" rIns="0" bIns="0" rtlCol="0">
            <a:spAutoFit/>
          </a:bodyPr>
          <a:lstStyle/>
          <a:p>
            <a:pPr marL="12700">
              <a:lnSpc>
                <a:spcPct val="100000"/>
              </a:lnSpc>
              <a:spcBef>
                <a:spcPts val="459"/>
              </a:spcBef>
            </a:pPr>
            <a:r>
              <a:rPr sz="2600" spc="-5" dirty="0">
                <a:cs typeface="Calibri"/>
              </a:rPr>
              <a:t>As</a:t>
            </a:r>
            <a:r>
              <a:rPr sz="2600" spc="-35" dirty="0">
                <a:cs typeface="Calibri"/>
              </a:rPr>
              <a:t> </a:t>
            </a:r>
            <a:r>
              <a:rPr sz="2600" spc="-25" dirty="0">
                <a:cs typeface="Calibri"/>
              </a:rPr>
              <a:t>before:</a:t>
            </a:r>
            <a:endParaRPr sz="2600" dirty="0">
              <a:cs typeface="Calibri"/>
            </a:endParaRPr>
          </a:p>
          <a:p>
            <a:pPr marL="355600" indent="-342900">
              <a:lnSpc>
                <a:spcPct val="100000"/>
              </a:lnSpc>
              <a:spcBef>
                <a:spcPts val="360"/>
              </a:spcBef>
              <a:buFont typeface="Arial MT"/>
              <a:buChar char="•"/>
              <a:tabLst>
                <a:tab pos="354965" algn="l"/>
                <a:tab pos="355600" algn="l"/>
              </a:tabLst>
            </a:pPr>
            <a:r>
              <a:rPr sz="2600" spc="-10" dirty="0">
                <a:cs typeface="Calibri"/>
              </a:rPr>
              <a:t>cryptanalysis</a:t>
            </a:r>
            <a:endParaRPr sz="2600" dirty="0">
              <a:cs typeface="Calibri"/>
            </a:endParaRPr>
          </a:p>
          <a:p>
            <a:pPr marL="755650" lvl="1" indent="-285750">
              <a:lnSpc>
                <a:spcPct val="100000"/>
              </a:lnSpc>
              <a:spcBef>
                <a:spcPts val="375"/>
              </a:spcBef>
              <a:buFont typeface="Arial MT"/>
              <a:buChar char="–"/>
              <a:tabLst>
                <a:tab pos="755650" algn="l"/>
              </a:tabLst>
            </a:pPr>
            <a:r>
              <a:rPr sz="2600" spc="-15" dirty="0">
                <a:cs typeface="Calibri"/>
              </a:rPr>
              <a:t>rely</a:t>
            </a:r>
            <a:r>
              <a:rPr sz="2600" spc="-5" dirty="0">
                <a:cs typeface="Calibri"/>
              </a:rPr>
              <a:t> on</a:t>
            </a:r>
            <a:r>
              <a:rPr sz="2600" dirty="0">
                <a:cs typeface="Calibri"/>
              </a:rPr>
              <a:t> </a:t>
            </a:r>
            <a:r>
              <a:rPr sz="2600" spc="-15" dirty="0">
                <a:cs typeface="Calibri"/>
              </a:rPr>
              <a:t>nature</a:t>
            </a:r>
            <a:r>
              <a:rPr sz="2600" spc="-5" dirty="0">
                <a:cs typeface="Calibri"/>
              </a:rPr>
              <a:t> of </a:t>
            </a:r>
            <a:r>
              <a:rPr sz="2600" dirty="0">
                <a:cs typeface="Calibri"/>
              </a:rPr>
              <a:t>the </a:t>
            </a:r>
            <a:r>
              <a:rPr sz="2600" spc="-10" dirty="0">
                <a:cs typeface="Calibri"/>
              </a:rPr>
              <a:t>algorithm</a:t>
            </a:r>
            <a:endParaRPr sz="2600" dirty="0">
              <a:cs typeface="Calibri"/>
            </a:endParaRPr>
          </a:p>
          <a:p>
            <a:pPr marL="755650" lvl="1" indent="-285750">
              <a:lnSpc>
                <a:spcPct val="100000"/>
              </a:lnSpc>
              <a:spcBef>
                <a:spcPts val="335"/>
              </a:spcBef>
              <a:buFont typeface="Arial MT"/>
              <a:buChar char="–"/>
              <a:tabLst>
                <a:tab pos="755650" algn="l"/>
              </a:tabLst>
            </a:pPr>
            <a:r>
              <a:rPr sz="2600" spc="-5" dirty="0">
                <a:cs typeface="Calibri"/>
              </a:rPr>
              <a:t>plus</a:t>
            </a:r>
            <a:r>
              <a:rPr sz="2600" spc="10" dirty="0">
                <a:cs typeface="Calibri"/>
              </a:rPr>
              <a:t> </a:t>
            </a:r>
            <a:r>
              <a:rPr sz="2600" dirty="0">
                <a:cs typeface="Calibri"/>
              </a:rPr>
              <a:t>some</a:t>
            </a:r>
            <a:r>
              <a:rPr sz="2600" spc="5" dirty="0">
                <a:cs typeface="Calibri"/>
              </a:rPr>
              <a:t> </a:t>
            </a:r>
            <a:r>
              <a:rPr sz="2600" spc="-10" dirty="0">
                <a:cs typeface="Calibri"/>
              </a:rPr>
              <a:t>knowledge</a:t>
            </a:r>
            <a:r>
              <a:rPr sz="2600" spc="5" dirty="0">
                <a:cs typeface="Calibri"/>
              </a:rPr>
              <a:t> </a:t>
            </a:r>
            <a:r>
              <a:rPr sz="2600" spc="-5" dirty="0">
                <a:cs typeface="Calibri"/>
              </a:rPr>
              <a:t>of</a:t>
            </a:r>
            <a:r>
              <a:rPr sz="2600" spc="5" dirty="0">
                <a:cs typeface="Calibri"/>
              </a:rPr>
              <a:t> </a:t>
            </a:r>
            <a:r>
              <a:rPr sz="2600" spc="-15" dirty="0">
                <a:cs typeface="Calibri"/>
              </a:rPr>
              <a:t>plaintext</a:t>
            </a:r>
            <a:r>
              <a:rPr sz="2600" spc="5" dirty="0">
                <a:cs typeface="Calibri"/>
              </a:rPr>
              <a:t> </a:t>
            </a:r>
            <a:r>
              <a:rPr sz="2600" spc="-15" dirty="0">
                <a:cs typeface="Calibri"/>
              </a:rPr>
              <a:t>characteristics</a:t>
            </a:r>
            <a:endParaRPr sz="2600" dirty="0">
              <a:cs typeface="Calibri"/>
            </a:endParaRPr>
          </a:p>
          <a:p>
            <a:pPr marL="755650" lvl="1" indent="-285750">
              <a:lnSpc>
                <a:spcPct val="100000"/>
              </a:lnSpc>
              <a:spcBef>
                <a:spcPts val="335"/>
              </a:spcBef>
              <a:buFont typeface="Arial MT"/>
              <a:buChar char="–"/>
              <a:tabLst>
                <a:tab pos="755650" algn="l"/>
              </a:tabLst>
            </a:pPr>
            <a:r>
              <a:rPr sz="2600" spc="-20" dirty="0">
                <a:cs typeface="Calibri"/>
              </a:rPr>
              <a:t>even</a:t>
            </a:r>
            <a:r>
              <a:rPr sz="2600" spc="-5" dirty="0">
                <a:cs typeface="Calibri"/>
              </a:rPr>
              <a:t> some</a:t>
            </a:r>
            <a:r>
              <a:rPr sz="2600" spc="-15" dirty="0">
                <a:cs typeface="Calibri"/>
              </a:rPr>
              <a:t> </a:t>
            </a:r>
            <a:r>
              <a:rPr sz="2600" spc="-5" dirty="0">
                <a:cs typeface="Calibri"/>
              </a:rPr>
              <a:t>sample</a:t>
            </a:r>
            <a:r>
              <a:rPr sz="2600" spc="-10" dirty="0">
                <a:cs typeface="Calibri"/>
              </a:rPr>
              <a:t> </a:t>
            </a:r>
            <a:r>
              <a:rPr sz="2600" spc="-15" dirty="0">
                <a:cs typeface="Calibri"/>
              </a:rPr>
              <a:t>plaintext-ciphertext</a:t>
            </a:r>
            <a:r>
              <a:rPr sz="2600" spc="-5" dirty="0">
                <a:cs typeface="Calibri"/>
              </a:rPr>
              <a:t> </a:t>
            </a:r>
            <a:r>
              <a:rPr sz="2600" spc="-15" dirty="0">
                <a:cs typeface="Calibri"/>
              </a:rPr>
              <a:t>pairs</a:t>
            </a:r>
            <a:endParaRPr sz="2600" dirty="0">
              <a:cs typeface="Calibri"/>
            </a:endParaRPr>
          </a:p>
          <a:p>
            <a:pPr marL="755650" marR="337820" lvl="1" indent="-285750">
              <a:lnSpc>
                <a:spcPts val="3000"/>
              </a:lnSpc>
              <a:spcBef>
                <a:spcPts val="740"/>
              </a:spcBef>
              <a:buFont typeface="Arial MT"/>
              <a:buChar char="–"/>
              <a:tabLst>
                <a:tab pos="755650" algn="l"/>
              </a:tabLst>
            </a:pPr>
            <a:r>
              <a:rPr sz="2600" spc="-10" dirty="0">
                <a:cs typeface="Calibri"/>
              </a:rPr>
              <a:t>exploits</a:t>
            </a:r>
            <a:r>
              <a:rPr sz="2600" spc="5" dirty="0">
                <a:cs typeface="Calibri"/>
              </a:rPr>
              <a:t> </a:t>
            </a:r>
            <a:r>
              <a:rPr sz="2600" spc="-15" dirty="0">
                <a:cs typeface="Calibri"/>
              </a:rPr>
              <a:t>characteristics</a:t>
            </a:r>
            <a:r>
              <a:rPr sz="2600" spc="10" dirty="0">
                <a:cs typeface="Calibri"/>
              </a:rPr>
              <a:t> </a:t>
            </a:r>
            <a:r>
              <a:rPr sz="2600" spc="-5" dirty="0">
                <a:cs typeface="Calibri"/>
              </a:rPr>
              <a:t>of</a:t>
            </a:r>
            <a:r>
              <a:rPr sz="2600" spc="5" dirty="0">
                <a:cs typeface="Calibri"/>
              </a:rPr>
              <a:t> </a:t>
            </a:r>
            <a:r>
              <a:rPr sz="2600" spc="-10" dirty="0">
                <a:cs typeface="Calibri"/>
              </a:rPr>
              <a:t>algorithm</a:t>
            </a:r>
            <a:r>
              <a:rPr sz="2600" spc="10" dirty="0">
                <a:cs typeface="Calibri"/>
              </a:rPr>
              <a:t> </a:t>
            </a:r>
            <a:r>
              <a:rPr sz="2600" spc="-15" dirty="0">
                <a:cs typeface="Calibri"/>
              </a:rPr>
              <a:t>to</a:t>
            </a:r>
            <a:r>
              <a:rPr sz="2600" spc="5" dirty="0">
                <a:cs typeface="Calibri"/>
              </a:rPr>
              <a:t> </a:t>
            </a:r>
            <a:r>
              <a:rPr sz="2600" spc="-5" dirty="0">
                <a:cs typeface="Calibri"/>
              </a:rPr>
              <a:t>deduce </a:t>
            </a:r>
            <a:r>
              <a:rPr sz="2600" spc="-615" dirty="0">
                <a:cs typeface="Calibri"/>
              </a:rPr>
              <a:t> </a:t>
            </a:r>
            <a:r>
              <a:rPr sz="2600" spc="-5" dirty="0">
                <a:cs typeface="Calibri"/>
              </a:rPr>
              <a:t>specific</a:t>
            </a:r>
            <a:r>
              <a:rPr sz="2600" dirty="0">
                <a:cs typeface="Calibri"/>
              </a:rPr>
              <a:t> </a:t>
            </a:r>
            <a:r>
              <a:rPr sz="2600" spc="-15" dirty="0">
                <a:cs typeface="Calibri"/>
              </a:rPr>
              <a:t>plaintext</a:t>
            </a:r>
            <a:r>
              <a:rPr sz="2600" dirty="0">
                <a:cs typeface="Calibri"/>
              </a:rPr>
              <a:t> </a:t>
            </a:r>
            <a:r>
              <a:rPr sz="2600" spc="-5" dirty="0">
                <a:cs typeface="Calibri"/>
              </a:rPr>
              <a:t>or</a:t>
            </a:r>
            <a:r>
              <a:rPr sz="2600" dirty="0">
                <a:cs typeface="Calibri"/>
              </a:rPr>
              <a:t> </a:t>
            </a:r>
            <a:r>
              <a:rPr sz="2600" spc="-40" dirty="0">
                <a:cs typeface="Calibri"/>
              </a:rPr>
              <a:t>key</a:t>
            </a:r>
            <a:endParaRPr sz="2600" dirty="0">
              <a:cs typeface="Calibri"/>
            </a:endParaRPr>
          </a:p>
          <a:p>
            <a:pPr marL="355600" indent="-342900">
              <a:lnSpc>
                <a:spcPct val="100000"/>
              </a:lnSpc>
              <a:spcBef>
                <a:spcPts val="400"/>
              </a:spcBef>
              <a:buFont typeface="Arial MT"/>
              <a:buChar char="•"/>
              <a:tabLst>
                <a:tab pos="354965" algn="l"/>
                <a:tab pos="355600" algn="l"/>
              </a:tabLst>
            </a:pPr>
            <a:r>
              <a:rPr sz="2600" spc="-20" dirty="0">
                <a:cs typeface="Calibri"/>
              </a:rPr>
              <a:t>brute-force</a:t>
            </a:r>
            <a:r>
              <a:rPr sz="2600" spc="-35" dirty="0">
                <a:cs typeface="Calibri"/>
              </a:rPr>
              <a:t> </a:t>
            </a:r>
            <a:r>
              <a:rPr sz="2600" spc="-20" dirty="0">
                <a:cs typeface="Calibri"/>
              </a:rPr>
              <a:t>attack</a:t>
            </a:r>
            <a:endParaRPr sz="2600" dirty="0">
              <a:cs typeface="Calibri"/>
            </a:endParaRPr>
          </a:p>
          <a:p>
            <a:pPr marL="755650" marR="69215" lvl="1" indent="-285750">
              <a:lnSpc>
                <a:spcPts val="3000"/>
              </a:lnSpc>
              <a:spcBef>
                <a:spcPts val="750"/>
              </a:spcBef>
              <a:buFont typeface="Arial MT"/>
              <a:buChar char="–"/>
              <a:tabLst>
                <a:tab pos="755650" algn="l"/>
              </a:tabLst>
            </a:pPr>
            <a:r>
              <a:rPr sz="2600" dirty="0">
                <a:cs typeface="Calibri"/>
              </a:rPr>
              <a:t>try</a:t>
            </a:r>
            <a:r>
              <a:rPr sz="2600" spc="-10" dirty="0">
                <a:cs typeface="Calibri"/>
              </a:rPr>
              <a:t> </a:t>
            </a:r>
            <a:r>
              <a:rPr sz="2600" spc="-5" dirty="0">
                <a:cs typeface="Calibri"/>
              </a:rPr>
              <a:t>all</a:t>
            </a:r>
            <a:r>
              <a:rPr sz="2600" dirty="0">
                <a:cs typeface="Calibri"/>
              </a:rPr>
              <a:t> </a:t>
            </a:r>
            <a:r>
              <a:rPr sz="2600" spc="-5" dirty="0">
                <a:cs typeface="Calibri"/>
              </a:rPr>
              <a:t>possible</a:t>
            </a:r>
            <a:r>
              <a:rPr sz="2600" spc="-10" dirty="0">
                <a:cs typeface="Calibri"/>
              </a:rPr>
              <a:t> </a:t>
            </a:r>
            <a:r>
              <a:rPr sz="2600" spc="-40" dirty="0">
                <a:cs typeface="Calibri"/>
              </a:rPr>
              <a:t>keys</a:t>
            </a:r>
            <a:r>
              <a:rPr sz="2600" spc="5" dirty="0">
                <a:cs typeface="Calibri"/>
              </a:rPr>
              <a:t> </a:t>
            </a:r>
            <a:r>
              <a:rPr sz="2600" spc="-5" dirty="0">
                <a:cs typeface="Calibri"/>
              </a:rPr>
              <a:t>on</a:t>
            </a:r>
            <a:r>
              <a:rPr sz="2600" spc="5" dirty="0">
                <a:cs typeface="Calibri"/>
              </a:rPr>
              <a:t> </a:t>
            </a:r>
            <a:r>
              <a:rPr sz="2600" spc="-5" dirty="0">
                <a:cs typeface="Calibri"/>
              </a:rPr>
              <a:t>some</a:t>
            </a:r>
            <a:r>
              <a:rPr sz="2600" spc="-10" dirty="0">
                <a:cs typeface="Calibri"/>
              </a:rPr>
              <a:t> ciphertext</a:t>
            </a:r>
            <a:r>
              <a:rPr sz="2600" dirty="0">
                <a:cs typeface="Calibri"/>
              </a:rPr>
              <a:t> </a:t>
            </a:r>
            <a:r>
              <a:rPr sz="2600" spc="-10" dirty="0">
                <a:cs typeface="Calibri"/>
              </a:rPr>
              <a:t>until</a:t>
            </a:r>
            <a:r>
              <a:rPr sz="2600" dirty="0">
                <a:cs typeface="Calibri"/>
              </a:rPr>
              <a:t> </a:t>
            </a:r>
            <a:r>
              <a:rPr sz="2600" spc="-20" dirty="0">
                <a:cs typeface="Calibri"/>
              </a:rPr>
              <a:t>get </a:t>
            </a:r>
            <a:r>
              <a:rPr sz="2600" spc="-620" dirty="0">
                <a:cs typeface="Calibri"/>
              </a:rPr>
              <a:t> </a:t>
            </a:r>
            <a:r>
              <a:rPr sz="2600" spc="-5" dirty="0">
                <a:cs typeface="Calibri"/>
              </a:rPr>
              <a:t>an</a:t>
            </a:r>
            <a:r>
              <a:rPr sz="2600" dirty="0">
                <a:cs typeface="Calibri"/>
              </a:rPr>
              <a:t> </a:t>
            </a:r>
            <a:r>
              <a:rPr sz="2600" spc="-10" dirty="0">
                <a:cs typeface="Calibri"/>
              </a:rPr>
              <a:t>intelligible</a:t>
            </a:r>
            <a:r>
              <a:rPr sz="2600" spc="-5" dirty="0">
                <a:cs typeface="Calibri"/>
              </a:rPr>
              <a:t> </a:t>
            </a:r>
            <a:r>
              <a:rPr sz="2600" spc="-15" dirty="0">
                <a:cs typeface="Calibri"/>
              </a:rPr>
              <a:t>translation</a:t>
            </a:r>
            <a:r>
              <a:rPr sz="2600" spc="5" dirty="0">
                <a:cs typeface="Calibri"/>
              </a:rPr>
              <a:t> </a:t>
            </a:r>
            <a:r>
              <a:rPr sz="2600" spc="-15" dirty="0">
                <a:cs typeface="Calibri"/>
              </a:rPr>
              <a:t>into</a:t>
            </a:r>
            <a:r>
              <a:rPr sz="2600" spc="-5" dirty="0">
                <a:cs typeface="Calibri"/>
              </a:rPr>
              <a:t> </a:t>
            </a:r>
            <a:r>
              <a:rPr sz="2600" spc="-15" dirty="0">
                <a:cs typeface="Calibri"/>
              </a:rPr>
              <a:t>plaintext</a:t>
            </a:r>
            <a:endParaRPr sz="2600" dirty="0">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44</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4"/>
          <p:cNvPicPr>
            <a:picLocks noChangeAspect="1"/>
          </p:cNvPicPr>
          <p:nvPr/>
        </p:nvPicPr>
        <p:blipFill>
          <a:blip r:embed="rId2"/>
          <a:srcRect r="7115" b="1787"/>
          <a:stretch>
            <a:fillRect/>
          </a:stretch>
        </p:blipFill>
        <p:spPr>
          <a:xfrm>
            <a:off x="683568" y="476672"/>
            <a:ext cx="7329352" cy="6172200"/>
          </a:xfrm>
          <a:prstGeom prst="rect">
            <a:avLst/>
          </a:prstGeom>
        </p:spPr>
      </p:pic>
    </p:spTree>
    <p:extLst>
      <p:ext uri="{BB962C8B-B14F-4D97-AF65-F5344CB8AC3E}">
        <p14:creationId xmlns:p14="http://schemas.microsoft.com/office/powerpoint/2010/main" val="27816783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Encryption Systems</a:t>
            </a:r>
          </a:p>
        </p:txBody>
      </p:sp>
      <p:sp>
        <p:nvSpPr>
          <p:cNvPr id="3" name="Content Placeholder 2"/>
          <p:cNvSpPr>
            <a:spLocks noGrp="1"/>
          </p:cNvSpPr>
          <p:nvPr>
            <p:ph sz="quarter" idx="1"/>
          </p:nvPr>
        </p:nvSpPr>
        <p:spPr>
          <a:xfrm>
            <a:off x="457200" y="1600200"/>
            <a:ext cx="7467600" cy="5257800"/>
          </a:xfrm>
        </p:spPr>
        <p:txBody>
          <a:bodyPr>
            <a:normAutofit lnSpcReduction="10000"/>
          </a:bodyPr>
          <a:lstStyle/>
          <a:p>
            <a:r>
              <a:rPr lang="en-CA"/>
              <a:t>Symmetric (Private-key) Cryptosystem</a:t>
            </a:r>
          </a:p>
          <a:p>
            <a:pPr lvl="1"/>
            <a:r>
              <a:rPr lang="en-CA"/>
              <a:t>A two-way channel to their users: A and B share a secret key, and they can both encrypt information to send to the other as well as decrypt information from the other.</a:t>
            </a:r>
          </a:p>
          <a:p>
            <a:pPr lvl="1"/>
            <a:r>
              <a:rPr lang="en-CA" b="1"/>
              <a:t>Major difficulty: Key distribution</a:t>
            </a:r>
            <a:r>
              <a:rPr lang="en-CA"/>
              <a:t>. How do A and B obtain their shared secret key?</a:t>
            </a:r>
          </a:p>
          <a:p>
            <a:pPr lvl="2"/>
            <a:r>
              <a:rPr lang="en-CA"/>
              <a:t>In general, </a:t>
            </a:r>
            <a:r>
              <a:rPr lang="en-CA" i="1"/>
              <a:t>n</a:t>
            </a:r>
            <a:r>
              <a:rPr lang="en-CA"/>
              <a:t> users who want to communicate in pairs need  ? keys</a:t>
            </a:r>
          </a:p>
          <a:p>
            <a:r>
              <a:rPr lang="en-CA"/>
              <a:t>Asymmetric (Public-key) Cryptosystem</a:t>
            </a:r>
          </a:p>
          <a:p>
            <a:pPr lvl="1"/>
            <a:r>
              <a:rPr lang="en-CA"/>
              <a:t>Two separate keys</a:t>
            </a:r>
          </a:p>
          <a:p>
            <a:pPr lvl="2"/>
            <a:r>
              <a:rPr lang="en-CA"/>
              <a:t>Public key for encryption</a:t>
            </a:r>
          </a:p>
          <a:p>
            <a:pPr lvl="2"/>
            <a:r>
              <a:rPr lang="en-CA"/>
              <a:t>Private key for decryption</a:t>
            </a:r>
          </a:p>
          <a:p>
            <a:pPr marL="731520" lvl="2" indent="0">
              <a:buNone/>
            </a:pPr>
            <a:endParaRPr lang="en-CA"/>
          </a:p>
          <a:p>
            <a:pPr marL="0" indent="0" algn="ctr">
              <a:buNone/>
            </a:pPr>
            <a:r>
              <a:rPr lang="en-CA" b="1"/>
              <a:t>Key management is a major issue for both systems</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45</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38419100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Data Encryption Standard (DES)</a:t>
            </a:r>
          </a:p>
        </p:txBody>
      </p:sp>
      <p:sp>
        <p:nvSpPr>
          <p:cNvPr id="3" name="Content Placeholder 2"/>
          <p:cNvSpPr>
            <a:spLocks noGrp="1"/>
          </p:cNvSpPr>
          <p:nvPr>
            <p:ph sz="quarter" idx="1"/>
          </p:nvPr>
        </p:nvSpPr>
        <p:spPr/>
        <p:txBody>
          <a:bodyPr>
            <a:normAutofit fontScale="92500" lnSpcReduction="10000"/>
          </a:bodyPr>
          <a:lstStyle/>
          <a:p>
            <a:r>
              <a:rPr lang="en-CA"/>
              <a:t>In 1972 the U.S. National Bureau of Standards issued a call for proposals for producing a public encryption algorithm, with the following criteria:</a:t>
            </a:r>
          </a:p>
          <a:p>
            <a:pPr lvl="1"/>
            <a:r>
              <a:rPr lang="en-CA"/>
              <a:t>Able to provide a high level of security</a:t>
            </a:r>
          </a:p>
          <a:p>
            <a:pPr lvl="1"/>
            <a:r>
              <a:rPr lang="en-CA"/>
              <a:t>Specified and easy to understand</a:t>
            </a:r>
          </a:p>
          <a:p>
            <a:pPr lvl="1"/>
            <a:r>
              <a:rPr lang="en-CA"/>
              <a:t>Publishable (security does not depend on the secrecy of the algorithm)</a:t>
            </a:r>
          </a:p>
          <a:p>
            <a:pPr lvl="1"/>
            <a:r>
              <a:rPr lang="en-CA"/>
              <a:t>Available to all users</a:t>
            </a:r>
          </a:p>
          <a:p>
            <a:pPr lvl="1"/>
            <a:r>
              <a:rPr lang="en-CA"/>
              <a:t>Adaptable for use in diverse applications</a:t>
            </a:r>
          </a:p>
          <a:p>
            <a:pPr lvl="1"/>
            <a:r>
              <a:rPr lang="en-CA"/>
              <a:t>Economical to implement in electronic devices</a:t>
            </a:r>
          </a:p>
          <a:p>
            <a:pPr lvl="1"/>
            <a:r>
              <a:rPr lang="en-CA"/>
              <a:t>Efficient to use</a:t>
            </a:r>
          </a:p>
          <a:p>
            <a:pPr lvl="1"/>
            <a:r>
              <a:rPr lang="en-CA"/>
              <a:t>Able to be validated</a:t>
            </a:r>
          </a:p>
          <a:p>
            <a:pPr lvl="1"/>
            <a:r>
              <a:rPr lang="en-CA"/>
              <a:t>Exportable</a:t>
            </a:r>
          </a:p>
          <a:p>
            <a:r>
              <a:rPr lang="en-CA"/>
              <a:t>DES developed by IBM and accepted by ISO in 1976</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46</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2269202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DES (cont.)</a:t>
            </a:r>
          </a:p>
        </p:txBody>
      </p:sp>
      <p:sp>
        <p:nvSpPr>
          <p:cNvPr id="3" name="Content Placeholder 2"/>
          <p:cNvSpPr>
            <a:spLocks noGrp="1"/>
          </p:cNvSpPr>
          <p:nvPr>
            <p:ph sz="quarter" idx="1"/>
          </p:nvPr>
        </p:nvSpPr>
        <p:spPr/>
        <p:txBody>
          <a:bodyPr>
            <a:normAutofit fontScale="92500" lnSpcReduction="10000"/>
          </a:bodyPr>
          <a:lstStyle/>
          <a:p>
            <a:r>
              <a:rPr lang="en-CA"/>
              <a:t>A complex </a:t>
            </a:r>
            <a:r>
              <a:rPr lang="en-CA" b="1"/>
              <a:t>combination of </a:t>
            </a:r>
            <a:r>
              <a:rPr lang="en-CA"/>
              <a:t>two fundamental building blocks of encryption: </a:t>
            </a:r>
            <a:r>
              <a:rPr lang="en-CA" b="1"/>
              <a:t>substitution and transposition</a:t>
            </a:r>
          </a:p>
          <a:p>
            <a:r>
              <a:rPr lang="en-CA"/>
              <a:t>The algorithm begins by encrypting the plaintext as blocks of 64 bits.</a:t>
            </a:r>
          </a:p>
          <a:p>
            <a:r>
              <a:rPr lang="en-CA"/>
              <a:t>The key is 64 bits long, but in fact it can be any 56-bit number. (The extra 8 bits are often used as check digits and do not affect encryption in normal implementations.)</a:t>
            </a:r>
          </a:p>
          <a:p>
            <a:r>
              <a:rPr lang="en-CA"/>
              <a:t>The algorithm accomplishes two things: </a:t>
            </a:r>
          </a:p>
          <a:p>
            <a:pPr marL="623888" lvl="1" indent="-258763">
              <a:buFont typeface="+mj-lt"/>
              <a:buAutoNum type="arabicPeriod"/>
            </a:pPr>
            <a:r>
              <a:rPr lang="en-CA"/>
              <a:t>Ensuring that the </a:t>
            </a:r>
            <a:r>
              <a:rPr lang="en-CA" b="1"/>
              <a:t>output bits have no obvious relationship to the input bits</a:t>
            </a:r>
            <a:r>
              <a:rPr lang="en-CA"/>
              <a:t> (Substitution provides the </a:t>
            </a:r>
            <a:r>
              <a:rPr lang="en-CA" b="1"/>
              <a:t>confusion</a:t>
            </a:r>
            <a:r>
              <a:rPr lang="en-CA"/>
              <a:t>)</a:t>
            </a:r>
          </a:p>
          <a:p>
            <a:pPr marL="623888" lvl="1" indent="-258763">
              <a:buFont typeface="+mj-lt"/>
              <a:buAutoNum type="arabicPeriod"/>
            </a:pPr>
            <a:r>
              <a:rPr lang="en-CA" b="1"/>
              <a:t>Spreading the effect of one plaintext bit to other bits in the ciphertext </a:t>
            </a:r>
            <a:r>
              <a:rPr lang="en-CA"/>
              <a:t>(Transposition provides the </a:t>
            </a:r>
            <a:r>
              <a:rPr lang="en-CA" b="1"/>
              <a:t>diffusion</a:t>
            </a:r>
            <a:r>
              <a:rPr lang="en-CA"/>
              <a: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47</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13156195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DES (cont.)</a:t>
            </a:r>
          </a:p>
        </p:txBody>
      </p:sp>
      <p:sp>
        <p:nvSpPr>
          <p:cNvPr id="3" name="Content Placeholder 2"/>
          <p:cNvSpPr>
            <a:spLocks noGrp="1"/>
          </p:cNvSpPr>
          <p:nvPr>
            <p:ph sz="quarter" idx="1"/>
          </p:nvPr>
        </p:nvSpPr>
        <p:spPr/>
        <p:txBody>
          <a:bodyPr>
            <a:normAutofit/>
          </a:bodyPr>
          <a:lstStyle/>
          <a:p>
            <a:r>
              <a:rPr lang="en-CA"/>
              <a:t>Plaintext is affected by a series of cycles of a substitution then a permutation.</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48</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3688" y="2492896"/>
            <a:ext cx="5616624" cy="419936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66382724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DES (cont.)</a:t>
            </a:r>
          </a:p>
        </p:txBody>
      </p:sp>
      <p:sp>
        <p:nvSpPr>
          <p:cNvPr id="3" name="Content Placeholder 2"/>
          <p:cNvSpPr>
            <a:spLocks noGrp="1"/>
          </p:cNvSpPr>
          <p:nvPr>
            <p:ph sz="quarter" idx="1"/>
          </p:nvPr>
        </p:nvSpPr>
        <p:spPr>
          <a:xfrm>
            <a:off x="457200" y="1600200"/>
            <a:ext cx="3826768" cy="5141168"/>
          </a:xfrm>
        </p:spPr>
        <p:txBody>
          <a:bodyPr>
            <a:normAutofit/>
          </a:bodyPr>
          <a:lstStyle/>
          <a:p>
            <a:r>
              <a:rPr lang="en-CA"/>
              <a:t>Steps</a:t>
            </a:r>
          </a:p>
          <a:p>
            <a:pPr marL="577850" lvl="1" indent="-342900"/>
            <a:r>
              <a:rPr lang="en-CA"/>
              <a:t>Input to the DES is </a:t>
            </a:r>
            <a:r>
              <a:rPr lang="en-CA" b="1"/>
              <a:t>divided into blocks of 64 bits</a:t>
            </a:r>
            <a:r>
              <a:rPr lang="en-CA"/>
              <a:t>.</a:t>
            </a:r>
          </a:p>
          <a:p>
            <a:pPr marL="577850" lvl="1" indent="-342900"/>
            <a:r>
              <a:rPr lang="en-CA"/>
              <a:t>The 64 data bits are permuted by a so-called </a:t>
            </a:r>
            <a:r>
              <a:rPr lang="en-CA" b="1"/>
              <a:t>initial permutation</a:t>
            </a:r>
            <a:r>
              <a:rPr lang="en-CA"/>
              <a:t>.</a:t>
            </a:r>
          </a:p>
          <a:p>
            <a:pPr marL="577850" lvl="1" indent="-342900"/>
            <a:r>
              <a:rPr lang="en-CA"/>
              <a:t>The data bits are </a:t>
            </a:r>
            <a:r>
              <a:rPr lang="en-CA" b="1"/>
              <a:t>transformed by a 64-bit key </a:t>
            </a:r>
            <a:r>
              <a:rPr lang="en-CA"/>
              <a:t>(of which only 56 bits are used).</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49</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83968" y="223966"/>
            <a:ext cx="3744416" cy="663403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7861057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DES (cont.)</a:t>
            </a:r>
          </a:p>
        </p:txBody>
      </p:sp>
      <p:sp>
        <p:nvSpPr>
          <p:cNvPr id="3" name="Content Placeholder 2"/>
          <p:cNvSpPr>
            <a:spLocks noGrp="1"/>
          </p:cNvSpPr>
          <p:nvPr>
            <p:ph sz="quarter" idx="1"/>
          </p:nvPr>
        </p:nvSpPr>
        <p:spPr>
          <a:xfrm>
            <a:off x="457200" y="1600200"/>
            <a:ext cx="3970784" cy="5141168"/>
          </a:xfrm>
        </p:spPr>
        <p:txBody>
          <a:bodyPr>
            <a:normAutofit fontScale="92500"/>
          </a:bodyPr>
          <a:lstStyle/>
          <a:p>
            <a:r>
              <a:rPr lang="en-CA"/>
              <a:t>Steps</a:t>
            </a:r>
          </a:p>
          <a:p>
            <a:pPr marL="577850" lvl="1" indent="-342900"/>
            <a:r>
              <a:rPr lang="en-CA"/>
              <a:t>The </a:t>
            </a:r>
            <a:r>
              <a:rPr lang="en-CA" b="1"/>
              <a:t>key is reduced from 64 bits to 56 bits by dropping bits 8, 16, 24, … 64 </a:t>
            </a:r>
            <a:r>
              <a:rPr lang="en-CA"/>
              <a:t>(where the most significant bit is named bit “1”). These bits are assumed to be parity bits that carry no information in the key.</a:t>
            </a:r>
          </a:p>
          <a:p>
            <a:pPr marL="577850" lvl="1" indent="-342900"/>
            <a:r>
              <a:rPr lang="en-CA"/>
              <a:t>Next begins the sequence of operations known as a cycle.</a:t>
            </a:r>
          </a:p>
          <a:p>
            <a:pPr marL="577850" lvl="1" indent="-342900"/>
            <a:r>
              <a:rPr lang="en-CA"/>
              <a:t>The </a:t>
            </a:r>
            <a:r>
              <a:rPr lang="en-CA" b="1"/>
              <a:t>64 permuted data bits are broken into a left half and a right half of 32 bits each</a:t>
            </a:r>
            <a:r>
              <a:rPr lang="en-CA"/>
              <a: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50</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7984" y="87686"/>
            <a:ext cx="3744416" cy="663403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5161083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DES (cont.)</a:t>
            </a:r>
          </a:p>
        </p:txBody>
      </p:sp>
      <p:sp>
        <p:nvSpPr>
          <p:cNvPr id="3" name="Content Placeholder 2"/>
          <p:cNvSpPr>
            <a:spLocks noGrp="1"/>
          </p:cNvSpPr>
          <p:nvPr>
            <p:ph sz="quarter" idx="1"/>
          </p:nvPr>
        </p:nvSpPr>
        <p:spPr>
          <a:xfrm>
            <a:off x="457200" y="1600200"/>
            <a:ext cx="3970784" cy="5141168"/>
          </a:xfrm>
        </p:spPr>
        <p:txBody>
          <a:bodyPr>
            <a:normAutofit fontScale="92500" lnSpcReduction="20000"/>
          </a:bodyPr>
          <a:lstStyle/>
          <a:p>
            <a:r>
              <a:rPr lang="en-CA"/>
              <a:t>Steps</a:t>
            </a:r>
          </a:p>
          <a:p>
            <a:pPr marL="577850" lvl="1" indent="-342900"/>
            <a:r>
              <a:rPr lang="en-CA"/>
              <a:t>The </a:t>
            </a:r>
            <a:r>
              <a:rPr lang="en-CA" b="1"/>
              <a:t>key is shifted left by a number of bits and permuted</a:t>
            </a:r>
            <a:r>
              <a:rPr lang="en-CA"/>
              <a:t>.</a:t>
            </a:r>
          </a:p>
          <a:p>
            <a:pPr marL="577850" lvl="1" indent="-342900"/>
            <a:r>
              <a:rPr lang="en-CA"/>
              <a:t>The </a:t>
            </a:r>
            <a:r>
              <a:rPr lang="en-CA" b="1"/>
              <a:t>key is combined with the right half, which is then combined with the left half</a:t>
            </a:r>
            <a:r>
              <a:rPr lang="en-CA"/>
              <a:t>.</a:t>
            </a:r>
          </a:p>
          <a:p>
            <a:pPr marL="577850" lvl="1" indent="-342900"/>
            <a:r>
              <a:rPr lang="en-CA"/>
              <a:t>The </a:t>
            </a:r>
            <a:r>
              <a:rPr lang="en-CA" b="1"/>
              <a:t>result</a:t>
            </a:r>
            <a:r>
              <a:rPr lang="en-CA"/>
              <a:t> of these combinations </a:t>
            </a:r>
            <a:r>
              <a:rPr lang="en-CA" b="1"/>
              <a:t>becomes the new right half</a:t>
            </a:r>
            <a:r>
              <a:rPr lang="en-CA"/>
              <a:t>; the </a:t>
            </a:r>
            <a:r>
              <a:rPr lang="en-CA" b="1"/>
              <a:t>old right half becomes the new left half</a:t>
            </a:r>
            <a:r>
              <a:rPr lang="en-CA"/>
              <a:t>.</a:t>
            </a:r>
          </a:p>
          <a:p>
            <a:pPr marL="577850" lvl="1" indent="-342900"/>
            <a:r>
              <a:rPr lang="en-CA"/>
              <a:t>The </a:t>
            </a:r>
            <a:r>
              <a:rPr lang="en-CA" b="1"/>
              <a:t>cycles are repeated 16 times</a:t>
            </a:r>
            <a:r>
              <a:rPr lang="en-CA"/>
              <a:t>. After the last cycle is a </a:t>
            </a:r>
            <a:r>
              <a:rPr lang="en-CA" b="1"/>
              <a:t>final permutation</a:t>
            </a:r>
            <a:r>
              <a:rPr lang="en-CA"/>
              <a:t>, which is the </a:t>
            </a:r>
            <a:r>
              <a:rPr lang="en-CA" b="1"/>
              <a:t>inverse of the initial permutation</a:t>
            </a:r>
            <a:r>
              <a:rPr lang="en-CA"/>
              <a: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51</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7984" y="87686"/>
            <a:ext cx="3744416" cy="663403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70255883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DES (cont.)</a:t>
            </a:r>
          </a:p>
        </p:txBody>
      </p:sp>
      <p:sp>
        <p:nvSpPr>
          <p:cNvPr id="3" name="Content Placeholder 2"/>
          <p:cNvSpPr>
            <a:spLocks noGrp="1"/>
          </p:cNvSpPr>
          <p:nvPr>
            <p:ph sz="quarter" idx="1"/>
          </p:nvPr>
        </p:nvSpPr>
        <p:spPr/>
        <p:txBody>
          <a:bodyPr>
            <a:normAutofit/>
          </a:bodyPr>
          <a:lstStyle/>
          <a:p>
            <a:r>
              <a:rPr lang="en-CA" sz="2000" dirty="0"/>
              <a:t>For a 32-bit right half to be combined with a 64-bit key, two changes are needed. </a:t>
            </a:r>
          </a:p>
          <a:p>
            <a:r>
              <a:rPr lang="en-CA" sz="2000" dirty="0"/>
              <a:t>First, the algorithm expands the 32-bit half to 48 bits by repeating certain bits, while reducing the 56-bit key to 48 bits by choosing only certain bits. These last two operations, called </a:t>
            </a:r>
            <a:r>
              <a:rPr lang="en-CA" sz="2000" b="1" dirty="0"/>
              <a:t>expansion permutations</a:t>
            </a:r>
            <a:r>
              <a:rPr lang="en-CA" sz="2000" dirty="0"/>
              <a:t> and </a:t>
            </a:r>
            <a:r>
              <a:rPr lang="en-CA" sz="2000" b="1" dirty="0"/>
              <a:t>permuted choices</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52</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2416" y="3933056"/>
            <a:ext cx="6919168" cy="259228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5530739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DES (cont.)</a:t>
            </a:r>
          </a:p>
        </p:txBody>
      </p:sp>
      <p:sp>
        <p:nvSpPr>
          <p:cNvPr id="3" name="Content Placeholder 2"/>
          <p:cNvSpPr>
            <a:spLocks noGrp="1"/>
          </p:cNvSpPr>
          <p:nvPr>
            <p:ph sz="quarter" idx="1"/>
          </p:nvPr>
        </p:nvSpPr>
        <p:spPr>
          <a:xfrm>
            <a:off x="457200" y="1600200"/>
            <a:ext cx="3682752" cy="4873752"/>
          </a:xfrm>
        </p:spPr>
        <p:txBody>
          <a:bodyPr>
            <a:normAutofit/>
          </a:bodyPr>
          <a:lstStyle/>
          <a:p>
            <a:r>
              <a:rPr lang="en-CA" sz="2800"/>
              <a:t>Details of Each Cycle of the Algorithm</a:t>
            </a:r>
          </a:p>
          <a:p>
            <a:pPr marL="692150" lvl="1" indent="-234950">
              <a:buFont typeface="+mj-lt"/>
              <a:buAutoNum type="arabicPeriod"/>
            </a:pPr>
            <a:r>
              <a:rPr lang="en-CA" sz="2000"/>
              <a:t>The right half will be the left half of the next cycle.</a:t>
            </a:r>
          </a:p>
          <a:p>
            <a:pPr marL="692150" lvl="1" indent="-234950">
              <a:buFont typeface="+mj-lt"/>
              <a:buAutoNum type="arabicPeriod"/>
            </a:pPr>
            <a:r>
              <a:rPr lang="en-CA" sz="2000"/>
              <a:t>The right half is expanded from 32 bits to 48.</a:t>
            </a:r>
          </a:p>
          <a:p>
            <a:pPr marL="692150" lvl="1" indent="-234950">
              <a:buFont typeface="+mj-lt"/>
              <a:buAutoNum type="arabicPeriod"/>
            </a:pPr>
            <a:r>
              <a:rPr lang="en-CA" sz="2000"/>
              <a:t>Then, it is combined with a form of the key.</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53</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7944" y="980727"/>
            <a:ext cx="4680520" cy="4680521"/>
          </a:xfrm>
          <a:prstGeom prst="rect">
            <a:avLst/>
          </a:prstGeom>
          <a:noFill/>
          <a:extLst>
            <a:ext uri="{909E8E84-426E-40dd-AFC4-6F175D3DCCD1}">
              <a14:hiddenFill xmlns:a14="http://schemas.microsoft.com/office/drawing/2010/main" xmlns="">
                <a:solidFill>
                  <a:srgbClr val="FFFFFF"/>
                </a:solidFill>
              </a14:hiddenFill>
            </a:ext>
          </a:extLst>
        </p:spPr>
      </p:pic>
      <p:cxnSp>
        <p:nvCxnSpPr>
          <p:cNvPr id="7" name="Straight Arrow Connector 6"/>
          <p:cNvCxnSpPr/>
          <p:nvPr/>
        </p:nvCxnSpPr>
        <p:spPr>
          <a:xfrm flipH="1">
            <a:off x="7020272" y="1052736"/>
            <a:ext cx="648072" cy="936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6588224" y="2636912"/>
            <a:ext cx="1008112"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561534" y="1235187"/>
            <a:ext cx="18578" cy="1301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004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righ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right)">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DES (cont.)</a:t>
            </a:r>
          </a:p>
        </p:txBody>
      </p:sp>
      <p:sp>
        <p:nvSpPr>
          <p:cNvPr id="3" name="Content Placeholder 2"/>
          <p:cNvSpPr>
            <a:spLocks noGrp="1"/>
          </p:cNvSpPr>
          <p:nvPr>
            <p:ph sz="quarter" idx="1"/>
          </p:nvPr>
        </p:nvSpPr>
        <p:spPr>
          <a:xfrm>
            <a:off x="457200" y="1600200"/>
            <a:ext cx="3682752" cy="4873752"/>
          </a:xfrm>
        </p:spPr>
        <p:txBody>
          <a:bodyPr>
            <a:normAutofit fontScale="92500" lnSpcReduction="10000"/>
          </a:bodyPr>
          <a:lstStyle/>
          <a:p>
            <a:r>
              <a:rPr lang="en-CA" sz="3200"/>
              <a:t>Details of Each Cycle of the Algorithm (cont.)</a:t>
            </a:r>
          </a:p>
          <a:p>
            <a:pPr marL="692150" lvl="1" indent="-234950">
              <a:buFont typeface="+mj-lt"/>
              <a:buAutoNum type="arabicPeriod" startAt="4"/>
            </a:pPr>
            <a:r>
              <a:rPr lang="en-CA" sz="2400"/>
              <a:t>The result of this operation is then substituted for another result and condensed to 32 bits at the same time. </a:t>
            </a:r>
          </a:p>
          <a:p>
            <a:pPr marL="692150" lvl="1" indent="-234950">
              <a:buFont typeface="+mj-lt"/>
              <a:buAutoNum type="arabicPeriod" startAt="4"/>
            </a:pPr>
            <a:r>
              <a:rPr lang="en-CA" sz="2400"/>
              <a:t>The 32 bits are permuted and then combined with the left half to yield a new right half.</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54</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7944" y="980727"/>
            <a:ext cx="4680520" cy="4680521"/>
          </a:xfrm>
          <a:prstGeom prst="rect">
            <a:avLst/>
          </a:prstGeom>
          <a:noFill/>
          <a:extLst>
            <a:ext uri="{909E8E84-426E-40dd-AFC4-6F175D3DCCD1}">
              <a14:hiddenFill xmlns="" xmlns:a14="http://schemas.microsoft.com/office/drawing/2010/main">
                <a:solidFill>
                  <a:srgbClr val="FFFFFF"/>
                </a:solidFill>
              </a14:hiddenFill>
            </a:ext>
          </a:extLst>
        </p:spPr>
      </p:pic>
      <p:cxnSp>
        <p:nvCxnSpPr>
          <p:cNvPr id="6" name="Straight Arrow Connector 5"/>
          <p:cNvCxnSpPr/>
          <p:nvPr/>
        </p:nvCxnSpPr>
        <p:spPr>
          <a:xfrm flipH="1">
            <a:off x="7120904" y="3248979"/>
            <a:ext cx="1008112"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6915575" y="3757453"/>
            <a:ext cx="1008112"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5126372" y="3757453"/>
            <a:ext cx="1101812" cy="535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6965978" y="4828910"/>
            <a:ext cx="1008112" cy="14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8756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righ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righ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right)">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CA"/>
              <a:t>DES (cont.)</a:t>
            </a:r>
          </a:p>
        </p:txBody>
      </p:sp>
      <p:sp>
        <p:nvSpPr>
          <p:cNvPr id="3" name="Content Placeholder 2"/>
          <p:cNvSpPr>
            <a:spLocks noGrp="1"/>
          </p:cNvSpPr>
          <p:nvPr>
            <p:ph sz="quarter" idx="1"/>
          </p:nvPr>
        </p:nvSpPr>
        <p:spPr>
          <a:xfrm>
            <a:off x="457200" y="1600200"/>
            <a:ext cx="7859216" cy="4873752"/>
          </a:xfrm>
        </p:spPr>
        <p:txBody>
          <a:bodyPr>
            <a:normAutofit/>
          </a:bodyPr>
          <a:lstStyle/>
          <a:p>
            <a:r>
              <a:rPr lang="en-CA"/>
              <a:t>S-Boxes</a:t>
            </a:r>
          </a:p>
          <a:p>
            <a:pPr lvl="1"/>
            <a:r>
              <a:rPr lang="en-CA" sz="2400" b="1"/>
              <a:t>Substitutions are performed by eight S-boxes</a:t>
            </a:r>
            <a:r>
              <a:rPr lang="en-CA" sz="2400"/>
              <a:t>.</a:t>
            </a:r>
          </a:p>
          <a:p>
            <a:pPr lvl="1"/>
            <a:r>
              <a:rPr lang="en-CA" sz="2400"/>
              <a:t>An S-box is a permuted choice function by which </a:t>
            </a:r>
            <a:r>
              <a:rPr lang="en-CA" sz="2400" b="1"/>
              <a:t>six bits of data are replaced by four bits</a:t>
            </a:r>
            <a:r>
              <a:rPr lang="en-CA" sz="2400"/>
              <a:t>.</a:t>
            </a:r>
          </a:p>
          <a:p>
            <a:pPr lvl="1"/>
            <a:r>
              <a:rPr lang="en-CA" sz="2400"/>
              <a:t>The 48-bit input is divided into eight 6-bit blocks, identified as B</a:t>
            </a:r>
            <a:r>
              <a:rPr lang="en-CA" sz="2400" baseline="-25000"/>
              <a:t>1</a:t>
            </a:r>
            <a:r>
              <a:rPr lang="en-CA" sz="2400"/>
              <a:t>B</a:t>
            </a:r>
            <a:r>
              <a:rPr lang="en-CA" sz="2400" baseline="-25000"/>
              <a:t>2</a:t>
            </a:r>
            <a:r>
              <a:rPr lang="en-CA" sz="2400"/>
              <a:t>... B</a:t>
            </a:r>
            <a:r>
              <a:rPr lang="en-CA" sz="2400" baseline="-25000"/>
              <a:t>8</a:t>
            </a:r>
            <a:r>
              <a:rPr lang="en-CA" sz="2400"/>
              <a:t>; </a:t>
            </a:r>
            <a:r>
              <a:rPr lang="en-CA" sz="2400" b="1"/>
              <a:t>block </a:t>
            </a:r>
            <a:r>
              <a:rPr lang="en-CA" sz="2400" b="1" err="1"/>
              <a:t>B</a:t>
            </a:r>
            <a:r>
              <a:rPr lang="en-CA" sz="2400" b="1" baseline="-25000" err="1"/>
              <a:t>j</a:t>
            </a:r>
            <a:r>
              <a:rPr lang="en-CA" sz="2400" b="1"/>
              <a:t> is operated on by S-box </a:t>
            </a:r>
            <a:r>
              <a:rPr lang="en-CA" sz="2400" b="1" err="1"/>
              <a:t>S</a:t>
            </a:r>
            <a:r>
              <a:rPr lang="en-CA" sz="2400" b="1" baseline="-25000" err="1"/>
              <a:t>j</a:t>
            </a:r>
            <a:r>
              <a:rPr lang="en-CA" sz="2400"/>
              <a:t>.</a:t>
            </a:r>
          </a:p>
          <a:p>
            <a:pPr lvl="1"/>
            <a:r>
              <a:rPr lang="en-CA" sz="2400"/>
              <a:t>The S-boxes are substitutions based on a table of 4 rows and 16 columns.</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55</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5616" y="5589240"/>
            <a:ext cx="6408712" cy="1123950"/>
          </a:xfrm>
          <a:prstGeom prst="rect">
            <a:avLst/>
          </a:prstGeom>
        </p:spPr>
      </p:pic>
    </p:spTree>
    <p:extLst>
      <p:ext uri="{BB962C8B-B14F-4D97-AF65-F5344CB8AC3E}">
        <p14:creationId xmlns:p14="http://schemas.microsoft.com/office/powerpoint/2010/main" val="7344820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CA"/>
              <a:t>DES (cont.)</a:t>
            </a:r>
          </a:p>
        </p:txBody>
      </p:sp>
      <p:sp>
        <p:nvSpPr>
          <p:cNvPr id="3" name="Content Placeholder 2"/>
          <p:cNvSpPr>
            <a:spLocks noGrp="1"/>
          </p:cNvSpPr>
          <p:nvPr>
            <p:ph sz="quarter" idx="1"/>
          </p:nvPr>
        </p:nvSpPr>
        <p:spPr/>
        <p:txBody>
          <a:bodyPr>
            <a:normAutofit fontScale="92500"/>
          </a:bodyPr>
          <a:lstStyle/>
          <a:p>
            <a:r>
              <a:rPr lang="en-CA" sz="2800"/>
              <a:t>S-Boxes (cont.)</a:t>
            </a:r>
          </a:p>
          <a:p>
            <a:pPr lvl="1"/>
            <a:r>
              <a:rPr lang="en-CA" sz="2500"/>
              <a:t>Suppose that block </a:t>
            </a:r>
            <a:r>
              <a:rPr lang="en-CA" sz="2500" err="1"/>
              <a:t>B</a:t>
            </a:r>
            <a:r>
              <a:rPr lang="en-CA" sz="2300" baseline="-25000" err="1"/>
              <a:t>j</a:t>
            </a:r>
            <a:r>
              <a:rPr lang="en-CA" sz="2500"/>
              <a:t> is the six bits b</a:t>
            </a:r>
            <a:r>
              <a:rPr lang="en-CA" sz="2300" baseline="-25000"/>
              <a:t>1</a:t>
            </a:r>
            <a:r>
              <a:rPr lang="en-CA" sz="2500"/>
              <a:t>b</a:t>
            </a:r>
            <a:r>
              <a:rPr lang="en-CA" sz="2300" baseline="-25000"/>
              <a:t>2</a:t>
            </a:r>
            <a:r>
              <a:rPr lang="en-CA" sz="2500"/>
              <a:t>b</a:t>
            </a:r>
            <a:r>
              <a:rPr lang="en-CA" sz="2300" baseline="-25000"/>
              <a:t>3</a:t>
            </a:r>
            <a:r>
              <a:rPr lang="en-CA" sz="2500"/>
              <a:t>b</a:t>
            </a:r>
            <a:r>
              <a:rPr lang="en-CA" sz="2300" baseline="-25000"/>
              <a:t>4</a:t>
            </a:r>
            <a:r>
              <a:rPr lang="en-CA" sz="2500"/>
              <a:t>b</a:t>
            </a:r>
            <a:r>
              <a:rPr lang="en-CA" sz="2300" baseline="-25000"/>
              <a:t>5</a:t>
            </a:r>
            <a:r>
              <a:rPr lang="en-CA" sz="2500"/>
              <a:t>b</a:t>
            </a:r>
            <a:r>
              <a:rPr lang="en-CA" sz="2300" baseline="-25000"/>
              <a:t>6</a:t>
            </a:r>
            <a:r>
              <a:rPr lang="en-CA" sz="2500"/>
              <a:t>.</a:t>
            </a:r>
          </a:p>
          <a:p>
            <a:pPr lvl="1"/>
            <a:r>
              <a:rPr lang="en-CA" sz="2500"/>
              <a:t>Bits b</a:t>
            </a:r>
            <a:r>
              <a:rPr lang="en-CA" sz="2300" baseline="-25000"/>
              <a:t>1</a:t>
            </a:r>
            <a:r>
              <a:rPr lang="en-CA" sz="2500"/>
              <a:t> and b</a:t>
            </a:r>
            <a:r>
              <a:rPr lang="en-CA" sz="2300" baseline="-25000"/>
              <a:t>6</a:t>
            </a:r>
            <a:r>
              <a:rPr lang="en-CA" sz="2500"/>
              <a:t>, taken together, form a two-bit binary number b</a:t>
            </a:r>
            <a:r>
              <a:rPr lang="en-CA" sz="2300" baseline="-25000"/>
              <a:t>1</a:t>
            </a:r>
            <a:r>
              <a:rPr lang="en-CA" sz="2500"/>
              <a:t>b</a:t>
            </a:r>
            <a:r>
              <a:rPr lang="en-CA" sz="2300" baseline="-25000"/>
              <a:t>6</a:t>
            </a:r>
            <a:r>
              <a:rPr lang="en-CA" sz="2500"/>
              <a:t>, having a decimal value from 0 to 3. Call this value r. </a:t>
            </a:r>
          </a:p>
          <a:p>
            <a:pPr lvl="1"/>
            <a:r>
              <a:rPr lang="en-CA" sz="2500"/>
              <a:t>Bits b</a:t>
            </a:r>
            <a:r>
              <a:rPr lang="en-CA" sz="2300" baseline="-25000"/>
              <a:t>2</a:t>
            </a:r>
            <a:r>
              <a:rPr lang="en-CA" sz="2500"/>
              <a:t>, b</a:t>
            </a:r>
            <a:r>
              <a:rPr lang="en-CA" sz="2300" baseline="-25000"/>
              <a:t>3</a:t>
            </a:r>
            <a:r>
              <a:rPr lang="en-CA" sz="2500"/>
              <a:t>, b</a:t>
            </a:r>
            <a:r>
              <a:rPr lang="en-CA" sz="2300" baseline="-25000"/>
              <a:t>4</a:t>
            </a:r>
            <a:r>
              <a:rPr lang="en-CA" sz="2500"/>
              <a:t>, and b</a:t>
            </a:r>
            <a:r>
              <a:rPr lang="en-CA" sz="2300" baseline="-25000"/>
              <a:t>5</a:t>
            </a:r>
            <a:r>
              <a:rPr lang="en-CA" sz="2500"/>
              <a:t> taken together form a 4-bit binary number b</a:t>
            </a:r>
            <a:r>
              <a:rPr lang="en-CA" sz="2300" baseline="-25000"/>
              <a:t>2</a:t>
            </a:r>
            <a:r>
              <a:rPr lang="en-CA" sz="2500"/>
              <a:t>b</a:t>
            </a:r>
            <a:r>
              <a:rPr lang="en-CA" sz="2300" baseline="-25000"/>
              <a:t>3</a:t>
            </a:r>
            <a:r>
              <a:rPr lang="en-CA" sz="2500"/>
              <a:t>b</a:t>
            </a:r>
            <a:r>
              <a:rPr lang="en-CA" sz="2300" baseline="-25000"/>
              <a:t>4</a:t>
            </a:r>
            <a:r>
              <a:rPr lang="en-CA" sz="2500"/>
              <a:t>b</a:t>
            </a:r>
            <a:r>
              <a:rPr lang="en-CA" sz="2300" baseline="-25000"/>
              <a:t>5</a:t>
            </a:r>
            <a:r>
              <a:rPr lang="en-CA" sz="2500"/>
              <a:t>, having a decimal value from 0 to 15. Call this value c. </a:t>
            </a:r>
          </a:p>
          <a:p>
            <a:pPr lvl="1"/>
            <a:r>
              <a:rPr lang="en-CA" sz="2500"/>
              <a:t>The substitutions from the S-boxes transform each 6-bit block </a:t>
            </a:r>
            <a:r>
              <a:rPr lang="en-CA" sz="2500" err="1"/>
              <a:t>B</a:t>
            </a:r>
            <a:r>
              <a:rPr lang="en-CA" sz="2300" baseline="-25000" err="1"/>
              <a:t>j</a:t>
            </a:r>
            <a:r>
              <a:rPr lang="en-CA" sz="2500"/>
              <a:t> into the 4-bit result shown in row r, column c of section Si of S-Boxes table.</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56</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5097626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CA"/>
              <a:t>DES (cont.)</a:t>
            </a:r>
          </a:p>
        </p:txBody>
      </p:sp>
      <p:sp>
        <p:nvSpPr>
          <p:cNvPr id="3" name="Content Placeholder 2"/>
          <p:cNvSpPr>
            <a:spLocks noGrp="1"/>
          </p:cNvSpPr>
          <p:nvPr>
            <p:ph sz="quarter" idx="1"/>
          </p:nvPr>
        </p:nvSpPr>
        <p:spPr/>
        <p:txBody>
          <a:bodyPr>
            <a:normAutofit/>
          </a:bodyPr>
          <a:lstStyle/>
          <a:p>
            <a:r>
              <a:rPr lang="en-CA" sz="2000"/>
              <a:t>S-Boxes (cont.)</a:t>
            </a:r>
          </a:p>
          <a:p>
            <a:pPr lvl="1"/>
            <a:r>
              <a:rPr lang="en-CA" sz="1800"/>
              <a:t>For example, assume that block B</a:t>
            </a:r>
            <a:r>
              <a:rPr lang="en-CA" sz="1600" baseline="-25000"/>
              <a:t>7</a:t>
            </a:r>
            <a:r>
              <a:rPr lang="en-CA" sz="1800"/>
              <a:t> in binary is 010011. Then, r = 01 = 1 and c = 1001 = 9. The transformation of block B</a:t>
            </a:r>
            <a:r>
              <a:rPr lang="en-CA" sz="1600" baseline="-25000"/>
              <a:t>7</a:t>
            </a:r>
            <a:r>
              <a:rPr lang="en-CA" sz="1800"/>
              <a:t> is found in row 1, column 9 of section 7 of Table 12-4. The value 3 = 0011 is substituted for the value 010011.</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57</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3140968"/>
            <a:ext cx="6552728" cy="362592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2813" y="4266290"/>
            <a:ext cx="6139888" cy="59340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04961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CA"/>
              <a:t>DES (cont.)</a:t>
            </a:r>
          </a:p>
        </p:txBody>
      </p:sp>
      <p:sp>
        <p:nvSpPr>
          <p:cNvPr id="3" name="Content Placeholder 2"/>
          <p:cNvSpPr>
            <a:spLocks noGrp="1"/>
          </p:cNvSpPr>
          <p:nvPr>
            <p:ph sz="quarter" idx="1"/>
          </p:nvPr>
        </p:nvSpPr>
        <p:spPr/>
        <p:txBody>
          <a:bodyPr>
            <a:normAutofit/>
          </a:bodyPr>
          <a:lstStyle/>
          <a:p>
            <a:r>
              <a:rPr lang="en-CA" sz="2000"/>
              <a:t>P-Boxes</a:t>
            </a:r>
            <a:endParaRPr lang="en-CA" sz="1800"/>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58</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7117" y="2276872"/>
            <a:ext cx="5609767" cy="230425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32853988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60FCC-CB46-1A4E-BE50-C84257766BB2}"/>
              </a:ext>
            </a:extLst>
          </p:cNvPr>
          <p:cNvSpPr>
            <a:spLocks noGrp="1"/>
          </p:cNvSpPr>
          <p:nvPr>
            <p:ph type="title"/>
          </p:nvPr>
        </p:nvSpPr>
        <p:spPr/>
        <p:txBody>
          <a:bodyPr/>
          <a:lstStyle/>
          <a:p>
            <a:r>
              <a:rPr lang="en-US"/>
              <a:t>Modes of Operation</a:t>
            </a:r>
          </a:p>
        </p:txBody>
      </p:sp>
      <p:sp>
        <p:nvSpPr>
          <p:cNvPr id="3" name="Content Placeholder 2">
            <a:extLst>
              <a:ext uri="{FF2B5EF4-FFF2-40B4-BE49-F238E27FC236}">
                <a16:creationId xmlns:a16="http://schemas.microsoft.com/office/drawing/2014/main" id="{13748673-E73F-1946-B24D-83E1579C207C}"/>
              </a:ext>
            </a:extLst>
          </p:cNvPr>
          <p:cNvSpPr>
            <a:spLocks noGrp="1"/>
          </p:cNvSpPr>
          <p:nvPr>
            <p:ph sz="quarter" idx="1"/>
          </p:nvPr>
        </p:nvSpPr>
        <p:spPr/>
        <p:txBody>
          <a:bodyPr/>
          <a:lstStyle/>
          <a:p>
            <a:r>
              <a:rPr lang="en-US"/>
              <a:t>Electronic Code Book (ECB)</a:t>
            </a:r>
          </a:p>
          <a:p>
            <a:pPr lvl="1"/>
            <a:r>
              <a:rPr lang="en-US"/>
              <a:t>Each block is encrypted separately</a:t>
            </a:r>
          </a:p>
        </p:txBody>
      </p:sp>
      <p:sp>
        <p:nvSpPr>
          <p:cNvPr id="4" name="Slide Number Placeholder 3">
            <a:extLst>
              <a:ext uri="{FF2B5EF4-FFF2-40B4-BE49-F238E27FC236}">
                <a16:creationId xmlns:a16="http://schemas.microsoft.com/office/drawing/2014/main" id="{E562BB8F-292F-6741-9CC3-235E4F4911CB}"/>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59</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6" name="Picture 5" descr="Diagram&#10;&#10;Description automatically generated">
            <a:extLst>
              <a:ext uri="{FF2B5EF4-FFF2-40B4-BE49-F238E27FC236}">
                <a16:creationId xmlns:a16="http://schemas.microsoft.com/office/drawing/2014/main" id="{76DFF43D-90E9-314C-B0F0-77E96F8B63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5733" y="2583286"/>
            <a:ext cx="3430533" cy="3411368"/>
          </a:xfrm>
          <a:prstGeom prst="rect">
            <a:avLst/>
          </a:prstGeom>
        </p:spPr>
      </p:pic>
    </p:spTree>
    <p:extLst>
      <p:ext uri="{BB962C8B-B14F-4D97-AF65-F5344CB8AC3E}">
        <p14:creationId xmlns:p14="http://schemas.microsoft.com/office/powerpoint/2010/main" val="37852693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60FCC-CB46-1A4E-BE50-C84257766BB2}"/>
              </a:ext>
            </a:extLst>
          </p:cNvPr>
          <p:cNvSpPr>
            <a:spLocks noGrp="1"/>
          </p:cNvSpPr>
          <p:nvPr>
            <p:ph type="title"/>
          </p:nvPr>
        </p:nvSpPr>
        <p:spPr/>
        <p:txBody>
          <a:bodyPr/>
          <a:lstStyle/>
          <a:p>
            <a:r>
              <a:rPr lang="en-US"/>
              <a:t>Modes of Operation</a:t>
            </a:r>
          </a:p>
        </p:txBody>
      </p:sp>
      <p:sp>
        <p:nvSpPr>
          <p:cNvPr id="3" name="Content Placeholder 2">
            <a:extLst>
              <a:ext uri="{FF2B5EF4-FFF2-40B4-BE49-F238E27FC236}">
                <a16:creationId xmlns:a16="http://schemas.microsoft.com/office/drawing/2014/main" id="{13748673-E73F-1946-B24D-83E1579C207C}"/>
              </a:ext>
            </a:extLst>
          </p:cNvPr>
          <p:cNvSpPr>
            <a:spLocks noGrp="1"/>
          </p:cNvSpPr>
          <p:nvPr>
            <p:ph sz="quarter" idx="1"/>
          </p:nvPr>
        </p:nvSpPr>
        <p:spPr/>
        <p:txBody>
          <a:bodyPr/>
          <a:lstStyle/>
          <a:p>
            <a:r>
              <a:rPr lang="en-US"/>
              <a:t>Chain Block Coding (CBC)</a:t>
            </a:r>
          </a:p>
          <a:p>
            <a:pPr lvl="1"/>
            <a:r>
              <a:rPr lang="en-US"/>
              <a:t>Each block of plaintext is XORed with the previous ciphertext block before being encrypted</a:t>
            </a:r>
          </a:p>
        </p:txBody>
      </p:sp>
      <p:sp>
        <p:nvSpPr>
          <p:cNvPr id="4" name="Slide Number Placeholder 3">
            <a:extLst>
              <a:ext uri="{FF2B5EF4-FFF2-40B4-BE49-F238E27FC236}">
                <a16:creationId xmlns:a16="http://schemas.microsoft.com/office/drawing/2014/main" id="{E562BB8F-292F-6741-9CC3-235E4F4911CB}"/>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60</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7" name="Picture 6" descr="Diagram&#10;&#10;Description automatically generated">
            <a:extLst>
              <a:ext uri="{FF2B5EF4-FFF2-40B4-BE49-F238E27FC236}">
                <a16:creationId xmlns:a16="http://schemas.microsoft.com/office/drawing/2014/main" id="{EF4D4E98-C41A-8440-BCBD-5B5431102B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216" y="2798826"/>
            <a:ext cx="7543800" cy="2476500"/>
          </a:xfrm>
          <a:prstGeom prst="rect">
            <a:avLst/>
          </a:prstGeom>
        </p:spPr>
      </p:pic>
    </p:spTree>
    <p:extLst>
      <p:ext uri="{BB962C8B-B14F-4D97-AF65-F5344CB8AC3E}">
        <p14:creationId xmlns:p14="http://schemas.microsoft.com/office/powerpoint/2010/main" val="36977582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60FCC-CB46-1A4E-BE50-C84257766BB2}"/>
              </a:ext>
            </a:extLst>
          </p:cNvPr>
          <p:cNvSpPr>
            <a:spLocks noGrp="1"/>
          </p:cNvSpPr>
          <p:nvPr>
            <p:ph type="title"/>
          </p:nvPr>
        </p:nvSpPr>
        <p:spPr/>
        <p:txBody>
          <a:bodyPr/>
          <a:lstStyle/>
          <a:p>
            <a:r>
              <a:rPr lang="en-US"/>
              <a:t>Modes of Operation</a:t>
            </a:r>
          </a:p>
        </p:txBody>
      </p:sp>
      <p:sp>
        <p:nvSpPr>
          <p:cNvPr id="3" name="Content Placeholder 2">
            <a:extLst>
              <a:ext uri="{FF2B5EF4-FFF2-40B4-BE49-F238E27FC236}">
                <a16:creationId xmlns:a16="http://schemas.microsoft.com/office/drawing/2014/main" id="{13748673-E73F-1946-B24D-83E1579C207C}"/>
              </a:ext>
            </a:extLst>
          </p:cNvPr>
          <p:cNvSpPr>
            <a:spLocks noGrp="1"/>
          </p:cNvSpPr>
          <p:nvPr>
            <p:ph sz="quarter" idx="1"/>
          </p:nvPr>
        </p:nvSpPr>
        <p:spPr/>
        <p:txBody>
          <a:bodyPr/>
          <a:lstStyle/>
          <a:p>
            <a:r>
              <a:rPr lang="en-US"/>
              <a:t>Cipher Feedback (CFB)</a:t>
            </a:r>
          </a:p>
          <a:p>
            <a:pPr lvl="1"/>
            <a:r>
              <a:rPr lang="en-US"/>
              <a:t>Similar to CBC, but key will first be encrypted and then combined with the plaintext to create ciphertext</a:t>
            </a:r>
          </a:p>
        </p:txBody>
      </p:sp>
      <p:sp>
        <p:nvSpPr>
          <p:cNvPr id="4" name="Slide Number Placeholder 3">
            <a:extLst>
              <a:ext uri="{FF2B5EF4-FFF2-40B4-BE49-F238E27FC236}">
                <a16:creationId xmlns:a16="http://schemas.microsoft.com/office/drawing/2014/main" id="{E562BB8F-292F-6741-9CC3-235E4F4911CB}"/>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61</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7" name="Picture 6">
            <a:extLst>
              <a:ext uri="{FF2B5EF4-FFF2-40B4-BE49-F238E27FC236}">
                <a16:creationId xmlns:a16="http://schemas.microsoft.com/office/drawing/2014/main" id="{4C55C733-B2D6-4D47-81E3-A18D0B0687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2755900"/>
            <a:ext cx="7391400" cy="2501900"/>
          </a:xfrm>
          <a:prstGeom prst="rect">
            <a:avLst/>
          </a:prstGeom>
        </p:spPr>
      </p:pic>
    </p:spTree>
    <p:extLst>
      <p:ext uri="{BB962C8B-B14F-4D97-AF65-F5344CB8AC3E}">
        <p14:creationId xmlns:p14="http://schemas.microsoft.com/office/powerpoint/2010/main" val="1547075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CA"/>
              <a:t>DES (cont.)</a:t>
            </a:r>
          </a:p>
        </p:txBody>
      </p:sp>
      <p:sp>
        <p:nvSpPr>
          <p:cNvPr id="3" name="Content Placeholder 2"/>
          <p:cNvSpPr>
            <a:spLocks noGrp="1"/>
          </p:cNvSpPr>
          <p:nvPr>
            <p:ph sz="quarter" idx="1"/>
          </p:nvPr>
        </p:nvSpPr>
        <p:spPr>
          <a:xfrm>
            <a:off x="457200" y="1628800"/>
            <a:ext cx="8147248" cy="4873752"/>
          </a:xfrm>
        </p:spPr>
        <p:txBody>
          <a:bodyPr>
            <a:normAutofit/>
          </a:bodyPr>
          <a:lstStyle/>
          <a:p>
            <a:r>
              <a:rPr lang="en-CA" sz="3200"/>
              <a:t>Decryption of the DES</a:t>
            </a:r>
          </a:p>
          <a:p>
            <a:pPr lvl="1"/>
            <a:r>
              <a:rPr lang="en-CA" sz="2400"/>
              <a:t>The same DES algorithm is used both for encryption and decryption.</a:t>
            </a:r>
          </a:p>
          <a:p>
            <a:pPr lvl="1"/>
            <a:r>
              <a:rPr lang="en-CA" sz="2400"/>
              <a:t>This result is true because cycle </a:t>
            </a:r>
            <a:r>
              <a:rPr lang="en-CA" sz="2400" i="1">
                <a:latin typeface="Times New Roman"/>
                <a:cs typeface="Times New Roman"/>
              </a:rPr>
              <a:t>j</a:t>
            </a:r>
            <a:r>
              <a:rPr lang="en-CA" sz="2400"/>
              <a:t> derives from cycle (</a:t>
            </a:r>
            <a:r>
              <a:rPr lang="en-CA" sz="2400" i="1">
                <a:latin typeface="Times New Roman"/>
                <a:cs typeface="Times New Roman"/>
              </a:rPr>
              <a:t>j-1</a:t>
            </a:r>
            <a:r>
              <a:rPr lang="en-CA" sz="2400"/>
              <a:t>).</a:t>
            </a:r>
          </a:p>
          <a:p>
            <a:pPr lvl="1"/>
            <a:r>
              <a:rPr lang="en-CA" sz="2400"/>
              <a:t>Keys must be taken in reverse order (k</a:t>
            </a:r>
            <a:r>
              <a:rPr lang="en-CA" sz="2400" baseline="-25000"/>
              <a:t>16</a:t>
            </a:r>
            <a:r>
              <a:rPr lang="en-CA" sz="2400"/>
              <a:t>, k</a:t>
            </a:r>
            <a:r>
              <a:rPr lang="en-CA" sz="2400" baseline="-25000"/>
              <a:t>15</a:t>
            </a:r>
            <a:r>
              <a:rPr lang="en-CA" sz="2400"/>
              <a:t>, ..., k</a:t>
            </a:r>
            <a:r>
              <a:rPr lang="en-CA" sz="2400" baseline="-25000"/>
              <a:t>1</a:t>
            </a:r>
            <a:r>
              <a:rPr lang="en-CA" sz="2400"/>
              <a:t>)</a:t>
            </a:r>
          </a:p>
          <a:p>
            <a:pPr lvl="1"/>
            <a:r>
              <a:rPr lang="en-CA" sz="2400"/>
              <a:t>Key shifts are applied in reverse</a:t>
            </a:r>
          </a:p>
          <a:p>
            <a:pPr marL="365760" lvl="1" indent="0">
              <a:buNone/>
            </a:pPr>
            <a:endParaRPr lang="en-CA" sz="2400"/>
          </a:p>
          <a:p>
            <a:pPr marL="365760" lvl="1" indent="0">
              <a:buNone/>
            </a:pPr>
            <a:r>
              <a:rPr lang="en-CA" sz="2000"/>
              <a:t>First Cycle of Encryption</a:t>
            </a:r>
          </a:p>
          <a:p>
            <a:pPr marL="365760" lvl="1" indent="0">
              <a:buNone/>
            </a:pPr>
            <a:endParaRPr lang="en-CA" sz="2000"/>
          </a:p>
          <a:p>
            <a:pPr marL="365760" lvl="1" indent="0">
              <a:buNone/>
            </a:pPr>
            <a:r>
              <a:rPr lang="en-CA" sz="2000"/>
              <a:t>First Cycle of Decryption </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62</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4" descr="Screen Shot 2015-10-01 at 7.29.42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67944" y="5005040"/>
            <a:ext cx="2705100" cy="533400"/>
          </a:xfrm>
          <a:prstGeom prst="rect">
            <a:avLst/>
          </a:prstGeom>
        </p:spPr>
      </p:pic>
      <p:pic>
        <p:nvPicPr>
          <p:cNvPr id="7" name="Picture 6" descr="Screen Shot 2015-10-06 at 7.47.01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95936" y="5805264"/>
            <a:ext cx="3213100" cy="571500"/>
          </a:xfrm>
          <a:prstGeom prst="rect">
            <a:avLst/>
          </a:prstGeom>
        </p:spPr>
      </p:pic>
    </p:spTree>
    <p:extLst>
      <p:ext uri="{BB962C8B-B14F-4D97-AF65-F5344CB8AC3E}">
        <p14:creationId xmlns:p14="http://schemas.microsoft.com/office/powerpoint/2010/main" val="35355301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13347-82B0-4346-80EF-05630BE15D4F}"/>
              </a:ext>
            </a:extLst>
          </p:cNvPr>
          <p:cNvSpPr>
            <a:spLocks noGrp="1"/>
          </p:cNvSpPr>
          <p:nvPr>
            <p:ph type="title"/>
          </p:nvPr>
        </p:nvSpPr>
        <p:spPr/>
        <p:txBody>
          <a:bodyPr/>
          <a:lstStyle/>
          <a:p>
            <a:r>
              <a:rPr lang="en-US"/>
              <a:t>DES Properties</a:t>
            </a:r>
          </a:p>
        </p:txBody>
      </p:sp>
      <p:sp>
        <p:nvSpPr>
          <p:cNvPr id="3" name="Content Placeholder 2">
            <a:extLst>
              <a:ext uri="{FF2B5EF4-FFF2-40B4-BE49-F238E27FC236}">
                <a16:creationId xmlns:a16="http://schemas.microsoft.com/office/drawing/2014/main" id="{6A294FA4-E3BD-F944-B8F8-2757E97D7E26}"/>
              </a:ext>
            </a:extLst>
          </p:cNvPr>
          <p:cNvSpPr>
            <a:spLocks noGrp="1"/>
          </p:cNvSpPr>
          <p:nvPr>
            <p:ph sz="quarter" idx="1"/>
          </p:nvPr>
        </p:nvSpPr>
        <p:spPr/>
        <p:txBody>
          <a:bodyPr/>
          <a:lstStyle/>
          <a:p>
            <a:r>
              <a:rPr lang="en-US" b="1"/>
              <a:t>Avalanche effect</a:t>
            </a:r>
          </a:p>
          <a:p>
            <a:pPr lvl="1"/>
            <a:r>
              <a:rPr lang="en-US"/>
              <a:t>A small change in the plaintext (or key) should create a significant change in the ciphertext.</a:t>
            </a:r>
          </a:p>
          <a:p>
            <a:pPr marL="365760" lvl="1" indent="0">
              <a:buNone/>
            </a:pPr>
            <a:endParaRPr lang="en-US"/>
          </a:p>
          <a:p>
            <a:r>
              <a:rPr lang="en-US" b="1"/>
              <a:t>Completeness</a:t>
            </a:r>
            <a:endParaRPr lang="en-US"/>
          </a:p>
          <a:p>
            <a:pPr lvl="1"/>
            <a:r>
              <a:rPr lang="en-US"/>
              <a:t>Each bit of the ciphertext needs to depend on many bits on the plaintext. </a:t>
            </a:r>
          </a:p>
        </p:txBody>
      </p:sp>
      <p:sp>
        <p:nvSpPr>
          <p:cNvPr id="4" name="Slide Number Placeholder 3">
            <a:extLst>
              <a:ext uri="{FF2B5EF4-FFF2-40B4-BE49-F238E27FC236}">
                <a16:creationId xmlns:a16="http://schemas.microsoft.com/office/drawing/2014/main" id="{A1BFAFF5-B3FB-F045-BBF4-B9C347C444DA}"/>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63</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35711123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DES (cont.)</a:t>
            </a:r>
          </a:p>
        </p:txBody>
      </p:sp>
      <p:sp>
        <p:nvSpPr>
          <p:cNvPr id="3" name="Content Placeholder 2"/>
          <p:cNvSpPr>
            <a:spLocks noGrp="1"/>
          </p:cNvSpPr>
          <p:nvPr>
            <p:ph sz="quarter" idx="1"/>
          </p:nvPr>
        </p:nvSpPr>
        <p:spPr>
          <a:xfrm>
            <a:off x="457200" y="1600200"/>
            <a:ext cx="8291264" cy="4873752"/>
          </a:xfrm>
        </p:spPr>
        <p:txBody>
          <a:bodyPr>
            <a:normAutofit fontScale="92500" lnSpcReduction="10000"/>
          </a:bodyPr>
          <a:lstStyle/>
          <a:p>
            <a:r>
              <a:rPr lang="en-CA"/>
              <a:t>Security of DES</a:t>
            </a:r>
          </a:p>
          <a:p>
            <a:pPr lvl="1"/>
            <a:r>
              <a:rPr lang="en-CA"/>
              <a:t>In 1990, </a:t>
            </a:r>
            <a:r>
              <a:rPr lang="en-CA" err="1"/>
              <a:t>Biham</a:t>
            </a:r>
            <a:r>
              <a:rPr lang="en-CA"/>
              <a:t> and Shamir showed that </a:t>
            </a:r>
            <a:r>
              <a:rPr lang="en-CA" b="1"/>
              <a:t>almost any change to the algorithm weakens it</a:t>
            </a:r>
            <a:r>
              <a:rPr lang="en-CA"/>
              <a:t>. </a:t>
            </a:r>
          </a:p>
          <a:p>
            <a:pPr lvl="2"/>
            <a:r>
              <a:rPr lang="en-CA"/>
              <a:t>Their changes included</a:t>
            </a:r>
          </a:p>
          <a:p>
            <a:pPr lvl="3"/>
            <a:r>
              <a:rPr lang="en-CA"/>
              <a:t>cutting the number of iterations from 16 to 15</a:t>
            </a:r>
          </a:p>
          <a:p>
            <a:pPr lvl="3"/>
            <a:r>
              <a:rPr lang="en-CA"/>
              <a:t>changing the expansion or substitution rule</a:t>
            </a:r>
          </a:p>
          <a:p>
            <a:pPr lvl="3"/>
            <a:r>
              <a:rPr lang="en-CA"/>
              <a:t>altering the order of an iteration.</a:t>
            </a:r>
          </a:p>
          <a:p>
            <a:pPr lvl="2"/>
            <a:r>
              <a:rPr lang="en-CA"/>
              <a:t>In each case, when they weakened the algorithm, they could break the modified version.</a:t>
            </a:r>
          </a:p>
          <a:p>
            <a:pPr lvl="2"/>
            <a:r>
              <a:rPr lang="en-CA"/>
              <a:t>Thus, it seems as if the design of DES is optimal.</a:t>
            </a:r>
          </a:p>
          <a:p>
            <a:pPr lvl="1"/>
            <a:r>
              <a:rPr lang="en-CA" err="1"/>
              <a:t>Diffie</a:t>
            </a:r>
            <a:r>
              <a:rPr lang="en-CA"/>
              <a:t> and Hellman argued in 1977 that a </a:t>
            </a:r>
            <a:r>
              <a:rPr lang="en-CA" b="1"/>
              <a:t>56-bit key is too short</a:t>
            </a:r>
            <a:r>
              <a:rPr lang="en-CA"/>
              <a:t>.</a:t>
            </a:r>
          </a:p>
          <a:p>
            <a:pPr lvl="1"/>
            <a:r>
              <a:rPr lang="en-CA"/>
              <a:t>In 1997 researchers using over 3,500 machines in parallel were able to infer a DES key in </a:t>
            </a:r>
            <a:r>
              <a:rPr lang="en-CA" b="1"/>
              <a:t>four months</a:t>
            </a:r>
            <a:r>
              <a:rPr lang="en-CA"/>
              <a:t>’ work.</a:t>
            </a:r>
          </a:p>
          <a:p>
            <a:pPr lvl="1"/>
            <a:r>
              <a:rPr lang="en-CA"/>
              <a:t>In 1998 for approximately $100,000, researchers built a special “DES cracker” machine that could find a DES key in approximately </a:t>
            </a:r>
            <a:r>
              <a:rPr lang="en-CA" b="1"/>
              <a:t>four days</a:t>
            </a:r>
            <a:r>
              <a:rPr lang="en-CA"/>
              <a: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64</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1097717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DES (cont.)</a:t>
            </a:r>
          </a:p>
        </p:txBody>
      </p:sp>
      <p:sp>
        <p:nvSpPr>
          <p:cNvPr id="3" name="Content Placeholder 2"/>
          <p:cNvSpPr>
            <a:spLocks noGrp="1"/>
          </p:cNvSpPr>
          <p:nvPr>
            <p:ph sz="quarter" idx="1"/>
          </p:nvPr>
        </p:nvSpPr>
        <p:spPr>
          <a:xfrm>
            <a:off x="457200" y="1600200"/>
            <a:ext cx="7571184" cy="4873752"/>
          </a:xfrm>
        </p:spPr>
        <p:txBody>
          <a:bodyPr>
            <a:normAutofit/>
          </a:bodyPr>
          <a:lstStyle/>
          <a:p>
            <a:r>
              <a:rPr lang="en-CA"/>
              <a:t>Double DES: using two keys</a:t>
            </a:r>
          </a:p>
          <a:p>
            <a:pPr marL="0" indent="0" algn="ctr">
              <a:buNone/>
            </a:pPr>
            <a:r>
              <a:rPr lang="en-CA" i="1"/>
              <a:t>c </a:t>
            </a:r>
            <a:r>
              <a:rPr lang="en-CA"/>
              <a:t>= </a:t>
            </a:r>
            <a:r>
              <a:rPr lang="en-CA" i="1"/>
              <a:t>E</a:t>
            </a:r>
            <a:r>
              <a:rPr lang="en-CA"/>
              <a:t>(</a:t>
            </a:r>
            <a:r>
              <a:rPr lang="en-CA" i="1"/>
              <a:t>k</a:t>
            </a:r>
            <a:r>
              <a:rPr lang="en-CA" i="1" baseline="-25000"/>
              <a:t>2</a:t>
            </a:r>
            <a:r>
              <a:rPr lang="en-CA" baseline="-25000"/>
              <a:t> </a:t>
            </a:r>
            <a:r>
              <a:rPr lang="en-CA"/>
              <a:t>,</a:t>
            </a:r>
            <a:r>
              <a:rPr lang="en-CA" i="1"/>
              <a:t>E</a:t>
            </a:r>
            <a:r>
              <a:rPr lang="en-CA"/>
              <a:t>(</a:t>
            </a:r>
            <a:r>
              <a:rPr lang="en-CA" i="1"/>
              <a:t>k</a:t>
            </a:r>
            <a:r>
              <a:rPr lang="en-CA" i="1" baseline="-25000"/>
              <a:t>1</a:t>
            </a:r>
            <a:r>
              <a:rPr lang="en-CA"/>
              <a:t> ,</a:t>
            </a:r>
            <a:r>
              <a:rPr lang="en-CA" i="1"/>
              <a:t>p</a:t>
            </a:r>
            <a:r>
              <a:rPr lang="en-CA"/>
              <a:t>))</a:t>
            </a:r>
          </a:p>
          <a:p>
            <a:pPr lvl="1"/>
            <a:r>
              <a:rPr lang="en-CA"/>
              <a:t>Meet-in-the-Middle attack shows that actually Double DES gives a strength equivalent to a 57-bit key.</a:t>
            </a:r>
          </a:p>
          <a:p>
            <a:r>
              <a:rPr lang="en-CA"/>
              <a:t>Triple DES: using three keys</a:t>
            </a:r>
          </a:p>
          <a:p>
            <a:pPr marL="0" indent="0" algn="ctr">
              <a:buNone/>
            </a:pPr>
            <a:r>
              <a:rPr lang="en-CA" i="1"/>
              <a:t>c </a:t>
            </a:r>
            <a:r>
              <a:rPr lang="en-CA"/>
              <a:t>= </a:t>
            </a:r>
            <a:r>
              <a:rPr lang="en-CA" i="1"/>
              <a:t>E</a:t>
            </a:r>
            <a:r>
              <a:rPr lang="en-CA"/>
              <a:t>(</a:t>
            </a:r>
            <a:r>
              <a:rPr lang="en-CA" i="1"/>
              <a:t>k</a:t>
            </a:r>
            <a:r>
              <a:rPr lang="en-CA" i="1" baseline="-25000"/>
              <a:t>3</a:t>
            </a:r>
            <a:r>
              <a:rPr lang="en-CA" baseline="-25000"/>
              <a:t> </a:t>
            </a:r>
            <a:r>
              <a:rPr lang="en-CA"/>
              <a:t>,</a:t>
            </a:r>
            <a:r>
              <a:rPr lang="en-CA" i="1"/>
              <a:t>D</a:t>
            </a:r>
            <a:r>
              <a:rPr lang="en-CA"/>
              <a:t>(</a:t>
            </a:r>
            <a:r>
              <a:rPr lang="en-CA" i="1"/>
              <a:t>k</a:t>
            </a:r>
            <a:r>
              <a:rPr lang="en-CA" i="1" baseline="-25000"/>
              <a:t>2</a:t>
            </a:r>
            <a:r>
              <a:rPr lang="en-CA" i="1"/>
              <a:t> ,E</a:t>
            </a:r>
            <a:r>
              <a:rPr lang="en-CA"/>
              <a:t>(</a:t>
            </a:r>
            <a:r>
              <a:rPr lang="en-CA" i="1"/>
              <a:t>k</a:t>
            </a:r>
            <a:r>
              <a:rPr lang="en-CA" i="1" baseline="-25000"/>
              <a:t>1</a:t>
            </a:r>
            <a:r>
              <a:rPr lang="en-CA"/>
              <a:t> ,p)))</a:t>
            </a:r>
          </a:p>
          <a:p>
            <a:pPr lvl="1"/>
            <a:r>
              <a:rPr lang="en-CA"/>
              <a:t>It gives a strength equivalent to a 112-bit key (double DES attack defeats the strength of one of the three keys)</a:t>
            </a:r>
          </a:p>
          <a:p>
            <a:pPr lvl="1"/>
            <a:r>
              <a:rPr lang="en-CA"/>
              <a:t>How about this:</a:t>
            </a:r>
          </a:p>
          <a:p>
            <a:pPr marL="365760" lvl="1" indent="0" algn="ctr">
              <a:buNone/>
            </a:pPr>
            <a:r>
              <a:rPr lang="en-CA" sz="2400" i="1"/>
              <a:t>c </a:t>
            </a:r>
            <a:r>
              <a:rPr lang="en-CA" sz="2400"/>
              <a:t>= </a:t>
            </a:r>
            <a:r>
              <a:rPr lang="en-CA" sz="2400" i="1"/>
              <a:t>E</a:t>
            </a:r>
            <a:r>
              <a:rPr lang="en-CA" sz="2400"/>
              <a:t>(</a:t>
            </a:r>
            <a:r>
              <a:rPr lang="en-CA" sz="2400" i="1"/>
              <a:t>k</a:t>
            </a:r>
            <a:r>
              <a:rPr lang="en-CA" sz="2400" i="1" baseline="-25000"/>
              <a:t>1</a:t>
            </a:r>
            <a:r>
              <a:rPr lang="en-CA" sz="2400" baseline="-25000"/>
              <a:t> </a:t>
            </a:r>
            <a:r>
              <a:rPr lang="en-CA" sz="2400"/>
              <a:t>,</a:t>
            </a:r>
            <a:r>
              <a:rPr lang="en-CA" sz="2400" i="1"/>
              <a:t>D</a:t>
            </a:r>
            <a:r>
              <a:rPr lang="en-CA" sz="2400"/>
              <a:t>(</a:t>
            </a:r>
            <a:r>
              <a:rPr lang="en-CA" sz="2400" i="1"/>
              <a:t>k</a:t>
            </a:r>
            <a:r>
              <a:rPr lang="en-CA" sz="2400" i="1" baseline="-25000"/>
              <a:t>2</a:t>
            </a:r>
            <a:r>
              <a:rPr lang="en-CA" sz="2400" i="1"/>
              <a:t> ,E</a:t>
            </a:r>
            <a:r>
              <a:rPr lang="en-CA" sz="2400"/>
              <a:t>(</a:t>
            </a:r>
            <a:r>
              <a:rPr lang="en-CA" sz="2400" i="1"/>
              <a:t>k</a:t>
            </a:r>
            <a:r>
              <a:rPr lang="en-CA" sz="2400" i="1" baseline="-25000"/>
              <a:t>1</a:t>
            </a:r>
            <a:r>
              <a:rPr lang="en-CA" sz="2400"/>
              <a:t> ,p)))</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65</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37940484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DES (cont.)</a:t>
            </a:r>
          </a:p>
        </p:txBody>
      </p:sp>
      <p:sp>
        <p:nvSpPr>
          <p:cNvPr id="3" name="Content Placeholder 2"/>
          <p:cNvSpPr>
            <a:spLocks noGrp="1"/>
          </p:cNvSpPr>
          <p:nvPr>
            <p:ph sz="quarter" idx="1"/>
          </p:nvPr>
        </p:nvSpPr>
        <p:spPr/>
        <p:txBody>
          <a:bodyPr>
            <a:normAutofit/>
          </a:bodyPr>
          <a:lstStyle/>
          <a:p>
            <a:r>
              <a:rPr lang="en-CA"/>
              <a:t>Weaknesses of the DES</a:t>
            </a:r>
          </a:p>
          <a:p>
            <a:pPr lvl="1"/>
            <a:r>
              <a:rPr lang="en-CA"/>
              <a:t>Complements</a:t>
            </a:r>
          </a:p>
          <a:p>
            <a:pPr lvl="2"/>
            <a:r>
              <a:rPr lang="en-CA"/>
              <a:t>If c = E(k, p) then ¬c = E(¬k, ¬p)</a:t>
            </a:r>
          </a:p>
          <a:p>
            <a:pPr lvl="1"/>
            <a:r>
              <a:rPr lang="en-CA"/>
              <a:t>Weak Keys</a:t>
            </a:r>
          </a:p>
          <a:p>
            <a:pPr lvl="1"/>
            <a:endParaRPr lang="en-CA"/>
          </a:p>
          <a:p>
            <a:pPr lvl="1"/>
            <a:endParaRPr lang="en-CA"/>
          </a:p>
          <a:p>
            <a:pPr lvl="1"/>
            <a:endParaRPr lang="en-CA"/>
          </a:p>
          <a:p>
            <a:pPr lvl="1"/>
            <a:endParaRPr lang="en-CA"/>
          </a:p>
          <a:p>
            <a:pPr lvl="1"/>
            <a:r>
              <a:rPr lang="en-CA"/>
              <a:t>Semi-weak Keys</a:t>
            </a:r>
          </a:p>
          <a:p>
            <a:pPr lvl="2"/>
            <a:r>
              <a:rPr lang="en-CA"/>
              <a:t>Two different keys, k</a:t>
            </a:r>
            <a:r>
              <a:rPr lang="en-CA" baseline="-25000"/>
              <a:t>1</a:t>
            </a:r>
            <a:r>
              <a:rPr lang="en-CA"/>
              <a:t> and k</a:t>
            </a:r>
            <a:r>
              <a:rPr lang="en-CA" baseline="-25000"/>
              <a:t>2</a:t>
            </a:r>
            <a:r>
              <a:rPr lang="en-CA"/>
              <a:t>, for which </a:t>
            </a:r>
          </a:p>
          <a:p>
            <a:pPr marL="731520" lvl="2" indent="0">
              <a:buNone/>
            </a:pPr>
            <a:r>
              <a:rPr lang="en-CA"/>
              <a:t>		c = E(k</a:t>
            </a:r>
            <a:r>
              <a:rPr lang="en-CA" baseline="-25000"/>
              <a:t>1, </a:t>
            </a:r>
            <a:r>
              <a:rPr lang="en-CA"/>
              <a:t>p) and c = E(k</a:t>
            </a:r>
            <a:r>
              <a:rPr lang="en-CA" baseline="-25000"/>
              <a:t>2, </a:t>
            </a:r>
            <a:r>
              <a:rPr lang="en-CA"/>
              <a:t>p)</a:t>
            </a:r>
          </a:p>
          <a:p>
            <a:pPr lvl="2"/>
            <a:endParaRPr lang="en-CA"/>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66</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143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2852936"/>
            <a:ext cx="1914525" cy="16287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 name="Picture 4" descr="Screen Shot 2015-10-01 at 7.37.59 A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0072" y="3212976"/>
            <a:ext cx="2520280" cy="1197374"/>
          </a:xfrm>
          <a:prstGeom prst="rect">
            <a:avLst/>
          </a:prstGeom>
        </p:spPr>
      </p:pic>
    </p:spTree>
    <p:extLst>
      <p:ext uri="{BB962C8B-B14F-4D97-AF65-F5344CB8AC3E}">
        <p14:creationId xmlns:p14="http://schemas.microsoft.com/office/powerpoint/2010/main" val="29695603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Advanced Encryption Standard (AES)</a:t>
            </a:r>
          </a:p>
        </p:txBody>
      </p:sp>
      <p:sp>
        <p:nvSpPr>
          <p:cNvPr id="3" name="Content Placeholder 2"/>
          <p:cNvSpPr>
            <a:spLocks noGrp="1"/>
          </p:cNvSpPr>
          <p:nvPr>
            <p:ph sz="quarter" idx="1"/>
          </p:nvPr>
        </p:nvSpPr>
        <p:spPr/>
        <p:txBody>
          <a:bodyPr>
            <a:normAutofit lnSpcReduction="10000"/>
          </a:bodyPr>
          <a:lstStyle/>
          <a:p>
            <a:r>
              <a:rPr lang="en-CA"/>
              <a:t>In January 1997, NIST called for cryptographers to develop a new encryption system. The algorithms had to be</a:t>
            </a:r>
          </a:p>
          <a:p>
            <a:pPr lvl="1"/>
            <a:r>
              <a:rPr lang="en-CA"/>
              <a:t>Unclassified</a:t>
            </a:r>
          </a:p>
          <a:p>
            <a:pPr lvl="1"/>
            <a:r>
              <a:rPr lang="en-CA"/>
              <a:t>Publicly disclosed</a:t>
            </a:r>
          </a:p>
          <a:p>
            <a:pPr lvl="1"/>
            <a:r>
              <a:rPr lang="en-CA"/>
              <a:t>Available royalty-free for use worldwide</a:t>
            </a:r>
          </a:p>
          <a:p>
            <a:pPr lvl="1"/>
            <a:r>
              <a:rPr lang="en-CA"/>
              <a:t>Symmetric block cipher algorithms, for blocks of 128 bits</a:t>
            </a:r>
          </a:p>
          <a:p>
            <a:pPr lvl="1"/>
            <a:r>
              <a:rPr lang="en-CA"/>
              <a:t>Usable with key sizes of 128, 192, and 256 bits</a:t>
            </a:r>
          </a:p>
          <a:p>
            <a:r>
              <a:rPr lang="en-CA"/>
              <a:t>The winning algorithm, submitted by two Belgian cryptographers, was </a:t>
            </a:r>
            <a:r>
              <a:rPr lang="en-CA" err="1"/>
              <a:t>Rijndael</a:t>
            </a:r>
            <a:r>
              <a:rPr lang="en-CA"/>
              <a:t>.</a:t>
            </a:r>
          </a:p>
          <a:p>
            <a:r>
              <a:rPr lang="en-CA"/>
              <a:t>The AES was adopted for use by the U.S. government in December 2001</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67</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234749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AES (cont.)</a:t>
            </a:r>
          </a:p>
        </p:txBody>
      </p:sp>
      <p:sp>
        <p:nvSpPr>
          <p:cNvPr id="3" name="Content Placeholder 2"/>
          <p:cNvSpPr>
            <a:spLocks noGrp="1"/>
          </p:cNvSpPr>
          <p:nvPr>
            <p:ph sz="quarter" idx="1"/>
          </p:nvPr>
        </p:nvSpPr>
        <p:spPr/>
        <p:txBody>
          <a:bodyPr>
            <a:normAutofit/>
          </a:bodyPr>
          <a:lstStyle/>
          <a:p>
            <a:r>
              <a:rPr lang="en-CA"/>
              <a:t>The criteria for selection of the five finalists were</a:t>
            </a:r>
          </a:p>
          <a:p>
            <a:pPr lvl="1"/>
            <a:r>
              <a:rPr lang="en-CA"/>
              <a:t>Security</a:t>
            </a:r>
          </a:p>
          <a:p>
            <a:pPr lvl="1"/>
            <a:r>
              <a:rPr lang="en-CA"/>
              <a:t>Cost</a:t>
            </a:r>
          </a:p>
          <a:p>
            <a:pPr lvl="1"/>
            <a:r>
              <a:rPr lang="en-CA"/>
              <a:t>Algorithm and implementation characteristics</a:t>
            </a:r>
          </a:p>
          <a:p>
            <a:r>
              <a:rPr lang="en-CA"/>
              <a:t>It primarily uses</a:t>
            </a:r>
          </a:p>
          <a:p>
            <a:pPr lvl="1"/>
            <a:r>
              <a:rPr lang="en-CA"/>
              <a:t>Substitution</a:t>
            </a:r>
          </a:p>
          <a:p>
            <a:pPr lvl="1"/>
            <a:r>
              <a:rPr lang="en-CA"/>
              <a:t>Transposition</a:t>
            </a:r>
          </a:p>
          <a:p>
            <a:pPr lvl="1"/>
            <a:r>
              <a:rPr lang="en-CA"/>
              <a:t>Shift, exclusive OR, and </a:t>
            </a:r>
          </a:p>
          <a:p>
            <a:pPr lvl="1"/>
            <a:r>
              <a:rPr lang="en-CA"/>
              <a:t>Addition operations</a:t>
            </a:r>
          </a:p>
          <a:p>
            <a:r>
              <a:rPr lang="en-CA"/>
              <a:t>Like DES, AES uses repeat cycles. There are 10, 12, or 14 cycles for keys of 128, 192, and 256 bits</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68</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4838767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AES (cont.)</a:t>
            </a:r>
          </a:p>
        </p:txBody>
      </p:sp>
      <p:sp>
        <p:nvSpPr>
          <p:cNvPr id="3" name="Content Placeholder 2"/>
          <p:cNvSpPr>
            <a:spLocks noGrp="1"/>
          </p:cNvSpPr>
          <p:nvPr>
            <p:ph sz="quarter" idx="1"/>
          </p:nvPr>
        </p:nvSpPr>
        <p:spPr/>
        <p:txBody>
          <a:bodyPr>
            <a:normAutofit/>
          </a:bodyPr>
          <a:lstStyle/>
          <a:p>
            <a:r>
              <a:rPr lang="en-CA"/>
              <a:t>A block cipher of block size 128 bits.</a:t>
            </a:r>
          </a:p>
          <a:p>
            <a:r>
              <a:rPr lang="en-CA"/>
              <a:t>The key length can be 128, 192, or 256 bits.</a:t>
            </a:r>
          </a:p>
          <a:p>
            <a:r>
              <a:rPr lang="en-CA"/>
              <a:t>A substitution-permutation cipher involving </a:t>
            </a:r>
            <a:r>
              <a:rPr lang="en-CA" i="1"/>
              <a:t>n</a:t>
            </a:r>
            <a:r>
              <a:rPr lang="en-CA"/>
              <a:t> rounds, where </a:t>
            </a:r>
            <a:r>
              <a:rPr lang="en-CA" i="1"/>
              <a:t>n</a:t>
            </a:r>
            <a:r>
              <a:rPr lang="en-CA"/>
              <a:t> depends on the key length.</a:t>
            </a:r>
          </a:p>
          <a:p>
            <a:pPr lvl="1"/>
            <a:r>
              <a:rPr lang="en-CA"/>
              <a:t>For key length 128, 10 rounds are used</a:t>
            </a:r>
          </a:p>
          <a:p>
            <a:pPr lvl="1"/>
            <a:r>
              <a:rPr lang="en-CA"/>
              <a:t>For 192, 12</a:t>
            </a:r>
          </a:p>
          <a:p>
            <a:pPr lvl="1"/>
            <a:r>
              <a:rPr lang="en-CA"/>
              <a:t>For 256, 14</a:t>
            </a:r>
          </a:p>
          <a:p>
            <a:r>
              <a:rPr lang="en-CA"/>
              <a:t>A 128-bit block is represented as a 4 × 4 matrix, “state”</a:t>
            </a:r>
          </a:p>
          <a:p>
            <a:r>
              <a:rPr lang="en-CA"/>
              <a:t>State is shown as the matrix s[0,0],..., s[3,3].</a:t>
            </a:r>
          </a:p>
          <a:p>
            <a:r>
              <a:rPr lang="en-CA"/>
              <a:t>The state is filled from the input in columns</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69</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9472031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AES (cont.)</a:t>
            </a:r>
          </a:p>
        </p:txBody>
      </p:sp>
      <p:sp>
        <p:nvSpPr>
          <p:cNvPr id="3" name="Content Placeholder 2"/>
          <p:cNvSpPr>
            <a:spLocks noGrp="1"/>
          </p:cNvSpPr>
          <p:nvPr>
            <p:ph sz="quarter" idx="1"/>
          </p:nvPr>
        </p:nvSpPr>
        <p:spPr/>
        <p:txBody>
          <a:bodyPr>
            <a:normAutofit/>
          </a:bodyPr>
          <a:lstStyle/>
          <a:p>
            <a:r>
              <a:rPr lang="en-CA"/>
              <a:t>Example: </a:t>
            </a:r>
          </a:p>
          <a:p>
            <a:pPr lvl="1"/>
            <a:r>
              <a:rPr lang="en-CA"/>
              <a:t>Input: 16 bytes b</a:t>
            </a:r>
            <a:r>
              <a:rPr lang="en-CA" baseline="-25000"/>
              <a:t>0</a:t>
            </a:r>
            <a:r>
              <a:rPr lang="en-CA"/>
              <a:t>, b</a:t>
            </a:r>
            <a:r>
              <a:rPr lang="en-CA" baseline="-25000"/>
              <a:t>1</a:t>
            </a:r>
            <a:r>
              <a:rPr lang="en-CA"/>
              <a:t>, b</a:t>
            </a:r>
            <a:r>
              <a:rPr lang="en-CA" baseline="-25000"/>
              <a:t>2</a:t>
            </a:r>
            <a:r>
              <a:rPr lang="en-CA"/>
              <a:t>, b</a:t>
            </a:r>
            <a:r>
              <a:rPr lang="en-CA" baseline="-25000"/>
              <a:t>3</a:t>
            </a:r>
            <a:r>
              <a:rPr lang="en-CA"/>
              <a:t>,..., b</a:t>
            </a:r>
            <a:r>
              <a:rPr lang="en-CA" baseline="-25000"/>
              <a:t>15</a:t>
            </a:r>
            <a:r>
              <a:rPr lang="en-CA"/>
              <a:t>. These bytes are then represented in the state as the following table</a:t>
            </a:r>
          </a:p>
          <a:p>
            <a:pPr lvl="1"/>
            <a:r>
              <a:rPr lang="en-CA"/>
              <a:t>Some operations are performed on columns of the state, and some on rows</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70</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1121" y="3717032"/>
            <a:ext cx="6981758" cy="230425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13006289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AES (cont.)</a:t>
            </a:r>
          </a:p>
        </p:txBody>
      </p:sp>
      <p:sp>
        <p:nvSpPr>
          <p:cNvPr id="3" name="Content Placeholder 2"/>
          <p:cNvSpPr>
            <a:spLocks noGrp="1"/>
          </p:cNvSpPr>
          <p:nvPr>
            <p:ph sz="quarter" idx="1"/>
          </p:nvPr>
        </p:nvSpPr>
        <p:spPr>
          <a:xfrm>
            <a:off x="251520" y="1600200"/>
            <a:ext cx="3096344" cy="4873752"/>
          </a:xfrm>
        </p:spPr>
        <p:txBody>
          <a:bodyPr>
            <a:normAutofit/>
          </a:bodyPr>
          <a:lstStyle/>
          <a:p>
            <a:r>
              <a:rPr lang="en-CA"/>
              <a:t>Each cycle consists of four steps.</a:t>
            </a:r>
          </a:p>
          <a:p>
            <a:pPr marL="623888" lvl="1" indent="-258763">
              <a:buFont typeface="+mj-lt"/>
              <a:buAutoNum type="arabicPeriod"/>
            </a:pPr>
            <a:r>
              <a:rPr lang="en-CA"/>
              <a:t>Byte substitution: Using S-Boxes substituting each byte of a 128-bit block according to a substitution table. (Confusion)</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71</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188640"/>
            <a:ext cx="4752528" cy="654278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Oval 5">
            <a:extLst>
              <a:ext uri="{FF2B5EF4-FFF2-40B4-BE49-F238E27FC236}">
                <a16:creationId xmlns:a16="http://schemas.microsoft.com/office/drawing/2014/main" id="{62A2D219-AEEC-DC48-A20D-953AAF838F84}"/>
              </a:ext>
            </a:extLst>
          </p:cNvPr>
          <p:cNvSpPr/>
          <p:nvPr/>
        </p:nvSpPr>
        <p:spPr>
          <a:xfrm>
            <a:off x="6914606" y="818606"/>
            <a:ext cx="1071154" cy="4789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Tree>
    <p:extLst>
      <p:ext uri="{BB962C8B-B14F-4D97-AF65-F5344CB8AC3E}">
        <p14:creationId xmlns:p14="http://schemas.microsoft.com/office/powerpoint/2010/main" val="12361135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AES (cont.)</a:t>
            </a:r>
          </a:p>
        </p:txBody>
      </p:sp>
      <p:sp>
        <p:nvSpPr>
          <p:cNvPr id="3" name="Content Placeholder 2"/>
          <p:cNvSpPr>
            <a:spLocks noGrp="1"/>
          </p:cNvSpPr>
          <p:nvPr>
            <p:ph sz="quarter" idx="1"/>
          </p:nvPr>
        </p:nvSpPr>
        <p:spPr>
          <a:xfrm>
            <a:off x="251520" y="1600200"/>
            <a:ext cx="3096344" cy="4873752"/>
          </a:xfrm>
        </p:spPr>
        <p:txBody>
          <a:bodyPr>
            <a:normAutofit fontScale="92500"/>
          </a:bodyPr>
          <a:lstStyle/>
          <a:p>
            <a:r>
              <a:rPr lang="en-CA"/>
              <a:t>Each cycle consists of four steps.</a:t>
            </a:r>
          </a:p>
          <a:p>
            <a:pPr marL="627063" lvl="1" indent="-261938">
              <a:buFont typeface="+mj-lt"/>
              <a:buAutoNum type="arabicPeriod" startAt="2"/>
            </a:pPr>
            <a:r>
              <a:rPr lang="en-CA"/>
              <a:t>Shift row: A transposition step. </a:t>
            </a:r>
          </a:p>
          <a:p>
            <a:pPr marL="858838" lvl="2" indent="-219075">
              <a:buFont typeface="+mj-lt"/>
              <a:buAutoNum type="arabicPeriod"/>
            </a:pPr>
            <a:r>
              <a:rPr lang="en-CA"/>
              <a:t>For 128- and 192-bit block sizes, row n is shifted left circular (n - 1) bytes</a:t>
            </a:r>
          </a:p>
          <a:p>
            <a:pPr marL="858838" lvl="2" indent="-219075">
              <a:buFont typeface="+mj-lt"/>
              <a:buAutoNum type="arabicPeriod"/>
            </a:pPr>
            <a:r>
              <a:rPr lang="en-CA"/>
              <a:t>For 256-bit blocks, row 2 is shifted 1 byte and rows 3 and 4 are shifted 3 and 4 bytes, respectively. (Diffusion)</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72</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188640"/>
            <a:ext cx="4752528" cy="654278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Oval 5">
            <a:extLst>
              <a:ext uri="{FF2B5EF4-FFF2-40B4-BE49-F238E27FC236}">
                <a16:creationId xmlns:a16="http://schemas.microsoft.com/office/drawing/2014/main" id="{5E48FE08-A062-F640-B16D-3BC54E9AC0F2}"/>
              </a:ext>
            </a:extLst>
          </p:cNvPr>
          <p:cNvSpPr/>
          <p:nvPr/>
        </p:nvSpPr>
        <p:spPr>
          <a:xfrm>
            <a:off x="6940732" y="1600200"/>
            <a:ext cx="1071154" cy="47897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Tree>
    <p:extLst>
      <p:ext uri="{BB962C8B-B14F-4D97-AF65-F5344CB8AC3E}">
        <p14:creationId xmlns:p14="http://schemas.microsoft.com/office/powerpoint/2010/main" val="7885388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AES (cont.)</a:t>
            </a:r>
          </a:p>
        </p:txBody>
      </p:sp>
      <p:sp>
        <p:nvSpPr>
          <p:cNvPr id="3" name="Content Placeholder 2"/>
          <p:cNvSpPr>
            <a:spLocks noGrp="1"/>
          </p:cNvSpPr>
          <p:nvPr>
            <p:ph sz="quarter" idx="1"/>
          </p:nvPr>
        </p:nvSpPr>
        <p:spPr>
          <a:xfrm>
            <a:off x="251520" y="1600200"/>
            <a:ext cx="3096344" cy="4873752"/>
          </a:xfrm>
        </p:spPr>
        <p:txBody>
          <a:bodyPr>
            <a:normAutofit/>
          </a:bodyPr>
          <a:lstStyle/>
          <a:p>
            <a:r>
              <a:rPr lang="en-CA"/>
              <a:t>Each cycle consists of four steps.</a:t>
            </a:r>
          </a:p>
          <a:p>
            <a:pPr marL="627063" lvl="1" indent="-261938">
              <a:buFont typeface="+mj-lt"/>
              <a:buAutoNum type="arabicPeriod" startAt="3"/>
            </a:pPr>
            <a:r>
              <a:rPr lang="en-CA"/>
              <a:t>Mix column: Shifting left and </a:t>
            </a:r>
            <a:r>
              <a:rPr lang="en-CA" err="1"/>
              <a:t>XORing</a:t>
            </a:r>
            <a:r>
              <a:rPr lang="en-CA"/>
              <a:t> bits with themselves. (both confusion and diffusion)</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73</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188640"/>
            <a:ext cx="4752528" cy="654278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Oval 5">
            <a:extLst>
              <a:ext uri="{FF2B5EF4-FFF2-40B4-BE49-F238E27FC236}">
                <a16:creationId xmlns:a16="http://schemas.microsoft.com/office/drawing/2014/main" id="{5A9543C0-B707-0541-918F-E32E34130D2C}"/>
              </a:ext>
            </a:extLst>
          </p:cNvPr>
          <p:cNvSpPr/>
          <p:nvPr/>
        </p:nvSpPr>
        <p:spPr>
          <a:xfrm>
            <a:off x="6853646" y="3797590"/>
            <a:ext cx="1275370" cy="63507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Tree>
    <p:extLst>
      <p:ext uri="{BB962C8B-B14F-4D97-AF65-F5344CB8AC3E}">
        <p14:creationId xmlns:p14="http://schemas.microsoft.com/office/powerpoint/2010/main" val="4786965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AES (cont.)</a:t>
            </a:r>
          </a:p>
        </p:txBody>
      </p:sp>
      <p:sp>
        <p:nvSpPr>
          <p:cNvPr id="3" name="Content Placeholder 2"/>
          <p:cNvSpPr>
            <a:spLocks noGrp="1"/>
          </p:cNvSpPr>
          <p:nvPr>
            <p:ph sz="quarter" idx="1"/>
          </p:nvPr>
        </p:nvSpPr>
        <p:spPr>
          <a:xfrm>
            <a:off x="251520" y="1600200"/>
            <a:ext cx="3024336" cy="4873752"/>
          </a:xfrm>
        </p:spPr>
        <p:txBody>
          <a:bodyPr>
            <a:normAutofit/>
          </a:bodyPr>
          <a:lstStyle/>
          <a:p>
            <a:r>
              <a:rPr lang="en-CA"/>
              <a:t>Each cycle consists of four steps.</a:t>
            </a:r>
          </a:p>
          <a:p>
            <a:pPr marL="627063" lvl="1" indent="-261938">
              <a:buFont typeface="+mj-lt"/>
              <a:buAutoNum type="arabicPeriod" startAt="4"/>
            </a:pPr>
            <a:r>
              <a:rPr lang="en-CA"/>
              <a:t>Add </a:t>
            </a:r>
            <a:r>
              <a:rPr lang="en-CA" err="1"/>
              <a:t>subkey</a:t>
            </a:r>
            <a:r>
              <a:rPr lang="en-CA"/>
              <a:t>: A portion of the key unique to this cycle is </a:t>
            </a:r>
            <a:r>
              <a:rPr lang="en-CA" err="1"/>
              <a:t>XORed</a:t>
            </a:r>
            <a:r>
              <a:rPr lang="en-CA"/>
              <a:t> with the cycle result. (confusion and incorporating the key)</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74</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188640"/>
            <a:ext cx="4752528" cy="6542782"/>
          </a:xfrm>
          <a:prstGeom prst="rect">
            <a:avLst/>
          </a:prstGeom>
          <a:noFill/>
          <a:extLst>
            <a:ext uri="{909E8E84-426E-40dd-AFC4-6F175D3DCCD1}">
              <a14:hiddenFill xmlns:a14="http://schemas.microsoft.com/office/drawing/2010/main" xmlns="">
                <a:solidFill>
                  <a:srgbClr val="FFFFFF"/>
                </a:solidFill>
              </a14:hiddenFill>
            </a:ext>
          </a:extLst>
        </p:spPr>
      </p:pic>
      <p:sp>
        <p:nvSpPr>
          <p:cNvPr id="6" name="Oval 5">
            <a:extLst>
              <a:ext uri="{FF2B5EF4-FFF2-40B4-BE49-F238E27FC236}">
                <a16:creationId xmlns:a16="http://schemas.microsoft.com/office/drawing/2014/main" id="{5A8E7173-2F83-2A4C-9624-6408169066A5}"/>
              </a:ext>
            </a:extLst>
          </p:cNvPr>
          <p:cNvSpPr/>
          <p:nvPr/>
        </p:nvSpPr>
        <p:spPr>
          <a:xfrm>
            <a:off x="6853646" y="5723324"/>
            <a:ext cx="1318754" cy="616516"/>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Schoolbook"/>
              <a:ea typeface="+mn-ea"/>
              <a:cs typeface="+mn-cs"/>
            </a:endParaRPr>
          </a:p>
        </p:txBody>
      </p:sp>
    </p:spTree>
    <p:extLst>
      <p:ext uri="{BB962C8B-B14F-4D97-AF65-F5344CB8AC3E}">
        <p14:creationId xmlns:p14="http://schemas.microsoft.com/office/powerpoint/2010/main" val="40800018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CA"/>
              <a:t>Comparison of DES and AES</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75</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1660" y="962160"/>
            <a:ext cx="6120680" cy="585121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14038147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Mathematics</a:t>
            </a:r>
          </a:p>
        </p:txBody>
      </p:sp>
      <p:sp>
        <p:nvSpPr>
          <p:cNvPr id="3" name="Content Placeholder 2"/>
          <p:cNvSpPr>
            <a:spLocks noGrp="1"/>
          </p:cNvSpPr>
          <p:nvPr>
            <p:ph sz="quarter" idx="1"/>
          </p:nvPr>
        </p:nvSpPr>
        <p:spPr/>
        <p:txBody>
          <a:bodyPr>
            <a:noAutofit/>
          </a:bodyPr>
          <a:lstStyle/>
          <a:p>
            <a:r>
              <a:rPr lang="en-CA" sz="1800"/>
              <a:t>Greatest Common Divisor (GCD)</a:t>
            </a:r>
          </a:p>
          <a:p>
            <a:pPr lvl="1"/>
            <a:r>
              <a:rPr lang="en-CA" sz="1600"/>
              <a:t>GCD of two integers, is the largest positive integer that divides the numbers without a remainder</a:t>
            </a:r>
          </a:p>
          <a:p>
            <a:r>
              <a:rPr lang="en-CA" sz="1800"/>
              <a:t>Euclidean Algorithm</a:t>
            </a:r>
          </a:p>
          <a:p>
            <a:pPr marL="1787525" indent="0">
              <a:buNone/>
            </a:pPr>
            <a:r>
              <a:rPr lang="en-US" sz="1100">
                <a:latin typeface="PT Mono"/>
                <a:cs typeface="PT Mono"/>
              </a:rPr>
              <a:t>(define (</a:t>
            </a:r>
            <a:r>
              <a:rPr lang="en-US" sz="1100" err="1">
                <a:latin typeface="PT Mono"/>
                <a:cs typeface="PT Mono"/>
              </a:rPr>
              <a:t>gcd</a:t>
            </a:r>
            <a:r>
              <a:rPr lang="en-US" sz="1100">
                <a:latin typeface="PT Mono"/>
                <a:cs typeface="PT Mono"/>
              </a:rPr>
              <a:t> a b)</a:t>
            </a:r>
          </a:p>
          <a:p>
            <a:pPr marL="1787525" indent="0">
              <a:buNone/>
            </a:pPr>
            <a:r>
              <a:rPr lang="en-US" sz="1100">
                <a:latin typeface="PT Mono"/>
                <a:cs typeface="PT Mono"/>
              </a:rPr>
              <a:t>  (if (= b 0)</a:t>
            </a:r>
          </a:p>
          <a:p>
            <a:pPr marL="1787525" indent="0">
              <a:buNone/>
            </a:pPr>
            <a:r>
              <a:rPr lang="en-US" sz="1100">
                <a:latin typeface="PT Mono"/>
                <a:cs typeface="PT Mono"/>
              </a:rPr>
              <a:t>      a</a:t>
            </a:r>
          </a:p>
          <a:p>
            <a:pPr marL="1787525" indent="0">
              <a:buNone/>
            </a:pPr>
            <a:r>
              <a:rPr lang="en-US" sz="1100">
                <a:latin typeface="PT Mono"/>
                <a:cs typeface="PT Mono"/>
              </a:rPr>
              <a:t>      (</a:t>
            </a:r>
            <a:r>
              <a:rPr lang="en-US" sz="1100" err="1">
                <a:latin typeface="PT Mono"/>
                <a:cs typeface="PT Mono"/>
              </a:rPr>
              <a:t>gcd</a:t>
            </a:r>
            <a:r>
              <a:rPr lang="en-US" sz="1100">
                <a:latin typeface="PT Mono"/>
                <a:cs typeface="PT Mono"/>
              </a:rPr>
              <a:t> b (remainder a b))))</a:t>
            </a:r>
            <a:endParaRPr lang="en-CA" sz="1100">
              <a:latin typeface="PT Mono"/>
              <a:cs typeface="PT Mono"/>
            </a:endParaRPr>
          </a:p>
          <a:p>
            <a:r>
              <a:rPr lang="en-CA" sz="1800"/>
              <a:t>Modular Arithmetic</a:t>
            </a:r>
          </a:p>
          <a:p>
            <a:r>
              <a:rPr lang="en-CA" sz="1800"/>
              <a:t>Computing Inverses</a:t>
            </a:r>
          </a:p>
          <a:p>
            <a:pPr lvl="1"/>
            <a:r>
              <a:rPr lang="en-CA" sz="1800"/>
              <a:t>For any prime </a:t>
            </a:r>
            <a:r>
              <a:rPr lang="en-CA" sz="1800" i="1"/>
              <a:t>p</a:t>
            </a:r>
            <a:r>
              <a:rPr lang="en-CA" sz="1800"/>
              <a:t> and any element </a:t>
            </a:r>
            <a:r>
              <a:rPr lang="en-CA" sz="1800" i="1"/>
              <a:t>a </a:t>
            </a:r>
            <a:r>
              <a:rPr lang="en-CA" sz="1800"/>
              <a:t>&lt; </a:t>
            </a:r>
            <a:r>
              <a:rPr lang="en-CA" sz="1800" i="1"/>
              <a:t>p , the inverse of a </a:t>
            </a:r>
            <a:r>
              <a:rPr lang="en-CA" sz="1800"/>
              <a:t>is an element </a:t>
            </a:r>
            <a:r>
              <a:rPr lang="en-CA" sz="1800" i="1"/>
              <a:t>x </a:t>
            </a:r>
            <a:r>
              <a:rPr lang="en-CA" sz="1800"/>
              <a:t>such that:</a:t>
            </a:r>
          </a:p>
          <a:p>
            <a:pPr marL="0" indent="0" algn="ctr">
              <a:buNone/>
            </a:pPr>
            <a:r>
              <a:rPr lang="en-CA" sz="1800" i="1" err="1"/>
              <a:t>ax</a:t>
            </a:r>
            <a:r>
              <a:rPr lang="en-CA" sz="1800"/>
              <a:t> mod </a:t>
            </a:r>
            <a:r>
              <a:rPr lang="en-CA" sz="1800" i="1"/>
              <a:t>p</a:t>
            </a:r>
            <a:r>
              <a:rPr lang="en-CA" sz="1800"/>
              <a:t> = </a:t>
            </a:r>
            <a:r>
              <a:rPr lang="en-CA" sz="1800" i="1"/>
              <a:t>1</a:t>
            </a:r>
            <a:endParaRPr lang="en-CA" sz="1800"/>
          </a:p>
          <a:p>
            <a:r>
              <a:rPr lang="en-CA" sz="1800"/>
              <a:t>Fermat’s Theorem</a:t>
            </a:r>
          </a:p>
          <a:p>
            <a:pPr lvl="1"/>
            <a:r>
              <a:rPr lang="en-CA" sz="1800"/>
              <a:t>For any prime </a:t>
            </a:r>
            <a:r>
              <a:rPr lang="en-CA" sz="1800" i="1"/>
              <a:t>p</a:t>
            </a:r>
            <a:r>
              <a:rPr lang="en-CA" sz="1800"/>
              <a:t> and any element </a:t>
            </a:r>
            <a:r>
              <a:rPr lang="en-CA" sz="1800" i="1"/>
              <a:t>a </a:t>
            </a:r>
            <a:r>
              <a:rPr lang="en-CA" sz="1800"/>
              <a:t>&lt; </a:t>
            </a:r>
            <a:r>
              <a:rPr lang="en-CA" sz="1800" i="1"/>
              <a:t>p </a:t>
            </a:r>
            <a:r>
              <a:rPr lang="en-CA" sz="1800"/>
              <a:t>:</a:t>
            </a:r>
          </a:p>
          <a:p>
            <a:pPr marL="0" indent="0" algn="ctr">
              <a:buNone/>
            </a:pPr>
            <a:r>
              <a:rPr lang="en-CA" sz="1800" i="1"/>
              <a:t>a </a:t>
            </a:r>
            <a:r>
              <a:rPr lang="en-CA" sz="1800" i="1" baseline="30000"/>
              <a:t>p-1</a:t>
            </a:r>
            <a:r>
              <a:rPr lang="en-CA" sz="1800"/>
              <a:t> mod </a:t>
            </a:r>
            <a:r>
              <a:rPr lang="en-CA" sz="1800" i="1"/>
              <a:t>p</a:t>
            </a:r>
            <a:r>
              <a:rPr lang="en-CA" sz="1800"/>
              <a:t> = </a:t>
            </a:r>
            <a:r>
              <a:rPr lang="en-CA" sz="1800" i="1"/>
              <a:t>1</a:t>
            </a:r>
            <a:r>
              <a:rPr lang="en-CA" sz="1800"/>
              <a:t> </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76</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363ED5C-1471-53D1-4E0C-002F6D37DD82}"/>
                  </a:ext>
                </a:extLst>
              </p14:cNvPr>
              <p14:cNvContentPartPr/>
              <p14:nvPr/>
            </p14:nvContentPartPr>
            <p14:xfrm>
              <a:off x="3124800" y="58320"/>
              <a:ext cx="5700240" cy="5828040"/>
            </p14:xfrm>
          </p:contentPart>
        </mc:Choice>
        <mc:Fallback xmlns="">
          <p:pic>
            <p:nvPicPr>
              <p:cNvPr id="5" name="Ink 4">
                <a:extLst>
                  <a:ext uri="{FF2B5EF4-FFF2-40B4-BE49-F238E27FC236}">
                    <a16:creationId xmlns:a16="http://schemas.microsoft.com/office/drawing/2014/main" id="{A363ED5C-1471-53D1-4E0C-002F6D37DD82}"/>
                  </a:ext>
                </a:extLst>
              </p:cNvPr>
              <p:cNvPicPr/>
              <p:nvPr/>
            </p:nvPicPr>
            <p:blipFill>
              <a:blip r:embed="rId3"/>
              <a:stretch>
                <a:fillRect/>
              </a:stretch>
            </p:blipFill>
            <p:spPr>
              <a:xfrm>
                <a:off x="3115440" y="48960"/>
                <a:ext cx="5718960" cy="5846760"/>
              </a:xfrm>
              <a:prstGeom prst="rect">
                <a:avLst/>
              </a:prstGeom>
            </p:spPr>
          </p:pic>
        </mc:Fallback>
      </mc:AlternateContent>
    </p:spTree>
    <p:extLst>
      <p:ext uri="{BB962C8B-B14F-4D97-AF65-F5344CB8AC3E}">
        <p14:creationId xmlns:p14="http://schemas.microsoft.com/office/powerpoint/2010/main" val="14691007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0B53C-7B71-E140-9188-77DC597930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3C54AC4-2E3E-174F-ABE8-B3CE0AEA8FF4}"/>
              </a:ext>
            </a:extLst>
          </p:cNvPr>
          <p:cNvSpPr>
            <a:spLocks noGrp="1"/>
          </p:cNvSpPr>
          <p:nvPr>
            <p:ph sz="quarter" idx="1"/>
          </p:nvPr>
        </p:nvSpPr>
        <p:spPr/>
        <p:txBody>
          <a:bodyPr/>
          <a:lstStyle/>
          <a:p>
            <a:endParaRPr lang="en-US"/>
          </a:p>
        </p:txBody>
      </p:sp>
      <p:sp>
        <p:nvSpPr>
          <p:cNvPr id="4" name="Slide Number Placeholder 3">
            <a:extLst>
              <a:ext uri="{FF2B5EF4-FFF2-40B4-BE49-F238E27FC236}">
                <a16:creationId xmlns:a16="http://schemas.microsoft.com/office/drawing/2014/main" id="{01B58FF8-79BA-8641-94E1-7D9BDB5586CF}"/>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77</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2477A993-74A7-AC82-841A-9A953D788B3D}"/>
                  </a:ext>
                </a:extLst>
              </p14:cNvPr>
              <p14:cNvContentPartPr/>
              <p14:nvPr/>
            </p14:nvContentPartPr>
            <p14:xfrm>
              <a:off x="500760" y="218880"/>
              <a:ext cx="8037000" cy="6626520"/>
            </p14:xfrm>
          </p:contentPart>
        </mc:Choice>
        <mc:Fallback xmlns="">
          <p:pic>
            <p:nvPicPr>
              <p:cNvPr id="5" name="Ink 4">
                <a:extLst>
                  <a:ext uri="{FF2B5EF4-FFF2-40B4-BE49-F238E27FC236}">
                    <a16:creationId xmlns:a16="http://schemas.microsoft.com/office/drawing/2014/main" id="{2477A993-74A7-AC82-841A-9A953D788B3D}"/>
                  </a:ext>
                </a:extLst>
              </p:cNvPr>
              <p:cNvPicPr/>
              <p:nvPr/>
            </p:nvPicPr>
            <p:blipFill>
              <a:blip r:embed="rId3"/>
              <a:stretch>
                <a:fillRect/>
              </a:stretch>
            </p:blipFill>
            <p:spPr>
              <a:xfrm>
                <a:off x="491400" y="209520"/>
                <a:ext cx="8055720" cy="6645240"/>
              </a:xfrm>
              <a:prstGeom prst="rect">
                <a:avLst/>
              </a:prstGeom>
            </p:spPr>
          </p:pic>
        </mc:Fallback>
      </mc:AlternateContent>
    </p:spTree>
    <p:extLst>
      <p:ext uri="{BB962C8B-B14F-4D97-AF65-F5344CB8AC3E}">
        <p14:creationId xmlns:p14="http://schemas.microsoft.com/office/powerpoint/2010/main" val="36796459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0B53C-7B71-E140-9188-77DC597930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3C54AC4-2E3E-174F-ABE8-B3CE0AEA8FF4}"/>
              </a:ext>
            </a:extLst>
          </p:cNvPr>
          <p:cNvSpPr>
            <a:spLocks noGrp="1"/>
          </p:cNvSpPr>
          <p:nvPr>
            <p:ph sz="quarter" idx="1"/>
          </p:nvPr>
        </p:nvSpPr>
        <p:spPr/>
        <p:txBody>
          <a:bodyPr/>
          <a:lstStyle/>
          <a:p>
            <a:endParaRPr lang="en-US"/>
          </a:p>
        </p:txBody>
      </p:sp>
      <p:sp>
        <p:nvSpPr>
          <p:cNvPr id="4" name="Slide Number Placeholder 3">
            <a:extLst>
              <a:ext uri="{FF2B5EF4-FFF2-40B4-BE49-F238E27FC236}">
                <a16:creationId xmlns:a16="http://schemas.microsoft.com/office/drawing/2014/main" id="{01B58FF8-79BA-8641-94E1-7D9BDB5586CF}"/>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78</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70A71FCC-00C8-0989-B6F7-75E8D01A340F}"/>
                  </a:ext>
                </a:extLst>
              </p14:cNvPr>
              <p14:cNvContentPartPr/>
              <p14:nvPr/>
            </p14:nvContentPartPr>
            <p14:xfrm>
              <a:off x="277560" y="63360"/>
              <a:ext cx="7892640" cy="6673680"/>
            </p14:xfrm>
          </p:contentPart>
        </mc:Choice>
        <mc:Fallback xmlns="">
          <p:pic>
            <p:nvPicPr>
              <p:cNvPr id="5" name="Ink 4">
                <a:extLst>
                  <a:ext uri="{FF2B5EF4-FFF2-40B4-BE49-F238E27FC236}">
                    <a16:creationId xmlns:a16="http://schemas.microsoft.com/office/drawing/2014/main" id="{70A71FCC-00C8-0989-B6F7-75E8D01A340F}"/>
                  </a:ext>
                </a:extLst>
              </p:cNvPr>
              <p:cNvPicPr/>
              <p:nvPr/>
            </p:nvPicPr>
            <p:blipFill>
              <a:blip r:embed="rId3"/>
              <a:stretch>
                <a:fillRect/>
              </a:stretch>
            </p:blipFill>
            <p:spPr>
              <a:xfrm>
                <a:off x="268200" y="54000"/>
                <a:ext cx="7911360" cy="6692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69EFC59-8E74-F288-3A74-2CF5573233ED}"/>
                  </a:ext>
                </a:extLst>
              </p14:cNvPr>
              <p14:cNvContentPartPr/>
              <p14:nvPr/>
            </p14:nvContentPartPr>
            <p14:xfrm>
              <a:off x="10574680" y="4178712"/>
              <a:ext cx="92520" cy="42120"/>
            </p14:xfrm>
          </p:contentPart>
        </mc:Choice>
        <mc:Fallback xmlns="">
          <p:pic>
            <p:nvPicPr>
              <p:cNvPr id="6" name="Ink 5">
                <a:extLst>
                  <a:ext uri="{FF2B5EF4-FFF2-40B4-BE49-F238E27FC236}">
                    <a16:creationId xmlns:a16="http://schemas.microsoft.com/office/drawing/2014/main" id="{F69EFC59-8E74-F288-3A74-2CF5573233ED}"/>
                  </a:ext>
                </a:extLst>
              </p:cNvPr>
              <p:cNvPicPr/>
              <p:nvPr/>
            </p:nvPicPr>
            <p:blipFill>
              <a:blip r:embed="rId5"/>
              <a:stretch>
                <a:fillRect/>
              </a:stretch>
            </p:blipFill>
            <p:spPr>
              <a:xfrm>
                <a:off x="10565680" y="4169712"/>
                <a:ext cx="110160" cy="59760"/>
              </a:xfrm>
              <a:prstGeom prst="rect">
                <a:avLst/>
              </a:prstGeom>
            </p:spPr>
          </p:pic>
        </mc:Fallback>
      </mc:AlternateContent>
    </p:spTree>
    <p:extLst>
      <p:ext uri="{BB962C8B-B14F-4D97-AF65-F5344CB8AC3E}">
        <p14:creationId xmlns:p14="http://schemas.microsoft.com/office/powerpoint/2010/main" val="125336184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Public Key Encryption Systems</a:t>
            </a:r>
          </a:p>
        </p:txBody>
      </p:sp>
      <p:sp>
        <p:nvSpPr>
          <p:cNvPr id="3" name="Content Placeholder 2"/>
          <p:cNvSpPr>
            <a:spLocks noGrp="1"/>
          </p:cNvSpPr>
          <p:nvPr>
            <p:ph sz="quarter" idx="1"/>
          </p:nvPr>
        </p:nvSpPr>
        <p:spPr/>
        <p:txBody>
          <a:bodyPr>
            <a:normAutofit fontScale="92500"/>
          </a:bodyPr>
          <a:lstStyle/>
          <a:p>
            <a:r>
              <a:rPr lang="en-CA"/>
              <a:t>Characteristics</a:t>
            </a:r>
          </a:p>
          <a:p>
            <a:pPr lvl="1"/>
            <a:r>
              <a:rPr lang="en-CA"/>
              <a:t>Each user has two keys: a public key and a private key. </a:t>
            </a:r>
          </a:p>
          <a:p>
            <a:pPr lvl="1"/>
            <a:r>
              <a:rPr lang="en-CA"/>
              <a:t>The user may publish the public key freely. </a:t>
            </a:r>
          </a:p>
          <a:p>
            <a:pPr lvl="1"/>
            <a:r>
              <a:rPr lang="en-CA"/>
              <a:t>Let </a:t>
            </a:r>
            <a:r>
              <a:rPr lang="en-CA" i="1" err="1"/>
              <a:t>k</a:t>
            </a:r>
            <a:r>
              <a:rPr lang="en-CA" i="1" baseline="-25000" err="1"/>
              <a:t>priv</a:t>
            </a:r>
            <a:r>
              <a:rPr lang="en-CA" i="1" baseline="-25000"/>
              <a:t> </a:t>
            </a:r>
            <a:r>
              <a:rPr lang="en-CA"/>
              <a:t>be a user’s private key, and let </a:t>
            </a:r>
            <a:r>
              <a:rPr lang="en-CA" i="1" err="1"/>
              <a:t>k</a:t>
            </a:r>
            <a:r>
              <a:rPr lang="en-CA" i="1" baseline="-25000" err="1"/>
              <a:t>pub</a:t>
            </a:r>
            <a:r>
              <a:rPr lang="en-CA"/>
              <a:t> be the corresponding public key. Then,</a:t>
            </a:r>
          </a:p>
          <a:p>
            <a:pPr marL="365760" lvl="1" indent="0" algn="ctr">
              <a:buNone/>
            </a:pPr>
            <a:r>
              <a:rPr lang="en-CA" i="1"/>
              <a:t>p</a:t>
            </a:r>
            <a:r>
              <a:rPr lang="en-CA"/>
              <a:t>=</a:t>
            </a:r>
            <a:r>
              <a:rPr lang="en-CA" i="1"/>
              <a:t>D</a:t>
            </a:r>
            <a:r>
              <a:rPr lang="en-CA"/>
              <a:t>(</a:t>
            </a:r>
            <a:r>
              <a:rPr lang="en-CA" i="1" err="1"/>
              <a:t>k</a:t>
            </a:r>
            <a:r>
              <a:rPr lang="en-CA" i="1" baseline="-25000" err="1"/>
              <a:t>priv</a:t>
            </a:r>
            <a:r>
              <a:rPr lang="en-CA"/>
              <a:t> ,</a:t>
            </a:r>
            <a:r>
              <a:rPr lang="en-CA" i="1"/>
              <a:t>E</a:t>
            </a:r>
            <a:r>
              <a:rPr lang="en-CA"/>
              <a:t>(</a:t>
            </a:r>
            <a:r>
              <a:rPr lang="en-CA" i="1" err="1"/>
              <a:t>k</a:t>
            </a:r>
            <a:r>
              <a:rPr lang="en-CA" i="1" baseline="-25000" err="1"/>
              <a:t>pub</a:t>
            </a:r>
            <a:r>
              <a:rPr lang="en-CA"/>
              <a:t> ,</a:t>
            </a:r>
            <a:r>
              <a:rPr lang="en-CA" i="1"/>
              <a:t>p</a:t>
            </a:r>
            <a:r>
              <a:rPr lang="en-CA"/>
              <a:t>))</a:t>
            </a:r>
          </a:p>
          <a:p>
            <a:pPr marL="365760" lvl="1" indent="0">
              <a:buNone/>
            </a:pPr>
            <a:r>
              <a:rPr lang="en-CA"/>
              <a:t>	i.e. a user can decode with a private key what someone else 	has encrypted with the corresponding public key. </a:t>
            </a:r>
          </a:p>
          <a:p>
            <a:pPr lvl="1"/>
            <a:r>
              <a:rPr lang="en-CA"/>
              <a:t>Furthermore, with the second public key encryption algorithm,</a:t>
            </a:r>
          </a:p>
          <a:p>
            <a:pPr marL="365760" lvl="1" indent="0" algn="ctr">
              <a:buNone/>
            </a:pPr>
            <a:r>
              <a:rPr lang="en-CA" i="1"/>
              <a:t>p</a:t>
            </a:r>
            <a:r>
              <a:rPr lang="en-CA"/>
              <a:t>=</a:t>
            </a:r>
            <a:r>
              <a:rPr lang="en-CA" i="1"/>
              <a:t>D</a:t>
            </a:r>
            <a:r>
              <a:rPr lang="en-CA"/>
              <a:t>(</a:t>
            </a:r>
            <a:r>
              <a:rPr lang="en-CA" i="1" err="1"/>
              <a:t>k</a:t>
            </a:r>
            <a:r>
              <a:rPr lang="en-CA" i="1" baseline="-25000" err="1"/>
              <a:t>pub</a:t>
            </a:r>
            <a:r>
              <a:rPr lang="en-CA"/>
              <a:t> ,</a:t>
            </a:r>
            <a:r>
              <a:rPr lang="en-CA" i="1"/>
              <a:t>E</a:t>
            </a:r>
            <a:r>
              <a:rPr lang="en-CA"/>
              <a:t>(</a:t>
            </a:r>
            <a:r>
              <a:rPr lang="en-CA" i="1" err="1"/>
              <a:t>k</a:t>
            </a:r>
            <a:r>
              <a:rPr lang="en-CA" i="1" baseline="-25000" err="1"/>
              <a:t>priv</a:t>
            </a:r>
            <a:r>
              <a:rPr lang="en-CA"/>
              <a:t> ,</a:t>
            </a:r>
            <a:r>
              <a:rPr lang="en-CA" i="1"/>
              <a:t>p</a:t>
            </a:r>
            <a:r>
              <a:rPr lang="en-CA"/>
              <a:t>))</a:t>
            </a:r>
          </a:p>
          <a:p>
            <a:pPr marL="365760" lvl="1" indent="0">
              <a:buNone/>
            </a:pPr>
            <a:r>
              <a:rPr lang="en-CA"/>
              <a:t>	i.e. a user can encrypt a message with a private key and the message can be revealed only with the corresponding public key (digital signature).</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79</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12166689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err="1"/>
              <a:t>Rivest</a:t>
            </a:r>
            <a:r>
              <a:rPr lang="en-CA"/>
              <a:t>–Shamir–Adelman (RSA) Encryption</a:t>
            </a:r>
          </a:p>
        </p:txBody>
      </p:sp>
      <p:sp>
        <p:nvSpPr>
          <p:cNvPr id="3" name="Content Placeholder 2"/>
          <p:cNvSpPr>
            <a:spLocks noGrp="1"/>
          </p:cNvSpPr>
          <p:nvPr>
            <p:ph sz="quarter" idx="1"/>
          </p:nvPr>
        </p:nvSpPr>
        <p:spPr/>
        <p:txBody>
          <a:bodyPr>
            <a:normAutofit fontScale="92500" lnSpcReduction="10000"/>
          </a:bodyPr>
          <a:lstStyle/>
          <a:p>
            <a:r>
              <a:rPr lang="en-CA"/>
              <a:t>Introduced in 1978 by </a:t>
            </a:r>
            <a:r>
              <a:rPr lang="en-CA" err="1"/>
              <a:t>Rivest</a:t>
            </a:r>
            <a:r>
              <a:rPr lang="en-CA"/>
              <a:t>, Shamir, and Adelman.</a:t>
            </a:r>
          </a:p>
          <a:p>
            <a:r>
              <a:rPr lang="en-CA"/>
              <a:t>It operates with arithmetic mod </a:t>
            </a:r>
            <a:r>
              <a:rPr lang="en-CA" i="1"/>
              <a:t>n.</a:t>
            </a:r>
          </a:p>
          <a:p>
            <a:r>
              <a:rPr lang="en-CA"/>
              <a:t>Two keys, </a:t>
            </a:r>
            <a:r>
              <a:rPr lang="en-CA" i="1"/>
              <a:t>d</a:t>
            </a:r>
            <a:r>
              <a:rPr lang="en-CA"/>
              <a:t> and </a:t>
            </a:r>
            <a:r>
              <a:rPr lang="en-CA" i="1"/>
              <a:t>e</a:t>
            </a:r>
            <a:r>
              <a:rPr lang="en-CA"/>
              <a:t>, are used for decryption and encryption, which are interchangeable.</a:t>
            </a:r>
          </a:p>
          <a:p>
            <a:r>
              <a:rPr lang="en-CA"/>
              <a:t>The plaintext block </a:t>
            </a:r>
            <a:r>
              <a:rPr lang="en-CA" i="1"/>
              <a:t>p</a:t>
            </a:r>
            <a:r>
              <a:rPr lang="en-CA"/>
              <a:t> is encrypted as</a:t>
            </a:r>
          </a:p>
          <a:p>
            <a:pPr marL="0" indent="0" algn="ctr">
              <a:buNone/>
            </a:pPr>
            <a:r>
              <a:rPr lang="en-CA" i="1"/>
              <a:t>c</a:t>
            </a:r>
            <a:r>
              <a:rPr lang="en-CA"/>
              <a:t> = </a:t>
            </a:r>
            <a:r>
              <a:rPr lang="en-CA" i="1" err="1"/>
              <a:t>p</a:t>
            </a:r>
            <a:r>
              <a:rPr lang="en-CA" i="1" baseline="30000" err="1"/>
              <a:t>e</a:t>
            </a:r>
            <a:r>
              <a:rPr lang="en-CA"/>
              <a:t> mod </a:t>
            </a:r>
            <a:r>
              <a:rPr lang="en-CA" i="1"/>
              <a:t>n</a:t>
            </a:r>
          </a:p>
          <a:p>
            <a:r>
              <a:rPr lang="en-CA"/>
              <a:t>The exponentiation is performed mod </a:t>
            </a:r>
            <a:r>
              <a:rPr lang="en-CA" i="1"/>
              <a:t>n</a:t>
            </a:r>
            <a:endParaRPr lang="en-CA"/>
          </a:p>
          <a:p>
            <a:pPr lvl="1"/>
            <a:r>
              <a:rPr lang="en-CA"/>
              <a:t>Thus factoring </a:t>
            </a:r>
            <a:r>
              <a:rPr lang="en-CA" i="1" err="1"/>
              <a:t>p</a:t>
            </a:r>
            <a:r>
              <a:rPr lang="en-CA" i="1" baseline="30000" err="1"/>
              <a:t>e</a:t>
            </a:r>
            <a:r>
              <a:rPr lang="en-CA" i="1" baseline="30000"/>
              <a:t> </a:t>
            </a:r>
            <a:r>
              <a:rPr lang="en-CA"/>
              <a:t>to uncover the encrypted plaintext is difficult</a:t>
            </a:r>
          </a:p>
          <a:p>
            <a:r>
              <a:rPr lang="en-CA"/>
              <a:t>Decrypting is done as </a:t>
            </a:r>
          </a:p>
          <a:p>
            <a:pPr marL="0" indent="0" algn="ctr">
              <a:buNone/>
            </a:pPr>
            <a:r>
              <a:rPr lang="en-CA" i="1"/>
              <a:t>p</a:t>
            </a:r>
            <a:r>
              <a:rPr lang="en-CA"/>
              <a:t> = </a:t>
            </a:r>
            <a:r>
              <a:rPr lang="en-CA" i="1"/>
              <a:t>c</a:t>
            </a:r>
            <a:r>
              <a:rPr lang="en-CA" i="1" baseline="30000"/>
              <a:t>d</a:t>
            </a:r>
            <a:r>
              <a:rPr lang="en-CA"/>
              <a:t> mod </a:t>
            </a:r>
            <a:r>
              <a:rPr lang="en-CA" i="1"/>
              <a:t>n</a:t>
            </a:r>
            <a:endParaRPr lang="en-CA"/>
          </a:p>
          <a:p>
            <a:r>
              <a:rPr lang="en-CA"/>
              <a:t>Legitimate receiver who knows </a:t>
            </a:r>
            <a:r>
              <a:rPr lang="en-CA" i="1"/>
              <a:t>d</a:t>
            </a:r>
            <a:r>
              <a:rPr lang="en-CA"/>
              <a:t> simply computes </a:t>
            </a:r>
            <a:r>
              <a:rPr lang="en-CA" i="1"/>
              <a:t>p</a:t>
            </a:r>
            <a:r>
              <a:rPr lang="en-CA"/>
              <a:t> and recovers it without having to factor </a:t>
            </a:r>
            <a:r>
              <a:rPr lang="en-CA" i="1" err="1"/>
              <a:t>p</a:t>
            </a:r>
            <a:r>
              <a:rPr lang="en-CA" i="1" baseline="30000" err="1"/>
              <a:t>e</a:t>
            </a:r>
            <a:r>
              <a:rPr lang="en-CA"/>
              <a: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80</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319686207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err="1"/>
              <a:t>Rivest</a:t>
            </a:r>
            <a:r>
              <a:rPr lang="en-CA"/>
              <a:t>–Shamir–Adelman (RSA) Encryption</a:t>
            </a:r>
          </a:p>
        </p:txBody>
      </p:sp>
      <p:sp>
        <p:nvSpPr>
          <p:cNvPr id="3" name="Content Placeholder 2"/>
          <p:cNvSpPr>
            <a:spLocks noGrp="1"/>
          </p:cNvSpPr>
          <p:nvPr>
            <p:ph sz="quarter" idx="1"/>
          </p:nvPr>
        </p:nvSpPr>
        <p:spPr>
          <a:xfrm>
            <a:off x="457200" y="1600200"/>
            <a:ext cx="7467600" cy="5069160"/>
          </a:xfrm>
        </p:spPr>
        <p:txBody>
          <a:bodyPr>
            <a:normAutofit/>
          </a:bodyPr>
          <a:lstStyle/>
          <a:p>
            <a:pPr marL="0" indent="0" algn="ctr">
              <a:buNone/>
            </a:pPr>
            <a:endParaRPr lang="en-CA" sz="2800" i="1">
              <a:latin typeface="Cambria Math"/>
            </a:endParaRPr>
          </a:p>
          <a:p>
            <a:pPr marL="0" indent="0" algn="ctr">
              <a:buNone/>
            </a:pPr>
            <a:r>
              <a:rPr lang="en-CA" sz="2800" i="1">
                <a:latin typeface="Cambria Math"/>
              </a:rPr>
              <a:t>p </a:t>
            </a:r>
            <a:r>
              <a:rPr lang="en-CA" sz="2800">
                <a:latin typeface="Cambria Math"/>
              </a:rPr>
              <a:t>=</a:t>
            </a:r>
            <a:r>
              <a:rPr lang="en-CA" sz="2800" i="1">
                <a:latin typeface="Cambria Math"/>
              </a:rPr>
              <a:t> c</a:t>
            </a:r>
            <a:r>
              <a:rPr lang="en-CA" sz="2800" i="1" baseline="30000">
                <a:latin typeface="Cambria Math"/>
              </a:rPr>
              <a:t>d</a:t>
            </a:r>
            <a:r>
              <a:rPr lang="en-CA" sz="2800" i="1">
                <a:latin typeface="Cambria Math"/>
              </a:rPr>
              <a:t> </a:t>
            </a:r>
            <a:r>
              <a:rPr lang="en-CA" sz="2800">
                <a:latin typeface="Cambria Math"/>
              </a:rPr>
              <a:t>mod</a:t>
            </a:r>
            <a:r>
              <a:rPr lang="en-CA" sz="2800" i="1">
                <a:latin typeface="Cambria Math"/>
              </a:rPr>
              <a:t> n </a:t>
            </a:r>
            <a:r>
              <a:rPr lang="en-CA" sz="2800">
                <a:latin typeface="Cambria Math"/>
              </a:rPr>
              <a:t>=</a:t>
            </a:r>
            <a:r>
              <a:rPr lang="en-CA" sz="2800" i="1">
                <a:latin typeface="Cambria Math"/>
              </a:rPr>
              <a:t> </a:t>
            </a:r>
            <a:r>
              <a:rPr lang="en-CA" sz="2800">
                <a:latin typeface="Cambria Math"/>
              </a:rPr>
              <a:t>(</a:t>
            </a:r>
            <a:r>
              <a:rPr lang="en-CA" sz="2800" i="1" err="1"/>
              <a:t>p</a:t>
            </a:r>
            <a:r>
              <a:rPr lang="en-CA" sz="2800" i="1" baseline="30000" err="1"/>
              <a:t>e</a:t>
            </a:r>
            <a:r>
              <a:rPr lang="en-CA" sz="2800"/>
              <a:t>)</a:t>
            </a:r>
            <a:r>
              <a:rPr lang="en-CA" sz="2800" i="1" baseline="30000"/>
              <a:t>d </a:t>
            </a:r>
            <a:r>
              <a:rPr lang="en-CA" sz="2800"/>
              <a:t>mod</a:t>
            </a:r>
            <a:r>
              <a:rPr lang="en-CA" sz="2800" i="1"/>
              <a:t> n </a:t>
            </a:r>
            <a:r>
              <a:rPr lang="en-CA" sz="2800"/>
              <a:t>=</a:t>
            </a:r>
            <a:r>
              <a:rPr lang="en-CA" sz="2800" i="1"/>
              <a:t> </a:t>
            </a:r>
            <a:r>
              <a:rPr lang="en-CA" sz="2800">
                <a:latin typeface="Cambria Math"/>
              </a:rPr>
              <a:t>(</a:t>
            </a:r>
            <a:r>
              <a:rPr lang="en-CA" sz="2800" i="1" err="1"/>
              <a:t>p</a:t>
            </a:r>
            <a:r>
              <a:rPr lang="en-CA" sz="2800" i="1" baseline="30000" err="1"/>
              <a:t>d</a:t>
            </a:r>
            <a:r>
              <a:rPr lang="en-CA" sz="2800"/>
              <a:t>)</a:t>
            </a:r>
            <a:r>
              <a:rPr lang="en-CA" sz="2800" i="1" baseline="30000"/>
              <a:t>e</a:t>
            </a:r>
            <a:r>
              <a:rPr lang="en-CA" sz="2800" i="1"/>
              <a:t> </a:t>
            </a:r>
            <a:r>
              <a:rPr lang="en-CA" sz="2800"/>
              <a:t>mod</a:t>
            </a:r>
            <a:r>
              <a:rPr lang="en-CA" sz="2800" i="1"/>
              <a:t> n</a:t>
            </a:r>
            <a:endParaRPr lang="en-CA" sz="2800" i="1">
              <a:latin typeface="Cambria Math"/>
            </a:endParaRPr>
          </a:p>
          <a:p>
            <a:endParaRPr lang="en-CA" sz="2800"/>
          </a:p>
          <a:p>
            <a:r>
              <a:rPr lang="en-CA" sz="2800"/>
              <a:t>One can apply the encrypting transformation and then the decrypting one, or vise versa.</a:t>
            </a:r>
          </a:p>
          <a:p>
            <a:r>
              <a:rPr lang="en-CA" sz="2800"/>
              <a:t>Encryption (public) key consists of the pair of integers (</a:t>
            </a:r>
            <a:r>
              <a:rPr lang="en-CA" sz="2800" i="1"/>
              <a:t>e</a:t>
            </a:r>
            <a:r>
              <a:rPr lang="en-CA" sz="2800"/>
              <a:t>, </a:t>
            </a:r>
            <a:r>
              <a:rPr lang="en-CA" sz="2800" i="1"/>
              <a:t>n</a:t>
            </a:r>
            <a:r>
              <a:rPr lang="en-CA" sz="2800"/>
              <a:t>)</a:t>
            </a:r>
          </a:p>
          <a:p>
            <a:r>
              <a:rPr lang="en-CA" sz="2800"/>
              <a:t>Decryption (private) key is (</a:t>
            </a:r>
            <a:r>
              <a:rPr lang="en-CA" sz="2800" i="1"/>
              <a:t>d</a:t>
            </a:r>
            <a:r>
              <a:rPr lang="en-CA" sz="2800"/>
              <a:t>, </a:t>
            </a:r>
            <a:r>
              <a:rPr lang="en-CA" sz="2800" i="1"/>
              <a:t>n</a:t>
            </a:r>
            <a:r>
              <a:rPr lang="en-CA" sz="2800"/>
              <a: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81</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13424107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err="1"/>
              <a:t>Rivest</a:t>
            </a:r>
            <a:r>
              <a:rPr lang="en-CA"/>
              <a:t>–Shamir–Adelman (RSA) Encryption</a:t>
            </a:r>
          </a:p>
        </p:txBody>
      </p:sp>
      <p:sp>
        <p:nvSpPr>
          <p:cNvPr id="3" name="Content Placeholder 2"/>
          <p:cNvSpPr>
            <a:spLocks noGrp="1"/>
          </p:cNvSpPr>
          <p:nvPr>
            <p:ph sz="quarter" idx="1"/>
          </p:nvPr>
        </p:nvSpPr>
        <p:spPr>
          <a:xfrm>
            <a:off x="457200" y="1600200"/>
            <a:ext cx="7787208" cy="5069160"/>
          </a:xfrm>
        </p:spPr>
        <p:txBody>
          <a:bodyPr>
            <a:normAutofit/>
          </a:bodyPr>
          <a:lstStyle/>
          <a:p>
            <a:r>
              <a:rPr lang="en-CA"/>
              <a:t>Steps</a:t>
            </a:r>
          </a:p>
          <a:p>
            <a:pPr lvl="1"/>
            <a:r>
              <a:rPr lang="en-CA"/>
              <a:t>Selecting a value for </a:t>
            </a:r>
            <a:r>
              <a:rPr lang="en-CA" i="1"/>
              <a:t>n</a:t>
            </a:r>
            <a:r>
              <a:rPr lang="en-CA"/>
              <a:t>. The value of </a:t>
            </a:r>
            <a:r>
              <a:rPr lang="en-CA" i="1"/>
              <a:t>n</a:t>
            </a:r>
            <a:r>
              <a:rPr lang="en-CA"/>
              <a:t> should be quite large, a product of two primes </a:t>
            </a:r>
            <a:r>
              <a:rPr lang="en-CA" i="1"/>
              <a:t>p</a:t>
            </a:r>
            <a:r>
              <a:rPr lang="en-CA"/>
              <a:t> and </a:t>
            </a:r>
            <a:r>
              <a:rPr lang="en-CA" i="1"/>
              <a:t>q</a:t>
            </a:r>
            <a:r>
              <a:rPr lang="en-CA"/>
              <a:t>.</a:t>
            </a:r>
          </a:p>
          <a:p>
            <a:pPr lvl="2"/>
            <a:r>
              <a:rPr lang="en-CA"/>
              <a:t>Typically, </a:t>
            </a:r>
            <a:r>
              <a:rPr lang="en-CA" i="1"/>
              <a:t>p</a:t>
            </a:r>
            <a:r>
              <a:rPr lang="en-CA"/>
              <a:t> and </a:t>
            </a:r>
            <a:r>
              <a:rPr lang="en-CA" i="1"/>
              <a:t>q</a:t>
            </a:r>
            <a:r>
              <a:rPr lang="en-CA"/>
              <a:t> are nearly </a:t>
            </a:r>
            <a:r>
              <a:rPr lang="en-CA" i="1"/>
              <a:t>100</a:t>
            </a:r>
            <a:r>
              <a:rPr lang="en-CA"/>
              <a:t> digits each, so </a:t>
            </a:r>
            <a:r>
              <a:rPr lang="en-CA" i="1"/>
              <a:t>n</a:t>
            </a:r>
            <a:r>
              <a:rPr lang="en-CA"/>
              <a:t> is approximately </a:t>
            </a:r>
            <a:r>
              <a:rPr lang="en-CA" i="1"/>
              <a:t>200</a:t>
            </a:r>
            <a:r>
              <a:rPr lang="en-CA"/>
              <a:t> decimal digits (about </a:t>
            </a:r>
            <a:r>
              <a:rPr lang="en-CA" i="1"/>
              <a:t>512</a:t>
            </a:r>
            <a:r>
              <a:rPr lang="en-CA"/>
              <a:t> bits) long</a:t>
            </a:r>
          </a:p>
          <a:p>
            <a:pPr lvl="2"/>
            <a:r>
              <a:rPr lang="en-CA" i="1"/>
              <a:t>768</a:t>
            </a:r>
            <a:r>
              <a:rPr lang="en-CA"/>
              <a:t>, </a:t>
            </a:r>
            <a:r>
              <a:rPr lang="en-CA" i="1"/>
              <a:t>1024</a:t>
            </a:r>
            <a:r>
              <a:rPr lang="en-CA"/>
              <a:t>, or more bits may be more appropriate.</a:t>
            </a:r>
          </a:p>
          <a:p>
            <a:pPr lvl="1"/>
            <a:r>
              <a:rPr lang="en-CA"/>
              <a:t>Next, a relatively large integer </a:t>
            </a:r>
            <a:r>
              <a:rPr lang="en-CA" i="1"/>
              <a:t>e</a:t>
            </a:r>
            <a:r>
              <a:rPr lang="en-CA"/>
              <a:t> is chosen so that </a:t>
            </a:r>
            <a:r>
              <a:rPr lang="en-CA" i="1"/>
              <a:t>e</a:t>
            </a:r>
            <a:r>
              <a:rPr lang="en-CA"/>
              <a:t> is relatively prime to (</a:t>
            </a:r>
            <a:r>
              <a:rPr lang="en-CA" i="1"/>
              <a:t>p - 1</a:t>
            </a:r>
            <a:r>
              <a:rPr lang="en-CA"/>
              <a:t>) * (</a:t>
            </a:r>
            <a:r>
              <a:rPr lang="en-CA" i="1"/>
              <a:t>q - 1</a:t>
            </a:r>
            <a:r>
              <a:rPr lang="en-CA"/>
              <a:t>). </a:t>
            </a:r>
          </a:p>
          <a:p>
            <a:pPr lvl="2"/>
            <a:r>
              <a:rPr lang="en-CA"/>
              <a:t>An easy way to guarantee that </a:t>
            </a:r>
            <a:r>
              <a:rPr lang="en-CA" i="1"/>
              <a:t>e</a:t>
            </a:r>
            <a:r>
              <a:rPr lang="en-CA"/>
              <a:t> is relatively prime to (</a:t>
            </a:r>
            <a:r>
              <a:rPr lang="en-CA" i="1"/>
              <a:t>p - 1</a:t>
            </a:r>
            <a:r>
              <a:rPr lang="en-CA"/>
              <a:t>) * (</a:t>
            </a:r>
            <a:r>
              <a:rPr lang="en-CA" i="1"/>
              <a:t>q - 1</a:t>
            </a:r>
            <a:r>
              <a:rPr lang="en-CA"/>
              <a:t>) is to choose e as a prime that is larger than both (</a:t>
            </a:r>
            <a:r>
              <a:rPr lang="en-CA" i="1"/>
              <a:t>p - 1</a:t>
            </a:r>
            <a:r>
              <a:rPr lang="en-CA"/>
              <a:t>) and (</a:t>
            </a:r>
            <a:r>
              <a:rPr lang="en-CA" i="1"/>
              <a:t>q - 1</a:t>
            </a:r>
            <a:r>
              <a:rPr lang="en-CA"/>
              <a:t>).</a:t>
            </a:r>
          </a:p>
          <a:p>
            <a:pPr lvl="1"/>
            <a:r>
              <a:rPr lang="en-CA"/>
              <a:t>Finally, select d such that  </a:t>
            </a:r>
            <a:r>
              <a:rPr lang="en-CA" i="1"/>
              <a:t>e</a:t>
            </a:r>
            <a:r>
              <a:rPr lang="en-CA"/>
              <a:t> * </a:t>
            </a:r>
            <a:r>
              <a:rPr lang="en-CA" i="1"/>
              <a:t>d</a:t>
            </a:r>
            <a:r>
              <a:rPr lang="en-CA"/>
              <a:t> = </a:t>
            </a:r>
            <a:r>
              <a:rPr lang="en-CA" i="1"/>
              <a:t>1</a:t>
            </a:r>
            <a:r>
              <a:rPr lang="en-CA"/>
              <a:t> mod (</a:t>
            </a:r>
            <a:r>
              <a:rPr lang="en-CA" i="1"/>
              <a:t>p - 1</a:t>
            </a:r>
            <a:r>
              <a:rPr lang="en-CA"/>
              <a:t>) * (</a:t>
            </a:r>
            <a:r>
              <a:rPr lang="en-CA" i="1"/>
              <a:t>q - 1</a:t>
            </a:r>
            <a:r>
              <a:rPr lang="en-CA"/>
              <a:t>)</a:t>
            </a:r>
          </a:p>
          <a:p>
            <a:endParaRPr lang="en-CA"/>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82</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1874655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err="1"/>
              <a:t>Rivest</a:t>
            </a:r>
            <a:r>
              <a:rPr lang="en-CA"/>
              <a:t>–Shamir–Adelman (RSA) Encryption</a:t>
            </a:r>
          </a:p>
        </p:txBody>
      </p:sp>
      <p:sp>
        <p:nvSpPr>
          <p:cNvPr id="3" name="Content Placeholder 2"/>
          <p:cNvSpPr>
            <a:spLocks noGrp="1"/>
          </p:cNvSpPr>
          <p:nvPr>
            <p:ph sz="quarter" idx="1"/>
          </p:nvPr>
        </p:nvSpPr>
        <p:spPr>
          <a:xfrm>
            <a:off x="457200" y="1600200"/>
            <a:ext cx="7467600" cy="5069160"/>
          </a:xfrm>
        </p:spPr>
        <p:txBody>
          <a:bodyPr>
            <a:normAutofit/>
          </a:bodyPr>
          <a:lstStyle/>
          <a:p>
            <a:r>
              <a:rPr lang="en-CA"/>
              <a:t>Mathematical Foundations of the RSA Algorithm</a:t>
            </a:r>
          </a:p>
          <a:p>
            <a:pPr lvl="1"/>
            <a:r>
              <a:rPr lang="en-CA"/>
              <a:t>The Euler’s totient function </a:t>
            </a:r>
            <a:r>
              <a:rPr lang="en-CA" i="1" err="1"/>
              <a:t>φ</a:t>
            </a:r>
            <a:r>
              <a:rPr lang="en-CA"/>
              <a:t>(</a:t>
            </a:r>
            <a:r>
              <a:rPr lang="en-CA" i="1"/>
              <a:t>n</a:t>
            </a:r>
            <a:r>
              <a:rPr lang="en-CA"/>
              <a:t>) is the number of positive integers less than n that are relatively prime to n. If p is prime, then</a:t>
            </a:r>
          </a:p>
          <a:p>
            <a:pPr marL="0" indent="0" algn="ctr">
              <a:buNone/>
            </a:pPr>
            <a:r>
              <a:rPr lang="en-CA" i="1" err="1"/>
              <a:t>φ</a:t>
            </a:r>
            <a:r>
              <a:rPr lang="en-CA"/>
              <a:t>(</a:t>
            </a:r>
            <a:r>
              <a:rPr lang="en-CA" i="1"/>
              <a:t>p</a:t>
            </a:r>
            <a:r>
              <a:rPr lang="en-CA"/>
              <a:t>)</a:t>
            </a:r>
            <a:r>
              <a:rPr lang="en-CA" i="1"/>
              <a:t> = p - 1</a:t>
            </a:r>
            <a:endParaRPr lang="en-CA"/>
          </a:p>
          <a:p>
            <a:pPr lvl="1"/>
            <a:r>
              <a:rPr lang="en-CA"/>
              <a:t>Furthermore, if </a:t>
            </a:r>
            <a:r>
              <a:rPr lang="en-CA" i="1"/>
              <a:t>n = p * q</a:t>
            </a:r>
            <a:r>
              <a:rPr lang="en-CA"/>
              <a:t>, where p and q are both prime, then</a:t>
            </a:r>
          </a:p>
          <a:p>
            <a:pPr marL="0" indent="0" algn="ctr">
              <a:buNone/>
            </a:pPr>
            <a:r>
              <a:rPr lang="en-CA" i="1" err="1"/>
              <a:t>φ</a:t>
            </a:r>
            <a:r>
              <a:rPr lang="en-CA"/>
              <a:t>(</a:t>
            </a:r>
            <a:r>
              <a:rPr lang="en-CA" i="1"/>
              <a:t>n</a:t>
            </a:r>
            <a:r>
              <a:rPr lang="en-CA"/>
              <a:t>)</a:t>
            </a:r>
            <a:r>
              <a:rPr lang="en-CA" i="1"/>
              <a:t> = </a:t>
            </a:r>
            <a:r>
              <a:rPr lang="en-CA" i="1" err="1"/>
              <a:t>φ</a:t>
            </a:r>
            <a:r>
              <a:rPr lang="en-CA"/>
              <a:t>(</a:t>
            </a:r>
            <a:r>
              <a:rPr lang="en-CA" i="1"/>
              <a:t>p</a:t>
            </a:r>
            <a:r>
              <a:rPr lang="en-CA"/>
              <a:t>)</a:t>
            </a:r>
            <a:r>
              <a:rPr lang="en-CA" i="1"/>
              <a:t> * </a:t>
            </a:r>
            <a:r>
              <a:rPr lang="en-CA" i="1" err="1"/>
              <a:t>φ</a:t>
            </a:r>
            <a:r>
              <a:rPr lang="en-CA"/>
              <a:t>(</a:t>
            </a:r>
            <a:r>
              <a:rPr lang="en-CA" i="1"/>
              <a:t>q</a:t>
            </a:r>
            <a:r>
              <a:rPr lang="en-CA"/>
              <a:t>)</a:t>
            </a:r>
            <a:r>
              <a:rPr lang="en-CA" i="1"/>
              <a:t> </a:t>
            </a:r>
            <a:r>
              <a:rPr lang="en-CA"/>
              <a:t>=</a:t>
            </a:r>
            <a:r>
              <a:rPr lang="en-CA" i="1"/>
              <a:t> </a:t>
            </a:r>
            <a:r>
              <a:rPr lang="en-CA"/>
              <a:t>(</a:t>
            </a:r>
            <a:r>
              <a:rPr lang="en-CA" i="1"/>
              <a:t>p - 1</a:t>
            </a:r>
            <a:r>
              <a:rPr lang="en-CA"/>
              <a:t>)</a:t>
            </a:r>
            <a:r>
              <a:rPr lang="en-CA" i="1"/>
              <a:t> * </a:t>
            </a:r>
            <a:r>
              <a:rPr lang="en-CA"/>
              <a:t>(</a:t>
            </a:r>
            <a:r>
              <a:rPr lang="en-CA" i="1"/>
              <a:t>q - 1</a:t>
            </a:r>
            <a:r>
              <a:rPr lang="en-CA"/>
              <a:t>)</a:t>
            </a:r>
          </a:p>
          <a:p>
            <a:pPr lvl="1"/>
            <a:r>
              <a:rPr lang="en-CA"/>
              <a:t>Euler and Fermat proved that</a:t>
            </a:r>
          </a:p>
          <a:p>
            <a:pPr marL="0" indent="0" algn="ctr">
              <a:buNone/>
            </a:pPr>
            <a:r>
              <a:rPr lang="en-CA" i="1" err="1"/>
              <a:t>x</a:t>
            </a:r>
            <a:r>
              <a:rPr lang="en-CA" i="1" baseline="30000" err="1"/>
              <a:t>φ</a:t>
            </a:r>
            <a:r>
              <a:rPr lang="en-CA" baseline="30000"/>
              <a:t>(</a:t>
            </a:r>
            <a:r>
              <a:rPr lang="en-CA" i="1" baseline="30000"/>
              <a:t>n</a:t>
            </a:r>
            <a:r>
              <a:rPr lang="en-CA" baseline="30000"/>
              <a:t>)</a:t>
            </a:r>
            <a:r>
              <a:rPr lang="en-CA" i="1"/>
              <a:t> ≡ 1 mod n</a:t>
            </a:r>
            <a:endParaRPr lang="en-CA"/>
          </a:p>
          <a:p>
            <a:pPr marL="365760" lvl="1" indent="0">
              <a:buNone/>
            </a:pPr>
            <a:r>
              <a:rPr lang="en-CA"/>
              <a:t>	for any integer </a:t>
            </a:r>
            <a:r>
              <a:rPr lang="en-CA" i="1"/>
              <a:t>x</a:t>
            </a:r>
            <a:r>
              <a:rPr lang="en-CA"/>
              <a:t> if </a:t>
            </a:r>
            <a:r>
              <a:rPr lang="en-CA" i="1"/>
              <a:t>n</a:t>
            </a:r>
            <a:r>
              <a:rPr lang="en-CA"/>
              <a:t> and </a:t>
            </a:r>
            <a:r>
              <a:rPr lang="en-CA" i="1"/>
              <a:t>x</a:t>
            </a:r>
            <a:r>
              <a:rPr lang="en-CA"/>
              <a:t> are relatively prime.</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83</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37501984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err="1"/>
              <a:t>Rivest</a:t>
            </a:r>
            <a:r>
              <a:rPr lang="en-CA"/>
              <a:t>–Shamir–Adelman (RSA) Encryption</a:t>
            </a:r>
          </a:p>
        </p:txBody>
      </p:sp>
      <p:sp>
        <p:nvSpPr>
          <p:cNvPr id="3" name="Content Placeholder 2"/>
          <p:cNvSpPr>
            <a:spLocks noGrp="1"/>
          </p:cNvSpPr>
          <p:nvPr>
            <p:ph sz="quarter" idx="1"/>
          </p:nvPr>
        </p:nvSpPr>
        <p:spPr>
          <a:xfrm>
            <a:off x="457200" y="1600200"/>
            <a:ext cx="8075240" cy="5069160"/>
          </a:xfrm>
        </p:spPr>
        <p:txBody>
          <a:bodyPr>
            <a:normAutofit/>
          </a:bodyPr>
          <a:lstStyle/>
          <a:p>
            <a:r>
              <a:rPr lang="en-CA" sz="2800"/>
              <a:t>Example</a:t>
            </a:r>
          </a:p>
          <a:p>
            <a:pPr lvl="1"/>
            <a:r>
              <a:rPr lang="en-CA" sz="2400"/>
              <a:t>Let </a:t>
            </a:r>
            <a:r>
              <a:rPr lang="en-CA" sz="2400" i="1"/>
              <a:t>p = 61 </a:t>
            </a:r>
            <a:r>
              <a:rPr lang="en-CA" sz="2400"/>
              <a:t>and </a:t>
            </a:r>
            <a:r>
              <a:rPr lang="en-CA" sz="2400" i="1"/>
              <a:t>q </a:t>
            </a:r>
            <a:r>
              <a:rPr lang="en-CA" sz="2400"/>
              <a:t>=</a:t>
            </a:r>
            <a:r>
              <a:rPr lang="en-CA" sz="2400" i="1"/>
              <a:t> 53</a:t>
            </a:r>
            <a:r>
              <a:rPr lang="en-CA" sz="2400"/>
              <a:t>, so that </a:t>
            </a:r>
            <a:r>
              <a:rPr lang="en-CA" sz="2400" i="1"/>
              <a:t>n </a:t>
            </a:r>
            <a:r>
              <a:rPr lang="en-CA" sz="2400"/>
              <a:t>=</a:t>
            </a:r>
            <a:r>
              <a:rPr lang="en-CA" sz="2400" i="1"/>
              <a:t> p * q </a:t>
            </a:r>
            <a:r>
              <a:rPr lang="en-CA" sz="2400"/>
              <a:t>=</a:t>
            </a:r>
            <a:r>
              <a:rPr lang="en-CA" sz="2400" i="1"/>
              <a:t> 3233 </a:t>
            </a:r>
            <a:r>
              <a:rPr lang="en-CA" sz="2400"/>
              <a:t>and </a:t>
            </a:r>
            <a:r>
              <a:rPr lang="en-CA" sz="2400" i="1" err="1"/>
              <a:t>φ</a:t>
            </a:r>
            <a:r>
              <a:rPr lang="en-CA" sz="2400"/>
              <a:t>(</a:t>
            </a:r>
            <a:r>
              <a:rPr lang="en-CA" sz="2400" i="1"/>
              <a:t>n</a:t>
            </a:r>
            <a:r>
              <a:rPr lang="en-CA" sz="2400"/>
              <a:t>)</a:t>
            </a:r>
            <a:r>
              <a:rPr lang="en-CA" sz="2400" i="1"/>
              <a:t> </a:t>
            </a:r>
            <a:r>
              <a:rPr lang="en-CA" sz="2400"/>
              <a:t>=</a:t>
            </a:r>
            <a:r>
              <a:rPr lang="en-CA" sz="2400" i="1"/>
              <a:t> 3120</a:t>
            </a:r>
            <a:r>
              <a:rPr lang="en-CA" sz="2400"/>
              <a:t>.</a:t>
            </a:r>
          </a:p>
          <a:p>
            <a:pPr lvl="1"/>
            <a:r>
              <a:rPr lang="en-CA" sz="2400"/>
              <a:t>Next, an integer </a:t>
            </a:r>
            <a:r>
              <a:rPr lang="en-CA" sz="2400" i="1"/>
              <a:t>e</a:t>
            </a:r>
            <a:r>
              <a:rPr lang="en-CA" sz="2400"/>
              <a:t> is needed, and </a:t>
            </a:r>
            <a:r>
              <a:rPr lang="en-CA" sz="2400" i="1"/>
              <a:t>e</a:t>
            </a:r>
            <a:r>
              <a:rPr lang="en-CA" sz="2400"/>
              <a:t> must be relatively prime to (</a:t>
            </a:r>
            <a:r>
              <a:rPr lang="en-CA" sz="2400" i="1"/>
              <a:t>p - 1</a:t>
            </a:r>
            <a:r>
              <a:rPr lang="en-CA" sz="2400"/>
              <a:t>)</a:t>
            </a:r>
            <a:r>
              <a:rPr lang="en-CA" sz="2400" i="1"/>
              <a:t> * </a:t>
            </a:r>
            <a:r>
              <a:rPr lang="en-CA" sz="2400"/>
              <a:t>(</a:t>
            </a:r>
            <a:r>
              <a:rPr lang="en-CA" sz="2400" i="1"/>
              <a:t>q - 1</a:t>
            </a:r>
            <a:r>
              <a:rPr lang="en-CA" sz="2400"/>
              <a:t>). Choose </a:t>
            </a:r>
            <a:r>
              <a:rPr lang="en-CA" sz="2400" i="1"/>
              <a:t>e </a:t>
            </a:r>
            <a:r>
              <a:rPr lang="en-CA" sz="2400"/>
              <a:t>=</a:t>
            </a:r>
            <a:r>
              <a:rPr lang="en-CA" sz="2400" i="1"/>
              <a:t> 17</a:t>
            </a:r>
            <a:r>
              <a:rPr lang="en-CA" sz="2400"/>
              <a:t>.</a:t>
            </a:r>
          </a:p>
          <a:p>
            <a:pPr lvl="1"/>
            <a:r>
              <a:rPr lang="en-CA" sz="2400"/>
              <a:t>The inverse of </a:t>
            </a:r>
            <a:r>
              <a:rPr lang="en-CA" sz="2400" i="1"/>
              <a:t>17</a:t>
            </a:r>
            <a:r>
              <a:rPr lang="en-CA" sz="2400"/>
              <a:t> mod </a:t>
            </a:r>
            <a:r>
              <a:rPr lang="en-CA" sz="2400" i="1"/>
              <a:t>3120</a:t>
            </a:r>
            <a:r>
              <a:rPr lang="en-CA" sz="2400"/>
              <a:t> is </a:t>
            </a:r>
            <a:r>
              <a:rPr lang="en-CA" sz="2400" i="1"/>
              <a:t>d=2753</a:t>
            </a:r>
            <a:r>
              <a:rPr lang="en-CA" sz="2400"/>
              <a:t>.</a:t>
            </a:r>
          </a:p>
          <a:p>
            <a:pPr lvl="1"/>
            <a:r>
              <a:rPr lang="en-CA" sz="2400"/>
              <a:t>Let </a:t>
            </a:r>
            <a:r>
              <a:rPr lang="en-CA" sz="2400" i="1"/>
              <a:t>P </a:t>
            </a:r>
            <a:r>
              <a:rPr lang="en-CA" sz="2400"/>
              <a:t>=</a:t>
            </a:r>
            <a:r>
              <a:rPr lang="en-CA" sz="2400" i="1"/>
              <a:t> 65</a:t>
            </a:r>
            <a:r>
              <a:rPr lang="en-CA" sz="2400"/>
              <a:t>. </a:t>
            </a:r>
          </a:p>
          <a:p>
            <a:pPr lvl="1"/>
            <a:r>
              <a:rPr lang="en-CA" sz="2400"/>
              <a:t>The message is encrypted as follows:</a:t>
            </a:r>
          </a:p>
          <a:p>
            <a:pPr marL="0" indent="0">
              <a:buNone/>
            </a:pPr>
            <a:r>
              <a:rPr lang="en-CA" sz="2700" i="1"/>
              <a:t>      65</a:t>
            </a:r>
            <a:r>
              <a:rPr lang="en-CA" sz="2700" i="1" baseline="30000"/>
              <a:t>17</a:t>
            </a:r>
            <a:r>
              <a:rPr lang="en-CA" sz="2700"/>
              <a:t> mod </a:t>
            </a:r>
            <a:r>
              <a:rPr lang="en-CA" sz="2700" i="1"/>
              <a:t>3233</a:t>
            </a:r>
            <a:r>
              <a:rPr lang="en-CA" sz="2700"/>
              <a:t> </a:t>
            </a:r>
            <a:r>
              <a:rPr lang="en-CA" sz="2700" i="1"/>
              <a:t>=</a:t>
            </a:r>
            <a:r>
              <a:rPr lang="en-CA" sz="2700"/>
              <a:t> </a:t>
            </a:r>
            <a:r>
              <a:rPr lang="en-CA" sz="2700" i="1"/>
              <a:t>2790</a:t>
            </a:r>
            <a:r>
              <a:rPr lang="en-CA" sz="2700"/>
              <a:t>, so that </a:t>
            </a:r>
            <a:r>
              <a:rPr lang="en-CA" sz="2700" i="1"/>
              <a:t>E</a:t>
            </a:r>
            <a:r>
              <a:rPr lang="en-CA" sz="2700"/>
              <a:t>(</a:t>
            </a:r>
            <a:r>
              <a:rPr lang="en-CA" sz="2700" i="1"/>
              <a:t>65</a:t>
            </a:r>
            <a:r>
              <a:rPr lang="en-CA" sz="2700"/>
              <a:t>)</a:t>
            </a:r>
            <a:r>
              <a:rPr lang="en-CA" sz="2700" i="1"/>
              <a:t> </a:t>
            </a:r>
            <a:r>
              <a:rPr lang="en-CA" sz="2700"/>
              <a:t>=</a:t>
            </a:r>
            <a:r>
              <a:rPr lang="en-CA" sz="2700" i="1"/>
              <a:t> 2790</a:t>
            </a:r>
            <a:r>
              <a:rPr lang="en-CA" sz="2700"/>
              <a:t>.</a:t>
            </a:r>
          </a:p>
          <a:p>
            <a:pPr lvl="1"/>
            <a:r>
              <a:rPr lang="en-CA" sz="2400" i="1"/>
              <a:t>D</a:t>
            </a:r>
            <a:r>
              <a:rPr lang="en-CA" sz="2400"/>
              <a:t>(</a:t>
            </a:r>
            <a:r>
              <a:rPr lang="en-CA" sz="2400" i="1"/>
              <a:t>2790</a:t>
            </a:r>
            <a:r>
              <a:rPr lang="en-CA" sz="2400"/>
              <a:t>)</a:t>
            </a:r>
            <a:r>
              <a:rPr lang="en-CA" sz="2400" i="1"/>
              <a:t> </a:t>
            </a:r>
            <a:r>
              <a:rPr lang="en-CA" sz="2400"/>
              <a:t>=</a:t>
            </a:r>
            <a:r>
              <a:rPr lang="en-CA" sz="2400" i="1"/>
              <a:t> 2790</a:t>
            </a:r>
            <a:r>
              <a:rPr lang="en-CA" sz="2400" i="1" baseline="30000"/>
              <a:t>2753</a:t>
            </a:r>
            <a:r>
              <a:rPr lang="en-CA" sz="2400" i="1"/>
              <a:t> </a:t>
            </a:r>
            <a:r>
              <a:rPr lang="en-CA" sz="2400"/>
              <a:t>mod </a:t>
            </a:r>
            <a:r>
              <a:rPr lang="en-CA" sz="2400" i="1"/>
              <a:t>3233</a:t>
            </a:r>
            <a:r>
              <a:rPr lang="en-CA" sz="2400"/>
              <a:t> </a:t>
            </a:r>
            <a:r>
              <a:rPr lang="en-CA" sz="2400" i="1"/>
              <a:t>= 65</a:t>
            </a:r>
            <a:r>
              <a:rPr lang="en-CA" sz="2400"/>
              <a: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84</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419256397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err="1"/>
              <a:t>Rivest</a:t>
            </a:r>
            <a:r>
              <a:rPr lang="en-CA"/>
              <a:t>–Shamir–Adelman (RSA) Encryption</a:t>
            </a:r>
          </a:p>
        </p:txBody>
      </p:sp>
      <p:sp>
        <p:nvSpPr>
          <p:cNvPr id="3" name="Content Placeholder 2"/>
          <p:cNvSpPr>
            <a:spLocks noGrp="1"/>
          </p:cNvSpPr>
          <p:nvPr>
            <p:ph sz="quarter" idx="1"/>
          </p:nvPr>
        </p:nvSpPr>
        <p:spPr>
          <a:xfrm>
            <a:off x="457200" y="1600200"/>
            <a:ext cx="8075240" cy="5069160"/>
          </a:xfrm>
        </p:spPr>
        <p:txBody>
          <a:bodyPr>
            <a:normAutofit/>
          </a:bodyPr>
          <a:lstStyle/>
          <a:p>
            <a:r>
              <a:rPr lang="en-CA" sz="3200" dirty="0"/>
              <a:t>Cryptanalysis</a:t>
            </a:r>
          </a:p>
          <a:p>
            <a:pPr lvl="1"/>
            <a:r>
              <a:rPr lang="en-CA" sz="2400" dirty="0"/>
              <a:t>RSA-140 (463 bits), was factored in 1999 in 1 month using approximately 200 machines.</a:t>
            </a:r>
          </a:p>
          <a:p>
            <a:pPr lvl="1"/>
            <a:r>
              <a:rPr lang="en-CA" sz="2400" dirty="0"/>
              <a:t>RSA-155 (512 bits) was factored in 1999 in approximately 3.7 months using 300 machines.</a:t>
            </a:r>
          </a:p>
          <a:p>
            <a:pPr lvl="1"/>
            <a:r>
              <a:rPr lang="en-CA" sz="2400" dirty="0"/>
              <a:t>RSA-160 was factored in 2003 in only 20 days</a:t>
            </a:r>
          </a:p>
          <a:p>
            <a:pPr lvl="1"/>
            <a:r>
              <a:rPr lang="en-CA" sz="2400" dirty="0"/>
              <a:t>RSA-200 (663 bits) was factored in 2005 after about 18 months, using an unspecified number of machines</a:t>
            </a:r>
          </a:p>
          <a:p>
            <a:pPr lvl="1"/>
            <a:r>
              <a:rPr lang="en-CA" sz="2400" dirty="0"/>
              <a:t>1024 or longer bit keys are still secure enough to use</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85</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17480013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48822" y="458724"/>
            <a:ext cx="1046480" cy="695960"/>
          </a:xfrm>
          <a:prstGeom prst="rect">
            <a:avLst/>
          </a:prstGeom>
        </p:spPr>
        <p:txBody>
          <a:bodyPr vert="horz" wrap="square" lIns="0" tIns="12700" rIns="0" bIns="0" rtlCol="0">
            <a:spAutoFit/>
          </a:bodyPr>
          <a:lstStyle/>
          <a:p>
            <a:pPr marL="12700">
              <a:lnSpc>
                <a:spcPct val="100000"/>
              </a:lnSpc>
              <a:spcBef>
                <a:spcPts val="100"/>
              </a:spcBef>
            </a:pPr>
            <a:r>
              <a:rPr spc="-80" dirty="0"/>
              <a:t>K</a:t>
            </a:r>
            <a:r>
              <a:rPr spc="-30" dirty="0"/>
              <a:t>e</a:t>
            </a:r>
            <a:r>
              <a:rPr spc="-45" dirty="0"/>
              <a:t>y</a:t>
            </a:r>
            <a:r>
              <a:rPr dirty="0"/>
              <a:t>s</a:t>
            </a:r>
          </a:p>
        </p:txBody>
      </p:sp>
      <p:sp>
        <p:nvSpPr>
          <p:cNvPr id="3" name="object 3"/>
          <p:cNvSpPr txBox="1"/>
          <p:nvPr/>
        </p:nvSpPr>
        <p:spPr>
          <a:xfrm>
            <a:off x="535940" y="1556003"/>
            <a:ext cx="7962265" cy="4437112"/>
          </a:xfrm>
          <a:prstGeom prst="rect">
            <a:avLst/>
          </a:prstGeom>
        </p:spPr>
        <p:txBody>
          <a:bodyPr vert="horz" wrap="square" lIns="0" tIns="63500" rIns="0" bIns="0" rtlCol="0">
            <a:spAutoFit/>
          </a:bodyPr>
          <a:lstStyle/>
          <a:p>
            <a:pPr marL="355600" marR="948055" indent="-342900">
              <a:lnSpc>
                <a:spcPts val="3500"/>
              </a:lnSpc>
              <a:spcBef>
                <a:spcPts val="500"/>
              </a:spcBef>
              <a:buFont typeface="Arial MT"/>
              <a:buChar char="•"/>
              <a:tabLst>
                <a:tab pos="354965" algn="l"/>
                <a:tab pos="355600" algn="l"/>
              </a:tabLst>
            </a:pPr>
            <a:r>
              <a:rPr sz="3200" spc="-30" dirty="0">
                <a:cs typeface="Calibri"/>
              </a:rPr>
              <a:t>Keyed</a:t>
            </a:r>
            <a:r>
              <a:rPr sz="3200" spc="5" dirty="0">
                <a:cs typeface="Calibri"/>
              </a:rPr>
              <a:t> </a:t>
            </a:r>
            <a:r>
              <a:rPr sz="3200" spc="-10" dirty="0">
                <a:cs typeface="Calibri"/>
              </a:rPr>
              <a:t>cryptographic</a:t>
            </a:r>
            <a:r>
              <a:rPr sz="3200" spc="-5" dirty="0">
                <a:cs typeface="Calibri"/>
              </a:rPr>
              <a:t> </a:t>
            </a:r>
            <a:r>
              <a:rPr sz="3200" spc="-10" dirty="0">
                <a:cs typeface="Calibri"/>
              </a:rPr>
              <a:t>checksum:</a:t>
            </a:r>
            <a:r>
              <a:rPr sz="3200" spc="10" dirty="0">
                <a:cs typeface="Calibri"/>
              </a:rPr>
              <a:t> </a:t>
            </a:r>
            <a:r>
              <a:rPr sz="3200" spc="-15" dirty="0">
                <a:cs typeface="Calibri"/>
              </a:rPr>
              <a:t>requires </a:t>
            </a:r>
            <a:r>
              <a:rPr sz="3200" spc="-705" dirty="0">
                <a:cs typeface="Calibri"/>
              </a:rPr>
              <a:t> </a:t>
            </a:r>
            <a:r>
              <a:rPr sz="3200" spc="-10" dirty="0">
                <a:cs typeface="Calibri"/>
              </a:rPr>
              <a:t>cryptographic</a:t>
            </a:r>
            <a:r>
              <a:rPr sz="3200" spc="-5" dirty="0">
                <a:cs typeface="Calibri"/>
              </a:rPr>
              <a:t> </a:t>
            </a:r>
            <a:r>
              <a:rPr sz="3200" spc="-45" dirty="0">
                <a:cs typeface="Calibri"/>
              </a:rPr>
              <a:t>key</a:t>
            </a:r>
            <a:endParaRPr sz="3200" dirty="0">
              <a:cs typeface="Calibri"/>
            </a:endParaRPr>
          </a:p>
          <a:p>
            <a:pPr marL="755650" marR="31750" lvl="1" indent="-285750">
              <a:lnSpc>
                <a:spcPts val="3000"/>
              </a:lnSpc>
              <a:spcBef>
                <a:spcPts val="695"/>
              </a:spcBef>
              <a:buFont typeface="Arial MT"/>
              <a:buChar char="–"/>
              <a:tabLst>
                <a:tab pos="755650" algn="l"/>
              </a:tabLst>
            </a:pPr>
            <a:r>
              <a:rPr sz="2800" spc="-15" dirty="0">
                <a:cs typeface="Calibri"/>
              </a:rPr>
              <a:t>DES</a:t>
            </a:r>
            <a:r>
              <a:rPr sz="2800" dirty="0">
                <a:cs typeface="Calibri"/>
              </a:rPr>
              <a:t> </a:t>
            </a:r>
            <a:r>
              <a:rPr sz="2800" spc="-5" dirty="0">
                <a:cs typeface="Calibri"/>
              </a:rPr>
              <a:t>in</a:t>
            </a:r>
            <a:r>
              <a:rPr sz="2800" spc="5" dirty="0">
                <a:cs typeface="Calibri"/>
              </a:rPr>
              <a:t> </a:t>
            </a:r>
            <a:r>
              <a:rPr sz="2800" spc="-5" dirty="0">
                <a:cs typeface="Calibri"/>
              </a:rPr>
              <a:t>CBC or</a:t>
            </a:r>
            <a:r>
              <a:rPr sz="2800" dirty="0">
                <a:cs typeface="Calibri"/>
              </a:rPr>
              <a:t> </a:t>
            </a:r>
            <a:r>
              <a:rPr sz="2800" spc="-5" dirty="0">
                <a:cs typeface="Calibri"/>
              </a:rPr>
              <a:t>CFB</a:t>
            </a:r>
            <a:r>
              <a:rPr sz="2800" dirty="0">
                <a:cs typeface="Calibri"/>
              </a:rPr>
              <a:t> </a:t>
            </a:r>
            <a:r>
              <a:rPr sz="2800" spc="-5" dirty="0">
                <a:cs typeface="Calibri"/>
              </a:rPr>
              <a:t>chaining mode:</a:t>
            </a:r>
            <a:r>
              <a:rPr sz="2800" spc="5" dirty="0">
                <a:cs typeface="Calibri"/>
              </a:rPr>
              <a:t> </a:t>
            </a:r>
            <a:r>
              <a:rPr sz="2800" spc="-5" dirty="0">
                <a:cs typeface="Calibri"/>
              </a:rPr>
              <a:t>encipher </a:t>
            </a:r>
            <a:r>
              <a:rPr sz="2800" dirty="0">
                <a:cs typeface="Calibri"/>
              </a:rPr>
              <a:t> </a:t>
            </a:r>
            <a:r>
              <a:rPr sz="2800" spc="-10" dirty="0">
                <a:cs typeface="Calibri"/>
              </a:rPr>
              <a:t>message,</a:t>
            </a:r>
            <a:r>
              <a:rPr sz="2800" dirty="0">
                <a:cs typeface="Calibri"/>
              </a:rPr>
              <a:t> use</a:t>
            </a:r>
            <a:r>
              <a:rPr sz="2800" spc="-5" dirty="0">
                <a:cs typeface="Calibri"/>
              </a:rPr>
              <a:t> </a:t>
            </a:r>
            <a:r>
              <a:rPr sz="2800" spc="-10" dirty="0">
                <a:cs typeface="Calibri"/>
              </a:rPr>
              <a:t>last</a:t>
            </a:r>
            <a:r>
              <a:rPr sz="2800" dirty="0">
                <a:cs typeface="Calibri"/>
              </a:rPr>
              <a:t> </a:t>
            </a:r>
            <a:r>
              <a:rPr sz="2800" i="1" dirty="0">
                <a:cs typeface="Calibri"/>
              </a:rPr>
              <a:t>n </a:t>
            </a:r>
            <a:r>
              <a:rPr sz="2800" spc="-5" dirty="0">
                <a:cs typeface="Calibri"/>
              </a:rPr>
              <a:t>bits.</a:t>
            </a:r>
            <a:r>
              <a:rPr sz="2800" spc="5" dirty="0">
                <a:cs typeface="Calibri"/>
              </a:rPr>
              <a:t> </a:t>
            </a:r>
            <a:r>
              <a:rPr sz="2800" spc="-15" dirty="0">
                <a:cs typeface="Calibri"/>
              </a:rPr>
              <a:t>Requires</a:t>
            </a:r>
            <a:r>
              <a:rPr sz="2800" spc="5" dirty="0">
                <a:cs typeface="Calibri"/>
              </a:rPr>
              <a:t> </a:t>
            </a:r>
            <a:r>
              <a:rPr sz="2800" dirty="0">
                <a:cs typeface="Calibri"/>
              </a:rPr>
              <a:t>a </a:t>
            </a:r>
            <a:r>
              <a:rPr sz="2800" spc="-40" dirty="0">
                <a:cs typeface="Calibri"/>
              </a:rPr>
              <a:t>key</a:t>
            </a:r>
            <a:r>
              <a:rPr sz="2800" spc="-5" dirty="0">
                <a:cs typeface="Calibri"/>
              </a:rPr>
              <a:t> </a:t>
            </a:r>
            <a:r>
              <a:rPr sz="2800" spc="-15" dirty="0">
                <a:cs typeface="Calibri"/>
              </a:rPr>
              <a:t>to </a:t>
            </a:r>
            <a:r>
              <a:rPr sz="2800" spc="-10" dirty="0">
                <a:cs typeface="Calibri"/>
              </a:rPr>
              <a:t> </a:t>
            </a:r>
            <a:r>
              <a:rPr sz="2800" spc="-30" dirty="0">
                <a:cs typeface="Calibri"/>
              </a:rPr>
              <a:t>encipher,</a:t>
            </a:r>
            <a:r>
              <a:rPr sz="2800" spc="-5" dirty="0">
                <a:cs typeface="Calibri"/>
              </a:rPr>
              <a:t> </a:t>
            </a:r>
            <a:r>
              <a:rPr sz="2800" dirty="0">
                <a:cs typeface="Calibri"/>
              </a:rPr>
              <a:t>so</a:t>
            </a:r>
            <a:r>
              <a:rPr sz="2800" spc="-5" dirty="0">
                <a:cs typeface="Calibri"/>
              </a:rPr>
              <a:t> it</a:t>
            </a:r>
            <a:r>
              <a:rPr sz="2800" spc="-10" dirty="0">
                <a:cs typeface="Calibri"/>
              </a:rPr>
              <a:t> </a:t>
            </a:r>
            <a:r>
              <a:rPr sz="2800" spc="-5" dirty="0">
                <a:cs typeface="Calibri"/>
              </a:rPr>
              <a:t>is</a:t>
            </a:r>
            <a:r>
              <a:rPr sz="2800" dirty="0">
                <a:cs typeface="Calibri"/>
              </a:rPr>
              <a:t> a</a:t>
            </a:r>
            <a:r>
              <a:rPr sz="2800" spc="-5" dirty="0">
                <a:cs typeface="Calibri"/>
              </a:rPr>
              <a:t> </a:t>
            </a:r>
            <a:r>
              <a:rPr sz="2800" spc="-35" dirty="0">
                <a:cs typeface="Calibri"/>
              </a:rPr>
              <a:t>keyed</a:t>
            </a:r>
            <a:r>
              <a:rPr sz="2800" spc="-5" dirty="0">
                <a:cs typeface="Calibri"/>
              </a:rPr>
              <a:t> </a:t>
            </a:r>
            <a:r>
              <a:rPr sz="2800" spc="-10" dirty="0">
                <a:cs typeface="Calibri"/>
              </a:rPr>
              <a:t>cryptographic</a:t>
            </a:r>
            <a:r>
              <a:rPr sz="2800" dirty="0">
                <a:cs typeface="Calibri"/>
              </a:rPr>
              <a:t> </a:t>
            </a:r>
            <a:r>
              <a:rPr sz="2800" spc="-5" dirty="0">
                <a:cs typeface="Calibri"/>
              </a:rPr>
              <a:t>checksum.</a:t>
            </a:r>
            <a:endParaRPr sz="2800" dirty="0">
              <a:cs typeface="Calibri"/>
            </a:endParaRPr>
          </a:p>
          <a:p>
            <a:pPr marL="355600" marR="225425" indent="-342900">
              <a:lnSpc>
                <a:spcPts val="3500"/>
              </a:lnSpc>
              <a:spcBef>
                <a:spcPts val="705"/>
              </a:spcBef>
              <a:buFont typeface="Arial MT"/>
              <a:buChar char="•"/>
              <a:tabLst>
                <a:tab pos="354965" algn="l"/>
                <a:tab pos="355600" algn="l"/>
              </a:tabLst>
            </a:pPr>
            <a:r>
              <a:rPr sz="3200" spc="-15" dirty="0">
                <a:cs typeface="Calibri"/>
              </a:rPr>
              <a:t>Keyless</a:t>
            </a:r>
            <a:r>
              <a:rPr sz="3200" spc="-5" dirty="0">
                <a:cs typeface="Calibri"/>
              </a:rPr>
              <a:t> </a:t>
            </a:r>
            <a:r>
              <a:rPr sz="3200" spc="-10" dirty="0">
                <a:cs typeface="Calibri"/>
              </a:rPr>
              <a:t>cryptographic</a:t>
            </a:r>
            <a:r>
              <a:rPr sz="3200" spc="-5" dirty="0">
                <a:cs typeface="Calibri"/>
              </a:rPr>
              <a:t> </a:t>
            </a:r>
            <a:r>
              <a:rPr sz="3200" spc="-10" dirty="0">
                <a:cs typeface="Calibri"/>
              </a:rPr>
              <a:t>checksum:</a:t>
            </a:r>
            <a:r>
              <a:rPr sz="3200" spc="10" dirty="0">
                <a:cs typeface="Calibri"/>
              </a:rPr>
              <a:t> </a:t>
            </a:r>
            <a:r>
              <a:rPr sz="3200" spc="-15" dirty="0">
                <a:cs typeface="Calibri"/>
              </a:rPr>
              <a:t>requires</a:t>
            </a:r>
            <a:r>
              <a:rPr sz="3200" spc="-5" dirty="0">
                <a:cs typeface="Calibri"/>
              </a:rPr>
              <a:t> </a:t>
            </a:r>
            <a:r>
              <a:rPr sz="3200" dirty="0">
                <a:cs typeface="Calibri"/>
              </a:rPr>
              <a:t>no </a:t>
            </a:r>
            <a:r>
              <a:rPr sz="3200" spc="-705" dirty="0">
                <a:cs typeface="Calibri"/>
              </a:rPr>
              <a:t> </a:t>
            </a:r>
            <a:r>
              <a:rPr sz="3200" spc="-10" dirty="0">
                <a:cs typeface="Calibri"/>
              </a:rPr>
              <a:t>cryptographic</a:t>
            </a:r>
            <a:r>
              <a:rPr sz="3200" spc="-5" dirty="0">
                <a:cs typeface="Calibri"/>
              </a:rPr>
              <a:t> </a:t>
            </a:r>
            <a:r>
              <a:rPr sz="3200" spc="-45" dirty="0">
                <a:cs typeface="Calibri"/>
              </a:rPr>
              <a:t>key</a:t>
            </a:r>
            <a:endParaRPr sz="3200" dirty="0">
              <a:cs typeface="Calibri"/>
            </a:endParaRPr>
          </a:p>
          <a:p>
            <a:pPr marL="755650" marR="5080" lvl="1" indent="-285750">
              <a:lnSpc>
                <a:spcPts val="3000"/>
              </a:lnSpc>
              <a:spcBef>
                <a:spcPts val="695"/>
              </a:spcBef>
              <a:buFont typeface="Arial MT"/>
              <a:buChar char="–"/>
              <a:tabLst>
                <a:tab pos="755650" algn="l"/>
              </a:tabLst>
            </a:pPr>
            <a:r>
              <a:rPr sz="2800" dirty="0">
                <a:cs typeface="Calibri"/>
              </a:rPr>
              <a:t>MD5</a:t>
            </a:r>
            <a:r>
              <a:rPr sz="2800" spc="10" dirty="0">
                <a:cs typeface="Calibri"/>
              </a:rPr>
              <a:t> </a:t>
            </a:r>
            <a:r>
              <a:rPr sz="2800" spc="-5" dirty="0">
                <a:cs typeface="Calibri"/>
              </a:rPr>
              <a:t>and</a:t>
            </a:r>
            <a:r>
              <a:rPr sz="2800" spc="5" dirty="0">
                <a:cs typeface="Calibri"/>
              </a:rPr>
              <a:t> </a:t>
            </a:r>
            <a:r>
              <a:rPr sz="2800" b="1" spc="-10" dirty="0">
                <a:cs typeface="Calibri"/>
              </a:rPr>
              <a:t>Secure</a:t>
            </a:r>
            <a:r>
              <a:rPr sz="2800" b="1" spc="5" dirty="0">
                <a:cs typeface="Calibri"/>
              </a:rPr>
              <a:t> </a:t>
            </a:r>
            <a:r>
              <a:rPr sz="2800" b="1" spc="-5" dirty="0">
                <a:cs typeface="Calibri"/>
              </a:rPr>
              <a:t>Hash</a:t>
            </a:r>
            <a:r>
              <a:rPr sz="2800" b="1" spc="5" dirty="0">
                <a:cs typeface="Calibri"/>
              </a:rPr>
              <a:t> </a:t>
            </a:r>
            <a:r>
              <a:rPr sz="2800" b="1" spc="-10" dirty="0">
                <a:cs typeface="Calibri"/>
              </a:rPr>
              <a:t>Algorithm</a:t>
            </a:r>
            <a:r>
              <a:rPr sz="2800" b="1" spc="10" dirty="0">
                <a:cs typeface="Calibri"/>
              </a:rPr>
              <a:t> </a:t>
            </a:r>
            <a:r>
              <a:rPr sz="2800" b="1" spc="-10" dirty="0">
                <a:cs typeface="Calibri"/>
              </a:rPr>
              <a:t>(</a:t>
            </a:r>
            <a:r>
              <a:rPr sz="2800" spc="-10" dirty="0">
                <a:cs typeface="Calibri"/>
              </a:rPr>
              <a:t>SHA)-family</a:t>
            </a:r>
            <a:r>
              <a:rPr sz="2800" spc="-5" dirty="0">
                <a:cs typeface="Calibri"/>
              </a:rPr>
              <a:t> </a:t>
            </a:r>
            <a:r>
              <a:rPr sz="2800" spc="-20" dirty="0">
                <a:cs typeface="Calibri"/>
              </a:rPr>
              <a:t>are </a:t>
            </a:r>
            <a:r>
              <a:rPr sz="2800" spc="-615" dirty="0">
                <a:cs typeface="Calibri"/>
              </a:rPr>
              <a:t> </a:t>
            </a:r>
            <a:r>
              <a:rPr sz="2800" spc="-10" dirty="0">
                <a:cs typeface="Calibri"/>
              </a:rPr>
              <a:t>best</a:t>
            </a:r>
            <a:r>
              <a:rPr sz="2800" spc="-5" dirty="0">
                <a:cs typeface="Calibri"/>
              </a:rPr>
              <a:t> known</a:t>
            </a:r>
            <a:endParaRPr sz="2800" dirty="0">
              <a:cs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9964" y="458724"/>
            <a:ext cx="5142230" cy="695960"/>
          </a:xfrm>
          <a:prstGeom prst="rect">
            <a:avLst/>
          </a:prstGeom>
        </p:spPr>
        <p:txBody>
          <a:bodyPr vert="horz" wrap="square" lIns="0" tIns="12700" rIns="0" bIns="0" rtlCol="0">
            <a:spAutoFit/>
          </a:bodyPr>
          <a:lstStyle/>
          <a:p>
            <a:pPr marL="12700">
              <a:lnSpc>
                <a:spcPct val="100000"/>
              </a:lnSpc>
              <a:spcBef>
                <a:spcPts val="100"/>
              </a:spcBef>
            </a:pPr>
            <a:r>
              <a:rPr spc="-15" dirty="0"/>
              <a:t>Secure</a:t>
            </a:r>
            <a:r>
              <a:rPr spc="-25" dirty="0"/>
              <a:t> </a:t>
            </a:r>
            <a:r>
              <a:rPr dirty="0"/>
              <a:t>Hash</a:t>
            </a:r>
            <a:r>
              <a:rPr spc="-15" dirty="0"/>
              <a:t> </a:t>
            </a:r>
            <a:r>
              <a:rPr spc="-5" dirty="0"/>
              <a:t>Functions</a:t>
            </a:r>
          </a:p>
        </p:txBody>
      </p:sp>
      <p:pic>
        <p:nvPicPr>
          <p:cNvPr id="3" name="object 3"/>
          <p:cNvPicPr/>
          <p:nvPr/>
        </p:nvPicPr>
        <p:blipFill>
          <a:blip r:embed="rId2" cstate="print"/>
          <a:stretch>
            <a:fillRect/>
          </a:stretch>
        </p:blipFill>
        <p:spPr>
          <a:xfrm>
            <a:off x="2599247" y="1571355"/>
            <a:ext cx="3747386" cy="4896418"/>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2395" y="1738976"/>
            <a:ext cx="3365206" cy="963084"/>
          </a:xfrm>
          <a:prstGeom prst="rect">
            <a:avLst/>
          </a:prstGeom>
        </p:spPr>
        <p:txBody>
          <a:bodyPr vert="horz" wrap="square" lIns="0" tIns="8890" rIns="0" bIns="0" rtlCol="0">
            <a:spAutoFit/>
          </a:bodyPr>
          <a:lstStyle/>
          <a:p>
            <a:pPr marR="5080" indent="12700">
              <a:lnSpc>
                <a:spcPct val="100499"/>
              </a:lnSpc>
              <a:spcBef>
                <a:spcPts val="70"/>
              </a:spcBef>
            </a:pPr>
            <a:r>
              <a:rPr dirty="0"/>
              <a:t>M</a:t>
            </a:r>
            <a:r>
              <a:rPr spc="-5" dirty="0"/>
              <a:t>e</a:t>
            </a:r>
            <a:r>
              <a:rPr dirty="0"/>
              <a:t>ssa</a:t>
            </a:r>
            <a:r>
              <a:rPr spc="-35" dirty="0"/>
              <a:t>g</a:t>
            </a:r>
            <a:r>
              <a:rPr dirty="0"/>
              <a:t>e</a:t>
            </a:r>
            <a:r>
              <a:rPr lang="en-GB" dirty="0"/>
              <a:t> </a:t>
            </a:r>
            <a:r>
              <a:rPr lang="en-GB" sz="3200" spc="-5" dirty="0">
                <a:cs typeface="Calibri"/>
              </a:rPr>
              <a:t>authentication</a:t>
            </a:r>
            <a:endParaRPr dirty="0"/>
          </a:p>
        </p:txBody>
      </p:sp>
      <p:pic>
        <p:nvPicPr>
          <p:cNvPr id="3" name="object 3"/>
          <p:cNvPicPr/>
          <p:nvPr/>
        </p:nvPicPr>
        <p:blipFill>
          <a:blip r:embed="rId2" cstate="print"/>
          <a:stretch>
            <a:fillRect/>
          </a:stretch>
        </p:blipFill>
        <p:spPr>
          <a:xfrm>
            <a:off x="3581192" y="342442"/>
            <a:ext cx="4807505" cy="6404432"/>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The El </a:t>
            </a:r>
            <a:r>
              <a:rPr lang="en-CA" err="1"/>
              <a:t>Gamal</a:t>
            </a:r>
            <a:r>
              <a:rPr lang="en-CA"/>
              <a:t> Cryptosystem</a:t>
            </a:r>
          </a:p>
        </p:txBody>
      </p:sp>
      <p:sp>
        <p:nvSpPr>
          <p:cNvPr id="3" name="Content Placeholder 2"/>
          <p:cNvSpPr>
            <a:spLocks noGrp="1"/>
          </p:cNvSpPr>
          <p:nvPr>
            <p:ph sz="quarter" idx="1"/>
          </p:nvPr>
        </p:nvSpPr>
        <p:spPr>
          <a:xfrm>
            <a:off x="457200" y="1600200"/>
            <a:ext cx="7787208" cy="4873752"/>
          </a:xfrm>
        </p:spPr>
        <p:txBody>
          <a:bodyPr>
            <a:normAutofit/>
          </a:bodyPr>
          <a:lstStyle/>
          <a:p>
            <a:r>
              <a:rPr lang="en-CA" sz="2800"/>
              <a:t>Introduced in 1984 by El </a:t>
            </a:r>
            <a:r>
              <a:rPr lang="en-CA" sz="2800" err="1"/>
              <a:t>Gamal</a:t>
            </a:r>
            <a:endParaRPr lang="en-CA" sz="2800"/>
          </a:p>
          <a:p>
            <a:r>
              <a:rPr lang="en-CA" sz="2800"/>
              <a:t>Relies on the difficulty of computing discrete logarithms over finite fields.</a:t>
            </a:r>
          </a:p>
          <a:p>
            <a:r>
              <a:rPr lang="en-CA" sz="2800"/>
              <a:t>Because it is based on arithmetic in finite fields, as is RSA, it has some similarity to RSA.</a:t>
            </a:r>
          </a:p>
          <a:p>
            <a:r>
              <a:rPr lang="en-CA" sz="2800"/>
              <a:t>It is of considerable importance in the U.S. Digital Signature Standard (DSS).</a:t>
            </a:r>
          </a:p>
          <a:p>
            <a:pPr marL="274320" lvl="1">
              <a:spcBef>
                <a:spcPts val="600"/>
              </a:spcBef>
              <a:buSzPct val="70000"/>
              <a:buFont typeface="Wingdings"/>
              <a:buChar char=""/>
            </a:pPr>
            <a:r>
              <a:rPr lang="en-CA" sz="2800"/>
              <a:t>For a given plaintext </a:t>
            </a:r>
            <a:r>
              <a:rPr lang="en-CA" sz="2800" i="1"/>
              <a:t>P</a:t>
            </a:r>
            <a:r>
              <a:rPr lang="en-CA" sz="2800"/>
              <a:t>, the generated ciphertext has two separate parts, </a:t>
            </a:r>
            <a:r>
              <a:rPr lang="en-CA" sz="2800" i="1"/>
              <a:t>c</a:t>
            </a:r>
            <a:r>
              <a:rPr lang="en-CA" sz="2800" i="1" baseline="-25000"/>
              <a:t>1</a:t>
            </a:r>
            <a:r>
              <a:rPr lang="en-CA" sz="2800"/>
              <a:t> and </a:t>
            </a:r>
            <a:r>
              <a:rPr lang="en-CA" sz="2800" i="1"/>
              <a:t>c</a:t>
            </a:r>
            <a:r>
              <a:rPr lang="en-CA" sz="2800" i="1" baseline="-25000"/>
              <a:t>2 </a:t>
            </a:r>
            <a:r>
              <a:rPr lang="en-CA" sz="2800" i="1"/>
              <a: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89</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352391931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Digital Signature</a:t>
            </a:r>
          </a:p>
        </p:txBody>
      </p:sp>
      <p:sp>
        <p:nvSpPr>
          <p:cNvPr id="3" name="Content Placeholder 2"/>
          <p:cNvSpPr>
            <a:spLocks noGrp="1"/>
          </p:cNvSpPr>
          <p:nvPr>
            <p:ph sz="quarter" idx="1"/>
          </p:nvPr>
        </p:nvSpPr>
        <p:spPr>
          <a:xfrm>
            <a:off x="251520" y="1600200"/>
            <a:ext cx="8219256" cy="4873752"/>
          </a:xfrm>
        </p:spPr>
        <p:txBody>
          <a:bodyPr>
            <a:noAutofit/>
          </a:bodyPr>
          <a:lstStyle/>
          <a:p>
            <a:r>
              <a:rPr lang="en-CA"/>
              <a:t>A digital signature is, like a handwritten signature</a:t>
            </a:r>
          </a:p>
          <a:p>
            <a:pPr lvl="1"/>
            <a:r>
              <a:rPr lang="en-CA" sz="2000"/>
              <a:t>A means of associating a mark </a:t>
            </a:r>
            <a:r>
              <a:rPr lang="en-CA" sz="2000" b="1" u="sng"/>
              <a:t>unique to an individual </a:t>
            </a:r>
            <a:r>
              <a:rPr lang="en-CA" sz="2000"/>
              <a:t>with a body of text.</a:t>
            </a:r>
          </a:p>
          <a:p>
            <a:pPr lvl="1"/>
            <a:r>
              <a:rPr lang="en-CA" sz="2000"/>
              <a:t>The mark should be </a:t>
            </a:r>
            <a:r>
              <a:rPr lang="en-CA" sz="2000" b="1" u="sng"/>
              <a:t>unforgeable</a:t>
            </a:r>
            <a:r>
              <a:rPr lang="en-CA" sz="2000"/>
              <a:t>, meaning that </a:t>
            </a:r>
            <a:r>
              <a:rPr lang="en-CA" sz="2000" b="1"/>
              <a:t>only the originator should be able to compute the signature value</a:t>
            </a:r>
            <a:r>
              <a:rPr lang="en-CA" sz="2000"/>
              <a:t>. </a:t>
            </a:r>
          </a:p>
          <a:p>
            <a:pPr lvl="1"/>
            <a:r>
              <a:rPr lang="en-CA" sz="2000"/>
              <a:t>The mark should be </a:t>
            </a:r>
            <a:r>
              <a:rPr lang="en-CA" sz="2000" b="1" u="sng"/>
              <a:t>verifiable</a:t>
            </a:r>
            <a:r>
              <a:rPr lang="en-CA" sz="2000"/>
              <a:t>, meaning that </a:t>
            </a:r>
            <a:r>
              <a:rPr lang="en-CA" sz="2000" b="1"/>
              <a:t>others should be able to check that the signature comes from the claimed originator</a:t>
            </a:r>
          </a:p>
          <a:p>
            <a:r>
              <a:rPr lang="en-CA"/>
              <a:t>The general way of computing digital signatures is with public key encryption</a:t>
            </a:r>
          </a:p>
          <a:p>
            <a:pPr lvl="1"/>
            <a:r>
              <a:rPr lang="en-CA" sz="2000"/>
              <a:t>The signer computes a </a:t>
            </a:r>
            <a:r>
              <a:rPr lang="en-CA" sz="2000" u="sng"/>
              <a:t>signature</a:t>
            </a:r>
            <a:r>
              <a:rPr lang="en-CA" sz="2000"/>
              <a:t> value by using a </a:t>
            </a:r>
            <a:r>
              <a:rPr lang="en-CA" sz="2000" u="sng"/>
              <a:t>private key</a:t>
            </a:r>
            <a:r>
              <a:rPr lang="en-CA" sz="2000"/>
              <a:t>.</a:t>
            </a:r>
          </a:p>
          <a:p>
            <a:pPr lvl="1"/>
            <a:r>
              <a:rPr lang="en-CA" sz="2000"/>
              <a:t>Others can use the </a:t>
            </a:r>
            <a:r>
              <a:rPr lang="en-CA" sz="2000" u="sng"/>
              <a:t>public key</a:t>
            </a:r>
            <a:r>
              <a:rPr lang="en-CA" sz="2000"/>
              <a:t> to </a:t>
            </a:r>
            <a:r>
              <a:rPr lang="en-CA" sz="2000" u="sng"/>
              <a:t>verify</a:t>
            </a:r>
            <a:r>
              <a:rPr lang="en-CA" sz="2000"/>
              <a:t> that the signature came from the corresponding private key.</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90</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7556305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The El </a:t>
            </a:r>
            <a:r>
              <a:rPr lang="en-CA" err="1"/>
              <a:t>Gamal</a:t>
            </a:r>
            <a:r>
              <a:rPr lang="en-CA"/>
              <a:t> Signature Algorithm</a:t>
            </a:r>
          </a:p>
        </p:txBody>
      </p:sp>
      <p:sp>
        <p:nvSpPr>
          <p:cNvPr id="3" name="Content Placeholder 2"/>
          <p:cNvSpPr>
            <a:spLocks noGrp="1"/>
          </p:cNvSpPr>
          <p:nvPr>
            <p:ph sz="quarter" idx="1"/>
          </p:nvPr>
        </p:nvSpPr>
        <p:spPr>
          <a:xfrm>
            <a:off x="457200" y="1600200"/>
            <a:ext cx="7715200" cy="4873752"/>
          </a:xfrm>
        </p:spPr>
        <p:txBody>
          <a:bodyPr>
            <a:normAutofit/>
          </a:bodyPr>
          <a:lstStyle/>
          <a:p>
            <a:r>
              <a:rPr lang="en-CA" sz="2800"/>
              <a:t>Key generation</a:t>
            </a:r>
          </a:p>
          <a:p>
            <a:pPr lvl="1"/>
            <a:r>
              <a:rPr lang="en-CA" sz="2400"/>
              <a:t>First choose a </a:t>
            </a:r>
            <a:r>
              <a:rPr lang="en-CA" sz="2400" b="1"/>
              <a:t>prime </a:t>
            </a:r>
            <a:r>
              <a:rPr lang="en-CA" sz="2400" b="1" i="1"/>
              <a:t>p</a:t>
            </a:r>
            <a:r>
              <a:rPr lang="en-CA" sz="2400"/>
              <a:t> and </a:t>
            </a:r>
            <a:r>
              <a:rPr lang="en-CA" sz="2400" b="1"/>
              <a:t>two integers, </a:t>
            </a:r>
            <a:r>
              <a:rPr lang="en-CA" sz="2400" b="1" i="1"/>
              <a:t>a</a:t>
            </a:r>
            <a:r>
              <a:rPr lang="en-CA" sz="2400" b="1"/>
              <a:t> and </a:t>
            </a:r>
            <a:r>
              <a:rPr lang="en-CA" sz="2400" b="1" i="1"/>
              <a:t>x</a:t>
            </a:r>
            <a:r>
              <a:rPr lang="en-CA" sz="2400"/>
              <a:t>, such that </a:t>
            </a:r>
            <a:r>
              <a:rPr lang="en-CA" sz="2400" i="1"/>
              <a:t>a &lt; p</a:t>
            </a:r>
            <a:r>
              <a:rPr lang="en-CA" sz="2400"/>
              <a:t> and </a:t>
            </a:r>
            <a:r>
              <a:rPr lang="en-CA" sz="2400" i="1"/>
              <a:t>x &lt; p</a:t>
            </a:r>
            <a:r>
              <a:rPr lang="en-CA" sz="2400"/>
              <a:t> and calculate</a:t>
            </a:r>
          </a:p>
          <a:p>
            <a:pPr marL="365760" lvl="1" indent="0" algn="ctr">
              <a:buNone/>
            </a:pPr>
            <a:r>
              <a:rPr lang="en-CA" sz="2400" i="1"/>
              <a:t>y = a</a:t>
            </a:r>
            <a:r>
              <a:rPr lang="en-CA" sz="2400" i="1" baseline="30000"/>
              <a:t>x</a:t>
            </a:r>
            <a:r>
              <a:rPr lang="en-CA" sz="2400" i="1"/>
              <a:t> mod p</a:t>
            </a:r>
            <a:r>
              <a:rPr lang="en-CA" sz="2400"/>
              <a:t> </a:t>
            </a:r>
          </a:p>
          <a:p>
            <a:pPr lvl="1"/>
            <a:r>
              <a:rPr lang="en-CA" sz="2400" i="1"/>
              <a:t>a</a:t>
            </a:r>
            <a:r>
              <a:rPr lang="en-CA" sz="2400"/>
              <a:t> should be a </a:t>
            </a:r>
            <a:r>
              <a:rPr lang="en-CA" sz="2400" b="1"/>
              <a:t>generator</a:t>
            </a:r>
            <a:r>
              <a:rPr lang="en-CA" sz="2400"/>
              <a:t> of </a:t>
            </a:r>
            <a:r>
              <a:rPr lang="en-CA" sz="2400" i="1"/>
              <a:t>GF</a:t>
            </a:r>
            <a:r>
              <a:rPr lang="en-CA" sz="2400"/>
              <a:t>(</a:t>
            </a:r>
            <a:r>
              <a:rPr lang="en-CA" sz="2400" i="1"/>
              <a:t>p</a:t>
            </a:r>
            <a:r>
              <a:rPr lang="en-CA" sz="2400"/>
              <a:t>).</a:t>
            </a:r>
          </a:p>
          <a:p>
            <a:pPr lvl="1"/>
            <a:r>
              <a:rPr lang="en-CA" sz="2400"/>
              <a:t>The prime </a:t>
            </a:r>
            <a:r>
              <a:rPr lang="en-CA" sz="2400" i="1"/>
              <a:t>p</a:t>
            </a:r>
            <a:r>
              <a:rPr lang="en-CA" sz="2400"/>
              <a:t> should be chosen so that </a:t>
            </a:r>
            <a:r>
              <a:rPr lang="en-CA" sz="2400" b="1"/>
              <a:t>(</a:t>
            </a:r>
            <a:r>
              <a:rPr lang="en-CA" sz="2400" b="1" i="1"/>
              <a:t>p - 1</a:t>
            </a:r>
            <a:r>
              <a:rPr lang="en-CA" sz="2400" b="1"/>
              <a:t>) has a large prime factor, </a:t>
            </a:r>
            <a:r>
              <a:rPr lang="en-CA" sz="2400" b="1" i="1"/>
              <a:t>q</a:t>
            </a:r>
            <a:r>
              <a:rPr lang="en-CA" sz="2400"/>
              <a:t>.</a:t>
            </a:r>
          </a:p>
          <a:p>
            <a:pPr lvl="1"/>
            <a:r>
              <a:rPr lang="en-CA" sz="2400"/>
              <a:t>The private key is (</a:t>
            </a:r>
            <a:r>
              <a:rPr lang="en-CA" sz="2400" i="1" err="1"/>
              <a:t>x,p,a</a:t>
            </a:r>
            <a:r>
              <a:rPr lang="en-CA" sz="2400"/>
              <a:t>)</a:t>
            </a:r>
          </a:p>
          <a:p>
            <a:pPr lvl="1"/>
            <a:r>
              <a:rPr lang="en-CA" sz="2400"/>
              <a:t>The public key is (</a:t>
            </a:r>
            <a:r>
              <a:rPr lang="en-CA" sz="2400" i="1" err="1"/>
              <a:t>y,p,a</a:t>
            </a:r>
            <a:r>
              <a:rPr lang="en-CA" sz="2400"/>
              <a: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91</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30875615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The El </a:t>
            </a:r>
            <a:r>
              <a:rPr lang="en-CA" err="1"/>
              <a:t>Gamal</a:t>
            </a:r>
            <a:r>
              <a:rPr lang="en-CA"/>
              <a:t> Signature Algorithm</a:t>
            </a:r>
          </a:p>
        </p:txBody>
      </p:sp>
      <p:sp>
        <p:nvSpPr>
          <p:cNvPr id="3" name="Content Placeholder 2"/>
          <p:cNvSpPr>
            <a:spLocks noGrp="1"/>
          </p:cNvSpPr>
          <p:nvPr>
            <p:ph sz="quarter" idx="1"/>
          </p:nvPr>
        </p:nvSpPr>
        <p:spPr>
          <a:xfrm>
            <a:off x="457200" y="1600200"/>
            <a:ext cx="7715200" cy="4873752"/>
          </a:xfrm>
        </p:spPr>
        <p:txBody>
          <a:bodyPr>
            <a:normAutofit/>
          </a:bodyPr>
          <a:lstStyle/>
          <a:p>
            <a:r>
              <a:rPr lang="en-CA"/>
              <a:t>To sign a message </a:t>
            </a:r>
            <a:r>
              <a:rPr lang="en-CA" i="1"/>
              <a:t>m</a:t>
            </a:r>
            <a:endParaRPr lang="en-CA"/>
          </a:p>
          <a:p>
            <a:pPr lvl="1"/>
            <a:r>
              <a:rPr lang="en-CA"/>
              <a:t>Choose a random integer </a:t>
            </a:r>
            <a:r>
              <a:rPr lang="en-CA" i="1"/>
              <a:t>k</a:t>
            </a:r>
            <a:r>
              <a:rPr lang="en-CA"/>
              <a:t>, </a:t>
            </a:r>
            <a:r>
              <a:rPr lang="en-CA" i="1"/>
              <a:t>0 &lt; k &lt; p - 1</a:t>
            </a:r>
            <a:r>
              <a:rPr lang="en-CA"/>
              <a:t>, which has not been used before and which is relatively prime to (</a:t>
            </a:r>
            <a:r>
              <a:rPr lang="en-CA" i="1"/>
              <a:t>p - 1</a:t>
            </a:r>
            <a:r>
              <a:rPr lang="en-CA"/>
              <a:t>)</a:t>
            </a:r>
          </a:p>
          <a:p>
            <a:pPr lvl="1"/>
            <a:r>
              <a:rPr lang="en-CA"/>
              <a:t>Compute </a:t>
            </a:r>
            <a:r>
              <a:rPr lang="en-CA" i="1"/>
              <a:t>r = </a:t>
            </a:r>
            <a:r>
              <a:rPr lang="en-CA" i="1" err="1"/>
              <a:t>a</a:t>
            </a:r>
            <a:r>
              <a:rPr lang="en-CA" i="1" baseline="30000" err="1"/>
              <a:t>k</a:t>
            </a:r>
            <a:r>
              <a:rPr lang="en-CA" i="1"/>
              <a:t> mod p</a:t>
            </a:r>
          </a:p>
          <a:p>
            <a:pPr lvl="1"/>
            <a:r>
              <a:rPr lang="en-CA"/>
              <a:t>Compute </a:t>
            </a:r>
            <a:r>
              <a:rPr lang="en-CA" i="1"/>
              <a:t>s = k</a:t>
            </a:r>
            <a:r>
              <a:rPr lang="en-CA" i="1" baseline="30000"/>
              <a:t>-1</a:t>
            </a:r>
            <a:r>
              <a:rPr lang="en-CA" i="1"/>
              <a:t> (m – x . r) mod </a:t>
            </a:r>
            <a:r>
              <a:rPr lang="en-CA" i="1">
                <a:solidFill>
                  <a:srgbClr val="FF0000"/>
                </a:solidFill>
              </a:rPr>
              <a:t>(p - 1)</a:t>
            </a:r>
          </a:p>
          <a:p>
            <a:pPr lvl="2"/>
            <a:r>
              <a:rPr lang="en-CA"/>
              <a:t>where </a:t>
            </a:r>
            <a:r>
              <a:rPr lang="en-CA" i="1"/>
              <a:t>k</a:t>
            </a:r>
            <a:r>
              <a:rPr lang="en-CA" i="1" baseline="30000"/>
              <a:t>-1</a:t>
            </a:r>
            <a:r>
              <a:rPr lang="en-CA"/>
              <a:t> is the multiplicative inverse of </a:t>
            </a:r>
            <a:r>
              <a:rPr lang="en-CA" i="1"/>
              <a:t>k</a:t>
            </a:r>
            <a:r>
              <a:rPr lang="en-CA"/>
              <a:t> </a:t>
            </a:r>
            <a:r>
              <a:rPr lang="en-CA" i="1"/>
              <a:t>mod</a:t>
            </a:r>
            <a:r>
              <a:rPr lang="en-CA"/>
              <a:t> (</a:t>
            </a:r>
            <a:r>
              <a:rPr lang="en-CA" i="1"/>
              <a:t>p - 1</a:t>
            </a:r>
            <a:r>
              <a:rPr lang="en-CA"/>
              <a:t>)</a:t>
            </a:r>
          </a:p>
          <a:p>
            <a:pPr lvl="1"/>
            <a:r>
              <a:rPr lang="en-CA"/>
              <a:t>The message signature is then (</a:t>
            </a:r>
            <a:r>
              <a:rPr lang="en-CA" i="1" err="1"/>
              <a:t>r,s</a:t>
            </a:r>
            <a:r>
              <a:rPr lang="en-CA"/>
              <a:t>). </a:t>
            </a:r>
          </a:p>
          <a:p>
            <a:r>
              <a:rPr lang="en-CA"/>
              <a:t>To verify the signature</a:t>
            </a:r>
          </a:p>
          <a:p>
            <a:pPr lvl="1"/>
            <a:r>
              <a:rPr lang="en-CA"/>
              <a:t>Use the public key </a:t>
            </a:r>
            <a:r>
              <a:rPr lang="en-CA" i="1"/>
              <a:t>y</a:t>
            </a:r>
            <a:r>
              <a:rPr lang="en-CA"/>
              <a:t> to compute </a:t>
            </a:r>
            <a:r>
              <a:rPr lang="en-CA" i="1" err="1"/>
              <a:t>y</a:t>
            </a:r>
            <a:r>
              <a:rPr lang="en-CA" i="1" baseline="30000" err="1"/>
              <a:t>r</a:t>
            </a:r>
            <a:r>
              <a:rPr lang="en-CA" i="1"/>
              <a:t>  </a:t>
            </a:r>
            <a:r>
              <a:rPr lang="en-CA" i="1" err="1"/>
              <a:t>r</a:t>
            </a:r>
            <a:r>
              <a:rPr lang="en-CA" i="1" baseline="30000" err="1"/>
              <a:t>s</a:t>
            </a:r>
            <a:r>
              <a:rPr lang="en-CA"/>
              <a:t> </a:t>
            </a:r>
            <a:r>
              <a:rPr lang="en-CA" i="1"/>
              <a:t>mod p</a:t>
            </a:r>
            <a:r>
              <a:rPr lang="en-CA"/>
              <a:t> and determine that it is equivalent to </a:t>
            </a:r>
            <a:r>
              <a:rPr lang="en-CA" i="1"/>
              <a:t>a</a:t>
            </a:r>
            <a:r>
              <a:rPr lang="en-CA" i="1" baseline="30000"/>
              <a:t>m</a:t>
            </a:r>
            <a:r>
              <a:rPr lang="en-CA" i="1"/>
              <a:t> mod p</a:t>
            </a:r>
            <a:r>
              <a:rPr lang="en-CA"/>
              <a:t>. </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92</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7254584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The El </a:t>
            </a:r>
            <a:r>
              <a:rPr lang="en-CA" err="1"/>
              <a:t>Gamal</a:t>
            </a:r>
            <a:r>
              <a:rPr lang="en-CA"/>
              <a:t> Signature Algorithm</a:t>
            </a:r>
          </a:p>
        </p:txBody>
      </p:sp>
      <p:sp>
        <p:nvSpPr>
          <p:cNvPr id="3" name="Content Placeholder 2"/>
          <p:cNvSpPr>
            <a:spLocks noGrp="1"/>
          </p:cNvSpPr>
          <p:nvPr>
            <p:ph sz="quarter" idx="1"/>
          </p:nvPr>
        </p:nvSpPr>
        <p:spPr>
          <a:xfrm>
            <a:off x="457200" y="1600200"/>
            <a:ext cx="7715200" cy="4873752"/>
          </a:xfrm>
        </p:spPr>
        <p:txBody>
          <a:bodyPr>
            <a:normAutofit/>
          </a:bodyPr>
          <a:lstStyle/>
          <a:p>
            <a:r>
              <a:rPr lang="en-CA"/>
              <a:t>Example</a:t>
            </a:r>
          </a:p>
          <a:p>
            <a:pPr lvl="1"/>
            <a:r>
              <a:rPr lang="en-CA"/>
              <a:t>Key generation</a:t>
            </a:r>
          </a:p>
          <a:p>
            <a:pPr lvl="2"/>
            <a:r>
              <a:rPr lang="en-CA"/>
              <a:t>p=23, a=5, x=3, </a:t>
            </a:r>
            <a:r>
              <a:rPr lang="en-CA" i="1"/>
              <a:t>y = a</a:t>
            </a:r>
            <a:r>
              <a:rPr lang="en-CA" i="1" baseline="30000"/>
              <a:t>x</a:t>
            </a:r>
            <a:r>
              <a:rPr lang="en-CA" i="1"/>
              <a:t> mod p = 5</a:t>
            </a:r>
            <a:r>
              <a:rPr lang="en-CA" i="1" baseline="30000"/>
              <a:t>3</a:t>
            </a:r>
            <a:r>
              <a:rPr lang="en-CA" i="1"/>
              <a:t> mod 23 = 10</a:t>
            </a:r>
            <a:r>
              <a:rPr lang="en-CA"/>
              <a:t> </a:t>
            </a:r>
          </a:p>
          <a:p>
            <a:pPr lvl="1"/>
            <a:r>
              <a:rPr lang="en-CA"/>
              <a:t>Sign the message </a:t>
            </a:r>
            <a:r>
              <a:rPr lang="en-CA" i="1"/>
              <a:t>m= 8</a:t>
            </a:r>
            <a:endParaRPr lang="en-CA"/>
          </a:p>
          <a:p>
            <a:pPr lvl="2"/>
            <a:r>
              <a:rPr lang="en-CA"/>
              <a:t>Select </a:t>
            </a:r>
            <a:r>
              <a:rPr lang="en-CA" i="1"/>
              <a:t>k=5  k</a:t>
            </a:r>
            <a:r>
              <a:rPr lang="en-CA" i="1" baseline="30000"/>
              <a:t>-1 </a:t>
            </a:r>
            <a:r>
              <a:rPr lang="en-CA" i="1"/>
              <a:t>= 5</a:t>
            </a:r>
            <a:r>
              <a:rPr lang="en-CA" i="1" baseline="30000"/>
              <a:t>-1</a:t>
            </a:r>
            <a:r>
              <a:rPr lang="en-CA" i="1"/>
              <a:t> = 9    (59=45=1 mod </a:t>
            </a:r>
            <a:r>
              <a:rPr lang="en-CA" i="1">
                <a:solidFill>
                  <a:srgbClr val="FF0000"/>
                </a:solidFill>
              </a:rPr>
              <a:t>22</a:t>
            </a:r>
            <a:r>
              <a:rPr lang="en-CA" i="1"/>
              <a:t>)</a:t>
            </a:r>
          </a:p>
          <a:p>
            <a:pPr lvl="2"/>
            <a:r>
              <a:rPr lang="en-CA"/>
              <a:t>Compute </a:t>
            </a:r>
          </a:p>
          <a:p>
            <a:pPr marL="0" indent="0" algn="ctr">
              <a:buNone/>
            </a:pPr>
            <a:r>
              <a:rPr lang="en-CA" sz="1800" i="1"/>
              <a:t>r = </a:t>
            </a:r>
            <a:r>
              <a:rPr lang="en-CA" sz="1800" i="1" err="1"/>
              <a:t>a</a:t>
            </a:r>
            <a:r>
              <a:rPr lang="en-CA" sz="1800" i="1" baseline="30000" err="1"/>
              <a:t>k</a:t>
            </a:r>
            <a:r>
              <a:rPr lang="en-CA" sz="1800" i="1"/>
              <a:t> mod p = 5</a:t>
            </a:r>
            <a:r>
              <a:rPr lang="en-CA" sz="1800" i="1" baseline="30000"/>
              <a:t>5</a:t>
            </a:r>
            <a:r>
              <a:rPr lang="en-CA" sz="1800" i="1"/>
              <a:t> mod 23 = 20</a:t>
            </a:r>
          </a:p>
          <a:p>
            <a:pPr lvl="2"/>
            <a:r>
              <a:rPr lang="en-CA"/>
              <a:t>Compute</a:t>
            </a:r>
          </a:p>
          <a:p>
            <a:pPr marL="0" indent="0" algn="ctr">
              <a:buNone/>
            </a:pPr>
            <a:r>
              <a:rPr lang="en-CA" sz="1800" i="1"/>
              <a:t>s = k</a:t>
            </a:r>
            <a:r>
              <a:rPr lang="en-CA" sz="1800" i="1" baseline="30000"/>
              <a:t>-1</a:t>
            </a:r>
            <a:r>
              <a:rPr lang="en-CA" sz="1800" i="1"/>
              <a:t> (m - </a:t>
            </a:r>
            <a:r>
              <a:rPr lang="en-CA" sz="1800" i="1" err="1"/>
              <a:t>xr</a:t>
            </a:r>
            <a:r>
              <a:rPr lang="en-CA" sz="1800" i="1"/>
              <a:t>) mod </a:t>
            </a:r>
            <a:r>
              <a:rPr lang="en-CA" sz="1800" i="1">
                <a:solidFill>
                  <a:srgbClr val="FF0000"/>
                </a:solidFill>
              </a:rPr>
              <a:t>(p - 1) </a:t>
            </a:r>
            <a:r>
              <a:rPr lang="en-CA" sz="1800" i="1"/>
              <a:t>= 5</a:t>
            </a:r>
            <a:r>
              <a:rPr lang="en-CA" sz="1800" i="1" baseline="30000"/>
              <a:t>-1</a:t>
            </a:r>
            <a:r>
              <a:rPr lang="en-CA" sz="1800" i="1"/>
              <a:t> (8 – 320) mod </a:t>
            </a:r>
            <a:r>
              <a:rPr lang="en-CA" sz="1800" i="1">
                <a:solidFill>
                  <a:srgbClr val="FF0000"/>
                </a:solidFill>
              </a:rPr>
              <a:t>22</a:t>
            </a:r>
            <a:r>
              <a:rPr lang="en-CA" sz="1800" i="1"/>
              <a:t> = 914 mod </a:t>
            </a:r>
            <a:r>
              <a:rPr lang="en-CA" sz="1800" i="1">
                <a:solidFill>
                  <a:srgbClr val="FF0000"/>
                </a:solidFill>
              </a:rPr>
              <a:t>22</a:t>
            </a:r>
            <a:r>
              <a:rPr lang="en-CA" sz="1800" i="1"/>
              <a:t> = 16</a:t>
            </a:r>
          </a:p>
          <a:p>
            <a:pPr lvl="1"/>
            <a:r>
              <a:rPr lang="en-CA"/>
              <a:t>Signature verification</a:t>
            </a:r>
          </a:p>
          <a:p>
            <a:pPr lvl="2"/>
            <a:r>
              <a:rPr lang="en-CA" i="1" err="1"/>
              <a:t>y</a:t>
            </a:r>
            <a:r>
              <a:rPr lang="en-CA" i="1" baseline="30000" err="1"/>
              <a:t>r</a:t>
            </a:r>
            <a:r>
              <a:rPr lang="en-CA" i="1"/>
              <a:t>  </a:t>
            </a:r>
            <a:r>
              <a:rPr lang="en-CA" i="1" err="1"/>
              <a:t>r</a:t>
            </a:r>
            <a:r>
              <a:rPr lang="en-CA" i="1" baseline="30000" err="1"/>
              <a:t>s</a:t>
            </a:r>
            <a:r>
              <a:rPr lang="en-CA"/>
              <a:t> </a:t>
            </a:r>
            <a:r>
              <a:rPr lang="en-CA" i="1"/>
              <a:t>mod p = 10</a:t>
            </a:r>
            <a:r>
              <a:rPr lang="en-CA" i="1" baseline="30000"/>
              <a:t>20</a:t>
            </a:r>
            <a:r>
              <a:rPr lang="en-CA" i="1"/>
              <a:t> * 20</a:t>
            </a:r>
            <a:r>
              <a:rPr lang="en-CA" i="1" baseline="30000"/>
              <a:t>16</a:t>
            </a:r>
            <a:r>
              <a:rPr lang="en-CA"/>
              <a:t> </a:t>
            </a:r>
            <a:r>
              <a:rPr lang="en-CA" i="1"/>
              <a:t>mod 23 = 3  * 13 mod 23 = 16</a:t>
            </a:r>
          </a:p>
          <a:p>
            <a:pPr lvl="2"/>
            <a:r>
              <a:rPr lang="en-CA" i="1"/>
              <a:t>a</a:t>
            </a:r>
            <a:r>
              <a:rPr lang="en-CA" i="1" baseline="30000"/>
              <a:t>m</a:t>
            </a:r>
            <a:r>
              <a:rPr lang="en-CA" i="1"/>
              <a:t> mod p = 5</a:t>
            </a:r>
            <a:r>
              <a:rPr lang="en-CA" i="1" baseline="30000"/>
              <a:t>8</a:t>
            </a:r>
            <a:r>
              <a:rPr lang="en-CA" i="1"/>
              <a:t> mod 23 = 16</a:t>
            </a:r>
          </a:p>
          <a:p>
            <a:pPr lvl="1"/>
            <a:endParaRPr lang="en-CA"/>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93</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15985104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The El </a:t>
            </a:r>
            <a:r>
              <a:rPr lang="en-CA" err="1"/>
              <a:t>Gamal</a:t>
            </a:r>
            <a:r>
              <a:rPr lang="en-CA"/>
              <a:t> Signature Algorithm</a:t>
            </a:r>
          </a:p>
        </p:txBody>
      </p:sp>
      <p:sp>
        <p:nvSpPr>
          <p:cNvPr id="3" name="Content Placeholder 2"/>
          <p:cNvSpPr>
            <a:spLocks noGrp="1"/>
          </p:cNvSpPr>
          <p:nvPr>
            <p:ph sz="quarter" idx="1"/>
          </p:nvPr>
        </p:nvSpPr>
        <p:spPr>
          <a:xfrm>
            <a:off x="457200" y="1600200"/>
            <a:ext cx="8003232" cy="4873752"/>
          </a:xfrm>
        </p:spPr>
        <p:txBody>
          <a:bodyPr>
            <a:normAutofit/>
          </a:bodyPr>
          <a:lstStyle/>
          <a:p>
            <a:r>
              <a:rPr lang="en-CA" sz="2800"/>
              <a:t>The U.S. Digital Signature Algorithm (DSA) (or the Digital Signature Standard or DSS) is the El </a:t>
            </a:r>
            <a:r>
              <a:rPr lang="en-CA" sz="2800" err="1"/>
              <a:t>Gamal</a:t>
            </a:r>
            <a:r>
              <a:rPr lang="en-CA" sz="2800"/>
              <a:t> algorithm with a few restrictions:</a:t>
            </a:r>
          </a:p>
          <a:p>
            <a:pPr marL="822960" lvl="1" indent="-457200">
              <a:buFont typeface="+mj-lt"/>
              <a:buAutoNum type="arabicPeriod"/>
            </a:pPr>
            <a:r>
              <a:rPr lang="en-CA" sz="2400"/>
              <a:t>The size of </a:t>
            </a:r>
            <a:r>
              <a:rPr lang="en-CA" sz="2400" i="1"/>
              <a:t>p</a:t>
            </a:r>
            <a:r>
              <a:rPr lang="en-CA" sz="2400"/>
              <a:t> is specifically fixed at 2</a:t>
            </a:r>
            <a:r>
              <a:rPr lang="en-CA" sz="2400" baseline="30000"/>
              <a:t>511</a:t>
            </a:r>
            <a:r>
              <a:rPr lang="en-CA" sz="2400"/>
              <a:t> &lt; </a:t>
            </a:r>
            <a:r>
              <a:rPr lang="en-CA" sz="2400" i="1"/>
              <a:t>p</a:t>
            </a:r>
            <a:r>
              <a:rPr lang="en-CA" sz="2400"/>
              <a:t> &lt; 2</a:t>
            </a:r>
            <a:r>
              <a:rPr lang="en-CA" sz="2400" baseline="30000"/>
              <a:t>512</a:t>
            </a:r>
            <a:r>
              <a:rPr lang="en-CA" sz="2400"/>
              <a:t> (roughly 170 decimal digits long)</a:t>
            </a:r>
          </a:p>
          <a:p>
            <a:pPr marL="822960" lvl="1" indent="-457200">
              <a:buFont typeface="+mj-lt"/>
              <a:buAutoNum type="arabicPeriod"/>
            </a:pPr>
            <a:r>
              <a:rPr lang="en-CA" sz="2400" i="1"/>
              <a:t>q</a:t>
            </a:r>
            <a:r>
              <a:rPr lang="en-CA" sz="2400"/>
              <a:t>, which is the large prime factor of (</a:t>
            </a:r>
            <a:r>
              <a:rPr lang="en-CA" sz="2400" i="1"/>
              <a:t>p - 1</a:t>
            </a:r>
            <a:r>
              <a:rPr lang="en-CA" sz="2400"/>
              <a:t>) is chosen so that 2</a:t>
            </a:r>
            <a:r>
              <a:rPr lang="en-CA" sz="2400" baseline="30000"/>
              <a:t>159</a:t>
            </a:r>
            <a:r>
              <a:rPr lang="en-CA" sz="2400"/>
              <a:t> &lt; </a:t>
            </a:r>
            <a:r>
              <a:rPr lang="en-CA" sz="2400" i="1"/>
              <a:t>q</a:t>
            </a:r>
            <a:r>
              <a:rPr lang="en-CA" sz="2400"/>
              <a:t> &lt; 2</a:t>
            </a:r>
            <a:r>
              <a:rPr lang="en-CA" sz="2400" baseline="30000"/>
              <a:t>160</a:t>
            </a:r>
            <a:r>
              <a:rPr lang="en-CA" sz="2400"/>
              <a:t> </a:t>
            </a:r>
          </a:p>
          <a:p>
            <a:pPr marL="822960" lvl="1" indent="-457200">
              <a:buFont typeface="+mj-lt"/>
              <a:buAutoNum type="arabicPeriod"/>
            </a:pPr>
            <a:r>
              <a:rPr lang="en-CA" sz="2400"/>
              <a:t>The algorithm explicitly uses </a:t>
            </a:r>
            <a:r>
              <a:rPr lang="en-CA" sz="2400" i="1"/>
              <a:t>H</a:t>
            </a:r>
            <a:r>
              <a:rPr lang="en-CA" sz="2400"/>
              <a:t>(</a:t>
            </a:r>
            <a:r>
              <a:rPr lang="en-CA" sz="2400" i="1"/>
              <a:t>m</a:t>
            </a:r>
            <a:r>
              <a:rPr lang="en-CA" sz="2400"/>
              <a:t>), a hash value, instead of the full message text </a:t>
            </a:r>
            <a:r>
              <a:rPr lang="en-CA" sz="2400" i="1"/>
              <a:t>m</a:t>
            </a:r>
          </a:p>
          <a:p>
            <a:pPr marL="822960" lvl="1" indent="-457200">
              <a:buFont typeface="+mj-lt"/>
              <a:buAutoNum type="arabicPeriod"/>
            </a:pPr>
            <a:r>
              <a:rPr lang="en-CA" sz="2400"/>
              <a:t>The computations of </a:t>
            </a:r>
            <a:r>
              <a:rPr lang="en-CA" sz="2400" i="1"/>
              <a:t>r</a:t>
            </a:r>
            <a:r>
              <a:rPr lang="en-CA" sz="2400"/>
              <a:t> and </a:t>
            </a:r>
            <a:r>
              <a:rPr lang="en-CA" sz="2400" i="1"/>
              <a:t>s</a:t>
            </a:r>
            <a:r>
              <a:rPr lang="en-CA" sz="2400"/>
              <a:t> are taken mod </a:t>
            </a:r>
            <a:r>
              <a:rPr lang="en-CA" sz="2400" i="1"/>
              <a:t>q</a:t>
            </a:r>
            <a:r>
              <a:rPr lang="en-CA" sz="2400"/>
              <a: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94</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68498657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Secret Sharing</a:t>
            </a:r>
          </a:p>
        </p:txBody>
      </p:sp>
      <p:sp>
        <p:nvSpPr>
          <p:cNvPr id="3" name="Content Placeholder 2"/>
          <p:cNvSpPr>
            <a:spLocks noGrp="1"/>
          </p:cNvSpPr>
          <p:nvPr>
            <p:ph sz="quarter" idx="1"/>
          </p:nvPr>
        </p:nvSpPr>
        <p:spPr/>
        <p:txBody>
          <a:bodyPr>
            <a:normAutofit fontScale="85000" lnSpcReduction="20000"/>
          </a:bodyPr>
          <a:lstStyle/>
          <a:p>
            <a:r>
              <a:rPr lang="en-CA"/>
              <a:t>Sharing a </a:t>
            </a:r>
            <a:r>
              <a:rPr lang="en-CA" b="1" i="1"/>
              <a:t>secret</a:t>
            </a:r>
            <a:r>
              <a:rPr lang="en-CA" i="1"/>
              <a:t> </a:t>
            </a:r>
            <a:r>
              <a:rPr lang="en-CA"/>
              <a:t>among a group of participants.</a:t>
            </a:r>
          </a:p>
          <a:p>
            <a:r>
              <a:rPr lang="en-CA"/>
              <a:t>It was introduced by </a:t>
            </a:r>
            <a:r>
              <a:rPr lang="en-CA" err="1"/>
              <a:t>Adi</a:t>
            </a:r>
            <a:r>
              <a:rPr lang="en-CA"/>
              <a:t> Shamir and George </a:t>
            </a:r>
            <a:r>
              <a:rPr lang="en-CA" err="1"/>
              <a:t>Blakley</a:t>
            </a:r>
            <a:r>
              <a:rPr lang="en-CA"/>
              <a:t> in 1979, independently.</a:t>
            </a:r>
          </a:p>
          <a:p>
            <a:r>
              <a:rPr lang="en-CA"/>
              <a:t>The secret can be reconstructed only when a sufficient number (called threshold) of shares are participated in the decryption process.</a:t>
            </a:r>
          </a:p>
          <a:p>
            <a:r>
              <a:rPr lang="en-CA"/>
              <a:t>It is shown by (</a:t>
            </a:r>
            <a:r>
              <a:rPr lang="en-CA" i="1" err="1"/>
              <a:t>t</a:t>
            </a:r>
            <a:r>
              <a:rPr lang="en-CA" err="1"/>
              <a:t>,</a:t>
            </a:r>
            <a:r>
              <a:rPr lang="en-CA" i="1" err="1"/>
              <a:t>n</a:t>
            </a:r>
            <a:r>
              <a:rPr lang="en-CA"/>
              <a:t>)-threshold, in which </a:t>
            </a:r>
            <a:r>
              <a:rPr lang="en-CA" i="1"/>
              <a:t>n</a:t>
            </a:r>
            <a:r>
              <a:rPr lang="en-CA"/>
              <a:t> is the total number of participants and </a:t>
            </a:r>
            <a:r>
              <a:rPr lang="en-CA" i="1"/>
              <a:t>t</a:t>
            </a:r>
            <a:r>
              <a:rPr lang="en-CA"/>
              <a:t> is the minimum number of required participants for secret reconstruction.</a:t>
            </a:r>
          </a:p>
          <a:p>
            <a:r>
              <a:rPr lang="en-CA"/>
              <a:t>Any </a:t>
            </a:r>
            <a:r>
              <a:rPr lang="en-CA" b="1"/>
              <a:t>combination of fewer than </a:t>
            </a:r>
            <a:r>
              <a:rPr lang="en-CA" b="1" i="1"/>
              <a:t>t</a:t>
            </a:r>
            <a:r>
              <a:rPr lang="en-CA" b="1"/>
              <a:t> shares has no extra information </a:t>
            </a:r>
            <a:r>
              <a:rPr lang="en-CA"/>
              <a:t>about the secret than that with no share.</a:t>
            </a:r>
          </a:p>
          <a:p>
            <a:r>
              <a:rPr lang="en-CA"/>
              <a:t>Its applications include, but not limited to,</a:t>
            </a:r>
          </a:p>
          <a:p>
            <a:pPr lvl="1"/>
            <a:r>
              <a:rPr lang="en-CA"/>
              <a:t>Encryption keys distribution</a:t>
            </a:r>
          </a:p>
          <a:p>
            <a:pPr lvl="1"/>
            <a:r>
              <a:rPr lang="en-CA"/>
              <a:t>Missile launch codes</a:t>
            </a:r>
          </a:p>
          <a:p>
            <a:pPr lvl="1"/>
            <a:r>
              <a:rPr lang="en-CA"/>
              <a:t>Bank accounts</a:t>
            </a:r>
          </a:p>
          <a:p>
            <a:pPr lvl="1"/>
            <a:r>
              <a:rPr lang="en-CA"/>
              <a:t>Bank safe-deposit boxes</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95</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345117383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Secret Sharing (cont.)</a:t>
            </a:r>
          </a:p>
        </p:txBody>
      </p:sp>
      <p:sp>
        <p:nvSpPr>
          <p:cNvPr id="3" name="Content Placeholder 2"/>
          <p:cNvSpPr>
            <a:spLocks noGrp="1"/>
          </p:cNvSpPr>
          <p:nvPr>
            <p:ph sz="quarter" idx="1"/>
          </p:nvPr>
        </p:nvSpPr>
        <p:spPr/>
        <p:txBody>
          <a:bodyPr>
            <a:noAutofit/>
          </a:bodyPr>
          <a:lstStyle/>
          <a:p>
            <a:r>
              <a:rPr lang="en-CA" sz="2800"/>
              <a:t>Limitations to all unconditionally secure secret sharing schemes:</a:t>
            </a:r>
          </a:p>
          <a:p>
            <a:pPr marL="623888" lvl="1" indent="-258763">
              <a:buFont typeface="+mj-lt"/>
              <a:buAutoNum type="arabicPeriod"/>
            </a:pPr>
            <a:r>
              <a:rPr lang="en-CA" sz="2400" b="1"/>
              <a:t>Each share of the secret must be at least as large as the secret itself</a:t>
            </a:r>
            <a:r>
              <a:rPr lang="en-CA" sz="2400"/>
              <a:t>. </a:t>
            </a:r>
          </a:p>
          <a:p>
            <a:pPr marL="925195" lvl="2" indent="-285750"/>
            <a:r>
              <a:rPr lang="en-CA" sz="2000"/>
              <a:t>Based on information theory, </a:t>
            </a:r>
            <a:r>
              <a:rPr lang="en-CA" sz="2000" b="1"/>
              <a:t>given </a:t>
            </a:r>
            <a:r>
              <a:rPr lang="en-CA" sz="2000" b="1" i="1"/>
              <a:t>t-1</a:t>
            </a:r>
            <a:r>
              <a:rPr lang="en-CA" sz="2000" b="1"/>
              <a:t> shares, no information can be revealed from the secret</a:t>
            </a:r>
            <a:r>
              <a:rPr lang="en-CA" sz="2000"/>
              <a:t>. Thus, the </a:t>
            </a:r>
            <a:r>
              <a:rPr lang="en-CA" sz="2000" b="1"/>
              <a:t>shares must contain as much information as the secret itself</a:t>
            </a:r>
            <a:r>
              <a:rPr lang="en-CA" sz="2000"/>
              <a:t>.</a:t>
            </a:r>
          </a:p>
          <a:p>
            <a:pPr marL="623888" lvl="1" indent="-258763">
              <a:buFont typeface="+mj-lt"/>
              <a:buAutoNum type="arabicPeriod"/>
            </a:pPr>
            <a:r>
              <a:rPr lang="en-CA" sz="2400"/>
              <a:t>All secret sharing schemes use random bits.</a:t>
            </a:r>
          </a:p>
          <a:p>
            <a:pPr marL="925195" lvl="2" indent="-285750"/>
            <a:r>
              <a:rPr lang="en-CA" sz="2000" b="1"/>
              <a:t>To distribute a one-bit secret among </a:t>
            </a:r>
            <a:r>
              <a:rPr lang="en-CA" sz="2000" b="1" i="1"/>
              <a:t>t</a:t>
            </a:r>
            <a:r>
              <a:rPr lang="en-CA" sz="2000" b="1"/>
              <a:t> participants, </a:t>
            </a:r>
            <a:r>
              <a:rPr lang="en-CA" sz="2000" b="1" i="1"/>
              <a:t>t-1</a:t>
            </a:r>
            <a:r>
              <a:rPr lang="en-CA" sz="2000" b="1"/>
              <a:t> random bits are necessary</a:t>
            </a:r>
            <a:r>
              <a:rPr lang="en-CA" sz="2000"/>
              <a: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96</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8985439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Secret Sharing (cont.)</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457200" y="1600200"/>
                <a:ext cx="7643192" cy="4873752"/>
              </a:xfrm>
            </p:spPr>
            <p:txBody>
              <a:bodyPr>
                <a:noAutofit/>
              </a:bodyPr>
              <a:lstStyle/>
              <a:p>
                <a:r>
                  <a:rPr lang="en-CA" dirty="0"/>
                  <a:t>Trivial secret sharing</a:t>
                </a:r>
              </a:p>
              <a:p>
                <a:pPr lvl="1"/>
                <a:r>
                  <a:rPr lang="en-CA" sz="2000" dirty="0"/>
                  <a:t>Encode the secret as an arbitrary length binary number </a:t>
                </a:r>
                <a:r>
                  <a:rPr lang="en-CA" sz="2000" i="1" dirty="0"/>
                  <a:t>s</a:t>
                </a:r>
                <a:r>
                  <a:rPr lang="en-CA" sz="2000" dirty="0"/>
                  <a:t>.</a:t>
                </a:r>
              </a:p>
              <a:p>
                <a:pPr lvl="1"/>
                <a:r>
                  <a:rPr lang="en-CA" sz="2000" dirty="0"/>
                  <a:t>Give to each player </a:t>
                </a:r>
                <a:r>
                  <a:rPr lang="en-CA" sz="2000" i="1" dirty="0" err="1"/>
                  <a:t>i</a:t>
                </a:r>
                <a:r>
                  <a:rPr lang="en-CA" sz="2000" dirty="0"/>
                  <a:t> (except the last one) a random number </a:t>
                </a:r>
                <a:r>
                  <a:rPr lang="en-CA" sz="2000" i="1" dirty="0"/>
                  <a:t>p</a:t>
                </a:r>
                <a:r>
                  <a:rPr lang="en-CA" sz="2000" i="1" baseline="-25000" dirty="0"/>
                  <a:t>i</a:t>
                </a:r>
                <a:r>
                  <a:rPr lang="en-CA" sz="2000" dirty="0"/>
                  <a:t> with the same length as </a:t>
                </a:r>
                <a:r>
                  <a:rPr lang="en-CA" sz="2000" i="1" dirty="0"/>
                  <a:t>s</a:t>
                </a:r>
                <a:r>
                  <a:rPr lang="en-CA" sz="2000" dirty="0"/>
                  <a:t>.</a:t>
                </a:r>
              </a:p>
              <a:p>
                <a:pPr lvl="1"/>
                <a:r>
                  <a:rPr lang="en-CA" sz="2000" dirty="0"/>
                  <a:t>Give to the last player the result of </a:t>
                </a:r>
              </a:p>
              <a:p>
                <a:pPr marL="0" indent="0" algn="ctr">
                  <a:buNone/>
                </a:pPr>
                <a:r>
                  <a:rPr lang="en-CA" sz="2800" i="1" dirty="0"/>
                  <a:t>s </a:t>
                </a:r>
                <a14:m>
                  <m:oMath xmlns:m="http://schemas.openxmlformats.org/officeDocument/2006/math">
                    <m:r>
                      <a:rPr lang="en-CA" sz="2800" i="1" smtClean="0">
                        <a:latin typeface="Cambria Math"/>
                        <a:ea typeface="Cambria Math"/>
                      </a:rPr>
                      <m:t>⊕</m:t>
                    </m:r>
                  </m:oMath>
                </a14:m>
                <a:r>
                  <a:rPr lang="en-CA" sz="2800" i="1" dirty="0"/>
                  <a:t> p</a:t>
                </a:r>
                <a:r>
                  <a:rPr lang="en-CA" sz="2800" i="1" baseline="-25000" dirty="0"/>
                  <a:t>1</a:t>
                </a:r>
                <a:r>
                  <a:rPr lang="en-CA" sz="2800" i="1" dirty="0"/>
                  <a:t> </a:t>
                </a:r>
                <a14:m>
                  <m:oMath xmlns:m="http://schemas.openxmlformats.org/officeDocument/2006/math">
                    <m:r>
                      <a:rPr lang="en-CA" sz="2800" i="1">
                        <a:latin typeface="Cambria Math"/>
                        <a:ea typeface="Cambria Math"/>
                      </a:rPr>
                      <m:t>⊕</m:t>
                    </m:r>
                  </m:oMath>
                </a14:m>
                <a:r>
                  <a:rPr lang="en-CA" sz="2800" i="1" dirty="0"/>
                  <a:t> p</a:t>
                </a:r>
                <a:r>
                  <a:rPr lang="en-CA" sz="2800" i="1" baseline="-25000" dirty="0"/>
                  <a:t>2</a:t>
                </a:r>
                <a:r>
                  <a:rPr lang="en-CA" sz="2800" i="1" dirty="0"/>
                  <a:t> </a:t>
                </a:r>
                <a14:m>
                  <m:oMath xmlns:m="http://schemas.openxmlformats.org/officeDocument/2006/math">
                    <m:r>
                      <a:rPr lang="en-CA" sz="2800" i="1">
                        <a:latin typeface="Cambria Math"/>
                        <a:ea typeface="Cambria Math"/>
                      </a:rPr>
                      <m:t>⊕</m:t>
                    </m:r>
                  </m:oMath>
                </a14:m>
                <a:r>
                  <a:rPr lang="en-CA" sz="2800" dirty="0"/>
                  <a:t> ... </a:t>
                </a:r>
                <a14:m>
                  <m:oMath xmlns:m="http://schemas.openxmlformats.org/officeDocument/2006/math">
                    <m:r>
                      <a:rPr lang="en-CA" sz="2800" i="1">
                        <a:latin typeface="Cambria Math"/>
                        <a:ea typeface="Cambria Math"/>
                      </a:rPr>
                      <m:t>⊕</m:t>
                    </m:r>
                  </m:oMath>
                </a14:m>
                <a:r>
                  <a:rPr lang="en-CA" sz="2800" i="1" dirty="0"/>
                  <a:t> p</a:t>
                </a:r>
                <a:r>
                  <a:rPr lang="en-CA" sz="2800" i="1" baseline="-25000" dirty="0"/>
                  <a:t>n-1</a:t>
                </a:r>
              </a:p>
              <a:p>
                <a:r>
                  <a:rPr lang="en-CA" dirty="0"/>
                  <a:t>For threshold scheme, This method could be used. </a:t>
                </a:r>
              </a:p>
              <a:p>
                <a:pPr lvl="1"/>
                <a:r>
                  <a:rPr lang="en-CA" dirty="0"/>
                  <a:t>For instance three (2,2)-threshold secret shares distributed among three participants will create a (2,3)-threshold </a:t>
                </a:r>
              </a:p>
              <a:p>
                <a:pPr lvl="1"/>
                <a:r>
                  <a:rPr lang="en-CA" dirty="0"/>
                  <a:t>However, it is not space efficient.</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457200" y="1600200"/>
                <a:ext cx="7643192" cy="4873752"/>
              </a:xfrm>
              <a:blipFill>
                <a:blip r:embed="rId2"/>
                <a:stretch>
                  <a:fillRect l="-498" t="-1302" r="-664"/>
                </a:stretch>
              </a:blipFill>
            </p:spPr>
            <p:txBody>
              <a:bodyPr/>
              <a:lstStyle/>
              <a:p>
                <a:r>
                  <a:rPr lang="en-US">
                    <a:noFill/>
                  </a:rPr>
                  <a:t> </a:t>
                </a:r>
              </a:p>
            </p:txBody>
          </p:sp>
        </mc:Fallback>
      </mc:AlternateContent>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97</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3200811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2110" y="458724"/>
            <a:ext cx="5337810" cy="695960"/>
          </a:xfrm>
          <a:prstGeom prst="rect">
            <a:avLst/>
          </a:prstGeom>
        </p:spPr>
        <p:txBody>
          <a:bodyPr vert="horz" wrap="square" lIns="0" tIns="12700" rIns="0" bIns="0" rtlCol="0">
            <a:spAutoFit/>
          </a:bodyPr>
          <a:lstStyle/>
          <a:p>
            <a:pPr marL="12700">
              <a:lnSpc>
                <a:spcPct val="100000"/>
              </a:lnSpc>
              <a:spcBef>
                <a:spcPts val="100"/>
              </a:spcBef>
            </a:pPr>
            <a:r>
              <a:rPr spc="-10" dirty="0"/>
              <a:t>Shamir’s</a:t>
            </a:r>
            <a:r>
              <a:rPr spc="-30" dirty="0"/>
              <a:t> </a:t>
            </a:r>
            <a:r>
              <a:rPr spc="-15" dirty="0"/>
              <a:t>Secret</a:t>
            </a:r>
            <a:r>
              <a:rPr spc="-30" dirty="0"/>
              <a:t> </a:t>
            </a:r>
            <a:r>
              <a:rPr spc="-5" dirty="0"/>
              <a:t>Sharing</a:t>
            </a:r>
          </a:p>
        </p:txBody>
      </p:sp>
      <p:sp>
        <p:nvSpPr>
          <p:cNvPr id="3" name="object 3"/>
          <p:cNvSpPr txBox="1"/>
          <p:nvPr/>
        </p:nvSpPr>
        <p:spPr>
          <a:xfrm>
            <a:off x="535940" y="1607820"/>
            <a:ext cx="8046720" cy="5239383"/>
          </a:xfrm>
          <a:prstGeom prst="rect">
            <a:avLst/>
          </a:prstGeom>
        </p:spPr>
        <p:txBody>
          <a:bodyPr vert="horz" wrap="square" lIns="0" tIns="13335" rIns="0" bIns="0" rtlCol="0">
            <a:spAutoFit/>
          </a:bodyPr>
          <a:lstStyle/>
          <a:p>
            <a:pPr marL="355600" marR="5080" indent="-342900">
              <a:lnSpc>
                <a:spcPct val="99800"/>
              </a:lnSpc>
              <a:spcBef>
                <a:spcPts val="105"/>
              </a:spcBef>
              <a:buFont typeface="Arial MT"/>
              <a:buChar char="•"/>
              <a:tabLst>
                <a:tab pos="354965" algn="l"/>
                <a:tab pos="355600" algn="l"/>
              </a:tabLst>
            </a:pPr>
            <a:r>
              <a:rPr sz="3200" spc="-10" dirty="0">
                <a:cs typeface="Calibri"/>
              </a:rPr>
              <a:t>Question:</a:t>
            </a:r>
            <a:r>
              <a:rPr sz="3200" spc="5" dirty="0">
                <a:cs typeface="Calibri"/>
              </a:rPr>
              <a:t> </a:t>
            </a:r>
            <a:r>
              <a:rPr sz="3200" spc="-5" dirty="0">
                <a:cs typeface="Calibri"/>
              </a:rPr>
              <a:t>how </a:t>
            </a:r>
            <a:r>
              <a:rPr sz="3200" spc="-15" dirty="0">
                <a:cs typeface="Calibri"/>
              </a:rPr>
              <a:t>to</a:t>
            </a:r>
            <a:r>
              <a:rPr sz="3200" spc="-5" dirty="0">
                <a:cs typeface="Calibri"/>
              </a:rPr>
              <a:t> </a:t>
            </a:r>
            <a:r>
              <a:rPr sz="3200" spc="-10" dirty="0">
                <a:cs typeface="Calibri"/>
              </a:rPr>
              <a:t>share </a:t>
            </a:r>
            <a:r>
              <a:rPr sz="3200" dirty="0">
                <a:cs typeface="Calibri"/>
              </a:rPr>
              <a:t>a</a:t>
            </a:r>
            <a:r>
              <a:rPr sz="3200" spc="5" dirty="0">
                <a:cs typeface="Calibri"/>
              </a:rPr>
              <a:t> </a:t>
            </a:r>
            <a:r>
              <a:rPr sz="3200" spc="-15" dirty="0">
                <a:cs typeface="Calibri"/>
              </a:rPr>
              <a:t>secret</a:t>
            </a:r>
            <a:r>
              <a:rPr sz="3200" dirty="0">
                <a:cs typeface="Calibri"/>
              </a:rPr>
              <a:t> </a:t>
            </a:r>
            <a:r>
              <a:rPr sz="3200" spc="-20" dirty="0">
                <a:cs typeface="Calibri"/>
              </a:rPr>
              <a:t>data</a:t>
            </a:r>
            <a:r>
              <a:rPr sz="3200" dirty="0">
                <a:cs typeface="Calibri"/>
              </a:rPr>
              <a:t> </a:t>
            </a:r>
            <a:r>
              <a:rPr sz="3200" i="1" dirty="0">
                <a:cs typeface="Calibri"/>
              </a:rPr>
              <a:t>D </a:t>
            </a:r>
            <a:r>
              <a:rPr sz="3200" spc="-15" dirty="0">
                <a:cs typeface="Calibri"/>
              </a:rPr>
              <a:t>into</a:t>
            </a:r>
            <a:r>
              <a:rPr sz="3200" spc="-5" dirty="0">
                <a:cs typeface="Calibri"/>
              </a:rPr>
              <a:t> </a:t>
            </a:r>
            <a:r>
              <a:rPr sz="3200" i="1" dirty="0">
                <a:cs typeface="Calibri"/>
              </a:rPr>
              <a:t>n </a:t>
            </a:r>
            <a:r>
              <a:rPr sz="3200" i="1" spc="5" dirty="0">
                <a:cs typeface="Calibri"/>
              </a:rPr>
              <a:t> </a:t>
            </a:r>
            <a:r>
              <a:rPr sz="3200" spc="-5" dirty="0">
                <a:cs typeface="Calibri"/>
              </a:rPr>
              <a:t>pieces such</a:t>
            </a:r>
            <a:r>
              <a:rPr sz="3200" spc="5" dirty="0">
                <a:cs typeface="Calibri"/>
              </a:rPr>
              <a:t> </a:t>
            </a:r>
            <a:r>
              <a:rPr sz="3200" dirty="0" err="1">
                <a:cs typeface="Calibri"/>
              </a:rPr>
              <a:t>tha</a:t>
            </a:r>
            <a:r>
              <a:rPr lang="en-GB" sz="3200" dirty="0">
                <a:cs typeface="Calibri"/>
              </a:rPr>
              <a:t>t</a:t>
            </a:r>
            <a:r>
              <a:rPr sz="3200" spc="15" dirty="0">
                <a:cs typeface="Calibri"/>
              </a:rPr>
              <a:t> </a:t>
            </a:r>
            <a:r>
              <a:rPr sz="3200" i="1" dirty="0">
                <a:cs typeface="Calibri"/>
              </a:rPr>
              <a:t>D</a:t>
            </a:r>
            <a:r>
              <a:rPr sz="3200" i="1" spc="5" dirty="0">
                <a:cs typeface="Calibri"/>
              </a:rPr>
              <a:t> </a:t>
            </a:r>
            <a:r>
              <a:rPr sz="3200" spc="-10" dirty="0">
                <a:cs typeface="Calibri"/>
              </a:rPr>
              <a:t>can</a:t>
            </a:r>
            <a:r>
              <a:rPr sz="3200" spc="10" dirty="0">
                <a:cs typeface="Calibri"/>
              </a:rPr>
              <a:t> </a:t>
            </a:r>
            <a:r>
              <a:rPr sz="3200" dirty="0">
                <a:cs typeface="Calibri"/>
              </a:rPr>
              <a:t>be</a:t>
            </a:r>
            <a:r>
              <a:rPr sz="3200" spc="-5" dirty="0">
                <a:cs typeface="Calibri"/>
              </a:rPr>
              <a:t> </a:t>
            </a:r>
            <a:r>
              <a:rPr sz="3200" spc="-15" dirty="0">
                <a:cs typeface="Calibri"/>
              </a:rPr>
              <a:t>reconstructed</a:t>
            </a:r>
            <a:r>
              <a:rPr sz="3200" spc="5" dirty="0">
                <a:cs typeface="Calibri"/>
              </a:rPr>
              <a:t> </a:t>
            </a:r>
            <a:r>
              <a:rPr sz="3200" spc="-5" dirty="0">
                <a:cs typeface="Calibri"/>
              </a:rPr>
              <a:t>easily </a:t>
            </a:r>
            <a:r>
              <a:rPr sz="3200" spc="-705" dirty="0">
                <a:cs typeface="Calibri"/>
              </a:rPr>
              <a:t> </a:t>
            </a:r>
            <a:r>
              <a:rPr sz="3200" spc="-20" dirty="0">
                <a:cs typeface="Calibri"/>
              </a:rPr>
              <a:t>from</a:t>
            </a:r>
            <a:r>
              <a:rPr sz="3200" dirty="0">
                <a:cs typeface="Calibri"/>
              </a:rPr>
              <a:t> </a:t>
            </a:r>
            <a:r>
              <a:rPr sz="3200" spc="-20" dirty="0">
                <a:cs typeface="Calibri"/>
              </a:rPr>
              <a:t>any</a:t>
            </a:r>
            <a:r>
              <a:rPr sz="3200" dirty="0">
                <a:cs typeface="Calibri"/>
              </a:rPr>
              <a:t> </a:t>
            </a:r>
            <a:r>
              <a:rPr sz="3200" i="1" dirty="0">
                <a:cs typeface="Calibri"/>
              </a:rPr>
              <a:t>k</a:t>
            </a:r>
            <a:r>
              <a:rPr sz="3200" i="1" spc="-5" dirty="0">
                <a:cs typeface="Calibri"/>
              </a:rPr>
              <a:t> </a:t>
            </a:r>
            <a:r>
              <a:rPr sz="3200" spc="-5" dirty="0">
                <a:cs typeface="Calibri"/>
              </a:rPr>
              <a:t>pieces,</a:t>
            </a:r>
            <a:r>
              <a:rPr sz="3200" dirty="0">
                <a:cs typeface="Calibri"/>
              </a:rPr>
              <a:t> but </a:t>
            </a:r>
            <a:r>
              <a:rPr sz="3200" spc="-15" dirty="0">
                <a:cs typeface="Calibri"/>
              </a:rPr>
              <a:t>complete</a:t>
            </a:r>
            <a:r>
              <a:rPr sz="3200" spc="-5" dirty="0">
                <a:cs typeface="Calibri"/>
              </a:rPr>
              <a:t> knowledge of </a:t>
            </a:r>
            <a:r>
              <a:rPr sz="3200" spc="-710" dirty="0">
                <a:cs typeface="Calibri"/>
              </a:rPr>
              <a:t> </a:t>
            </a:r>
            <a:r>
              <a:rPr sz="3200" dirty="0">
                <a:cs typeface="Calibri"/>
              </a:rPr>
              <a:t>up </a:t>
            </a:r>
            <a:r>
              <a:rPr sz="3200" spc="-15" dirty="0">
                <a:cs typeface="Calibri"/>
              </a:rPr>
              <a:t>to</a:t>
            </a:r>
            <a:r>
              <a:rPr sz="3200" spc="-5" dirty="0">
                <a:cs typeface="Calibri"/>
              </a:rPr>
              <a:t> </a:t>
            </a:r>
            <a:r>
              <a:rPr sz="3200" i="1" spc="-45" dirty="0">
                <a:cs typeface="Calibri"/>
              </a:rPr>
              <a:t>k-1</a:t>
            </a:r>
            <a:r>
              <a:rPr sz="3200" i="1" spc="-5" dirty="0">
                <a:cs typeface="Calibri"/>
              </a:rPr>
              <a:t> </a:t>
            </a:r>
            <a:r>
              <a:rPr sz="3200" spc="-5" dirty="0">
                <a:cs typeface="Calibri"/>
              </a:rPr>
              <a:t>pieces </a:t>
            </a:r>
            <a:r>
              <a:rPr sz="3200" spc="-15" dirty="0">
                <a:cs typeface="Calibri"/>
              </a:rPr>
              <a:t>reveals</a:t>
            </a:r>
            <a:r>
              <a:rPr sz="3200" spc="-10" dirty="0">
                <a:cs typeface="Calibri"/>
              </a:rPr>
              <a:t> </a:t>
            </a:r>
            <a:r>
              <a:rPr sz="3200" dirty="0">
                <a:cs typeface="Calibri"/>
              </a:rPr>
              <a:t>nothing</a:t>
            </a:r>
            <a:r>
              <a:rPr sz="3200" spc="-5" dirty="0">
                <a:cs typeface="Calibri"/>
              </a:rPr>
              <a:t> </a:t>
            </a:r>
            <a:r>
              <a:rPr sz="3200" dirty="0">
                <a:cs typeface="Calibri"/>
              </a:rPr>
              <a:t>about</a:t>
            </a:r>
            <a:r>
              <a:rPr sz="3200" spc="5" dirty="0">
                <a:cs typeface="Calibri"/>
              </a:rPr>
              <a:t> </a:t>
            </a:r>
            <a:r>
              <a:rPr sz="3200" i="1" dirty="0">
                <a:cs typeface="Calibri"/>
              </a:rPr>
              <a:t>D</a:t>
            </a:r>
            <a:r>
              <a:rPr sz="3200" i="1" spc="5" dirty="0">
                <a:cs typeface="Calibri"/>
              </a:rPr>
              <a:t> </a:t>
            </a:r>
            <a:r>
              <a:rPr sz="3200" i="1" dirty="0">
                <a:cs typeface="Calibri"/>
              </a:rPr>
              <a:t>?</a:t>
            </a:r>
            <a:endParaRPr sz="3200" dirty="0">
              <a:cs typeface="Calibri"/>
            </a:endParaRPr>
          </a:p>
          <a:p>
            <a:pPr>
              <a:lnSpc>
                <a:spcPct val="100000"/>
              </a:lnSpc>
              <a:spcBef>
                <a:spcPts val="30"/>
              </a:spcBef>
            </a:pPr>
            <a:endParaRPr sz="4300" dirty="0">
              <a:cs typeface="Calibri"/>
            </a:endParaRPr>
          </a:p>
          <a:p>
            <a:pPr marL="12700" marR="2247265" indent="92075">
              <a:lnSpc>
                <a:spcPct val="101899"/>
              </a:lnSpc>
            </a:pPr>
            <a:r>
              <a:rPr sz="3200" spc="-5" dirty="0">
                <a:cs typeface="Calibri"/>
              </a:rPr>
              <a:t>How </a:t>
            </a:r>
            <a:r>
              <a:rPr sz="3200" spc="-15" dirty="0">
                <a:cs typeface="Calibri"/>
              </a:rPr>
              <a:t>to </a:t>
            </a:r>
            <a:r>
              <a:rPr sz="3200" spc="-10" dirty="0">
                <a:cs typeface="Calibri"/>
              </a:rPr>
              <a:t>Share </a:t>
            </a:r>
            <a:r>
              <a:rPr sz="3200" dirty="0">
                <a:cs typeface="Calibri"/>
              </a:rPr>
              <a:t>a </a:t>
            </a:r>
            <a:r>
              <a:rPr sz="3200" spc="-15" dirty="0">
                <a:cs typeface="Calibri"/>
              </a:rPr>
              <a:t>Secret, </a:t>
            </a:r>
            <a:r>
              <a:rPr sz="3200" dirty="0">
                <a:cs typeface="Calibri"/>
              </a:rPr>
              <a:t>Adi </a:t>
            </a:r>
            <a:r>
              <a:rPr sz="3200" spc="-40" dirty="0">
                <a:cs typeface="Calibri"/>
              </a:rPr>
              <a:t>Shamir, </a:t>
            </a:r>
            <a:r>
              <a:rPr sz="3200" spc="-710" dirty="0">
                <a:cs typeface="Calibri"/>
              </a:rPr>
              <a:t> </a:t>
            </a:r>
            <a:r>
              <a:rPr sz="3200" dirty="0">
                <a:cs typeface="Calibri"/>
              </a:rPr>
              <a:t>Comm.</a:t>
            </a:r>
            <a:r>
              <a:rPr sz="3200" spc="-5" dirty="0">
                <a:cs typeface="Calibri"/>
              </a:rPr>
              <a:t> </a:t>
            </a:r>
            <a:r>
              <a:rPr sz="3200" dirty="0">
                <a:cs typeface="Calibri"/>
              </a:rPr>
              <a:t>Of</a:t>
            </a:r>
            <a:r>
              <a:rPr sz="3200" spc="-10" dirty="0">
                <a:cs typeface="Calibri"/>
              </a:rPr>
              <a:t> </a:t>
            </a:r>
            <a:r>
              <a:rPr sz="3200" dirty="0">
                <a:cs typeface="Calibri"/>
              </a:rPr>
              <a:t>the</a:t>
            </a:r>
            <a:r>
              <a:rPr sz="3200" spc="-10" dirty="0">
                <a:cs typeface="Calibri"/>
              </a:rPr>
              <a:t> ACM</a:t>
            </a:r>
            <a:r>
              <a:rPr sz="3200" spc="-5" dirty="0">
                <a:cs typeface="Calibri"/>
              </a:rPr>
              <a:t> </a:t>
            </a:r>
            <a:r>
              <a:rPr sz="3200" dirty="0">
                <a:cs typeface="Calibri"/>
              </a:rPr>
              <a:t>22(11),</a:t>
            </a:r>
            <a:r>
              <a:rPr sz="3200" spc="-10" dirty="0">
                <a:cs typeface="Calibri"/>
              </a:rPr>
              <a:t> </a:t>
            </a:r>
            <a:r>
              <a:rPr sz="3200" dirty="0">
                <a:cs typeface="Calibri"/>
              </a:rPr>
              <a:t>1979</a:t>
            </a:r>
          </a:p>
          <a:p>
            <a:pPr marL="12700">
              <a:lnSpc>
                <a:spcPct val="100000"/>
              </a:lnSpc>
              <a:spcBef>
                <a:spcPts val="770"/>
              </a:spcBef>
            </a:pPr>
            <a:r>
              <a:rPr sz="3200" u="heavy" dirty="0">
                <a:solidFill>
                  <a:srgbClr val="0000FF"/>
                </a:solidFill>
                <a:uFill>
                  <a:solidFill>
                    <a:srgbClr val="0000FF"/>
                  </a:solidFill>
                </a:uFill>
                <a:cs typeface="Calibri"/>
                <a:hlinkClick r:id="rId2"/>
              </a:rPr>
              <a:t>http://dx.doi.org</a:t>
            </a:r>
            <a:r>
              <a:rPr sz="3200" u="heavy" dirty="0">
                <a:solidFill>
                  <a:srgbClr val="0000FF"/>
                </a:solidFill>
                <a:uFill>
                  <a:solidFill>
                    <a:srgbClr val="0000FF"/>
                  </a:solidFill>
                </a:uFill>
                <a:cs typeface="Calibri"/>
              </a:rPr>
              <a:t>/10.1145/359168.359176</a:t>
            </a:r>
            <a:endParaRPr sz="3200" dirty="0">
              <a:cs typeface="Calibri"/>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61466" y="458724"/>
            <a:ext cx="8018145" cy="695960"/>
          </a:xfrm>
          <a:prstGeom prst="rect">
            <a:avLst/>
          </a:prstGeom>
        </p:spPr>
        <p:txBody>
          <a:bodyPr vert="horz" wrap="square" lIns="0" tIns="12700" rIns="0" bIns="0" rtlCol="0">
            <a:spAutoFit/>
          </a:bodyPr>
          <a:lstStyle/>
          <a:p>
            <a:pPr marL="12700">
              <a:lnSpc>
                <a:spcPct val="100000"/>
              </a:lnSpc>
              <a:spcBef>
                <a:spcPts val="100"/>
              </a:spcBef>
            </a:pPr>
            <a:r>
              <a:rPr spc="-10" dirty="0"/>
              <a:t>Shamir’s </a:t>
            </a:r>
            <a:r>
              <a:rPr spc="-15" dirty="0"/>
              <a:t>Secret</a:t>
            </a:r>
            <a:r>
              <a:rPr spc="-10" dirty="0"/>
              <a:t> </a:t>
            </a:r>
            <a:r>
              <a:rPr spc="-5" dirty="0"/>
              <a:t>Sharing</a:t>
            </a:r>
            <a:r>
              <a:rPr spc="-10" dirty="0"/>
              <a:t> </a:t>
            </a:r>
            <a:r>
              <a:rPr spc="-5" dirty="0"/>
              <a:t>(simplified)</a:t>
            </a:r>
          </a:p>
        </p:txBody>
      </p:sp>
      <p:sp>
        <p:nvSpPr>
          <p:cNvPr id="3" name="object 3"/>
          <p:cNvSpPr txBox="1"/>
          <p:nvPr/>
        </p:nvSpPr>
        <p:spPr>
          <a:xfrm>
            <a:off x="535939" y="1510284"/>
            <a:ext cx="7183297" cy="1574598"/>
          </a:xfrm>
          <a:prstGeom prst="rect">
            <a:avLst/>
          </a:prstGeom>
        </p:spPr>
        <p:txBody>
          <a:bodyPr vert="horz" wrap="square" lIns="0" tIns="109855" rIns="0" bIns="0" rtlCol="0">
            <a:spAutoFit/>
          </a:bodyPr>
          <a:lstStyle/>
          <a:p>
            <a:pPr marL="12700">
              <a:lnSpc>
                <a:spcPct val="100000"/>
              </a:lnSpc>
              <a:spcBef>
                <a:spcPts val="865"/>
              </a:spcBef>
              <a:tabLst>
                <a:tab pos="354965" algn="l"/>
                <a:tab pos="355600" algn="l"/>
              </a:tabLst>
            </a:pPr>
            <a:r>
              <a:rPr sz="2800" dirty="0">
                <a:cs typeface="Calibri"/>
              </a:rPr>
              <a:t>D</a:t>
            </a:r>
            <a:r>
              <a:rPr sz="2800" spc="-5" dirty="0">
                <a:cs typeface="Calibri"/>
              </a:rPr>
              <a:t> </a:t>
            </a:r>
            <a:r>
              <a:rPr sz="2800" dirty="0">
                <a:cs typeface="Calibri"/>
              </a:rPr>
              <a:t>is</a:t>
            </a:r>
            <a:r>
              <a:rPr sz="2800" spc="-15" dirty="0">
                <a:cs typeface="Calibri"/>
              </a:rPr>
              <a:t> </a:t>
            </a:r>
            <a:r>
              <a:rPr sz="2800" dirty="0">
                <a:cs typeface="Calibri"/>
              </a:rPr>
              <a:t>a</a:t>
            </a:r>
            <a:r>
              <a:rPr sz="2800" spc="-5" dirty="0">
                <a:cs typeface="Calibri"/>
              </a:rPr>
              <a:t> point</a:t>
            </a:r>
            <a:r>
              <a:rPr sz="2800" spc="-10" dirty="0">
                <a:cs typeface="Calibri"/>
              </a:rPr>
              <a:t> </a:t>
            </a:r>
            <a:r>
              <a:rPr sz="2800" dirty="0">
                <a:cs typeface="Calibri"/>
              </a:rPr>
              <a:t>in</a:t>
            </a:r>
            <a:r>
              <a:rPr sz="2800" spc="-5" dirty="0">
                <a:cs typeface="Calibri"/>
              </a:rPr>
              <a:t> </a:t>
            </a:r>
            <a:r>
              <a:rPr sz="2800" dirty="0">
                <a:cs typeface="Calibri"/>
              </a:rPr>
              <a:t>a</a:t>
            </a:r>
            <a:r>
              <a:rPr sz="2800" spc="5" dirty="0">
                <a:cs typeface="Calibri"/>
              </a:rPr>
              <a:t> </a:t>
            </a:r>
            <a:r>
              <a:rPr sz="2800" i="1" dirty="0">
                <a:cs typeface="Calibri"/>
              </a:rPr>
              <a:t>k</a:t>
            </a:r>
            <a:r>
              <a:rPr sz="2800" i="1" spc="-15" dirty="0">
                <a:cs typeface="Calibri"/>
              </a:rPr>
              <a:t> </a:t>
            </a:r>
            <a:r>
              <a:rPr sz="2800" dirty="0">
                <a:cs typeface="Calibri"/>
              </a:rPr>
              <a:t>dimensions</a:t>
            </a:r>
            <a:r>
              <a:rPr sz="2800" spc="-10" dirty="0">
                <a:cs typeface="Calibri"/>
              </a:rPr>
              <a:t> </a:t>
            </a:r>
            <a:r>
              <a:rPr sz="2800" spc="-15" dirty="0">
                <a:cs typeface="Calibri"/>
              </a:rPr>
              <a:t>universe</a:t>
            </a:r>
            <a:endParaRPr sz="2800" dirty="0">
              <a:cs typeface="Calibri"/>
            </a:endParaRPr>
          </a:p>
          <a:p>
            <a:pPr marL="12700">
              <a:lnSpc>
                <a:spcPts val="3815"/>
              </a:lnSpc>
              <a:spcBef>
                <a:spcPts val="770"/>
              </a:spcBef>
            </a:pPr>
            <a:r>
              <a:rPr sz="2800" dirty="0">
                <a:cs typeface="Calibri"/>
              </a:rPr>
              <a:t>=&gt;</a:t>
            </a:r>
            <a:r>
              <a:rPr sz="2800" spc="-5" dirty="0">
                <a:cs typeface="Calibri"/>
              </a:rPr>
              <a:t> Choose</a:t>
            </a:r>
            <a:r>
              <a:rPr sz="2800" spc="-10" dirty="0">
                <a:cs typeface="Calibri"/>
              </a:rPr>
              <a:t> randomly</a:t>
            </a:r>
            <a:r>
              <a:rPr sz="2800" dirty="0">
                <a:cs typeface="Calibri"/>
              </a:rPr>
              <a:t> </a:t>
            </a:r>
            <a:r>
              <a:rPr sz="2800" i="1" dirty="0">
                <a:cs typeface="Calibri"/>
              </a:rPr>
              <a:t>n </a:t>
            </a:r>
            <a:r>
              <a:rPr sz="2800" spc="-5" dirty="0">
                <a:cs typeface="Calibri"/>
              </a:rPr>
              <a:t>elements </a:t>
            </a:r>
            <a:r>
              <a:rPr sz="2800" dirty="0">
                <a:cs typeface="Calibri"/>
              </a:rPr>
              <a:t>in</a:t>
            </a:r>
            <a:r>
              <a:rPr sz="2800" spc="-10" dirty="0">
                <a:cs typeface="Calibri"/>
              </a:rPr>
              <a:t> </a:t>
            </a:r>
            <a:r>
              <a:rPr sz="2800" i="1" spc="-45" dirty="0">
                <a:cs typeface="Calibri"/>
              </a:rPr>
              <a:t>k-1</a:t>
            </a:r>
            <a:endParaRPr sz="2800" dirty="0">
              <a:cs typeface="Calibri"/>
            </a:endParaRPr>
          </a:p>
          <a:p>
            <a:pPr marL="12700">
              <a:lnSpc>
                <a:spcPts val="3815"/>
              </a:lnSpc>
            </a:pPr>
            <a:r>
              <a:rPr sz="2800" dirty="0">
                <a:cs typeface="Calibri"/>
              </a:rPr>
              <a:t>dimensions</a:t>
            </a:r>
            <a:r>
              <a:rPr sz="2800" spc="-25" dirty="0">
                <a:cs typeface="Calibri"/>
              </a:rPr>
              <a:t> </a:t>
            </a:r>
            <a:r>
              <a:rPr sz="2800" spc="-5" dirty="0">
                <a:cs typeface="Calibri"/>
              </a:rPr>
              <a:t>going</a:t>
            </a:r>
            <a:r>
              <a:rPr sz="2800" spc="-15" dirty="0">
                <a:cs typeface="Calibri"/>
              </a:rPr>
              <a:t> </a:t>
            </a:r>
            <a:r>
              <a:rPr sz="2800" spc="-10" dirty="0">
                <a:cs typeface="Calibri"/>
              </a:rPr>
              <a:t>through</a:t>
            </a:r>
            <a:r>
              <a:rPr sz="2800" spc="-15" dirty="0">
                <a:cs typeface="Calibri"/>
              </a:rPr>
              <a:t> </a:t>
            </a:r>
            <a:r>
              <a:rPr sz="2800" dirty="0">
                <a:cs typeface="Calibri"/>
              </a:rPr>
              <a:t>D</a:t>
            </a:r>
          </a:p>
        </p:txBody>
      </p:sp>
      <p:sp>
        <p:nvSpPr>
          <p:cNvPr id="4" name="object 4"/>
          <p:cNvSpPr txBox="1"/>
          <p:nvPr/>
        </p:nvSpPr>
        <p:spPr>
          <a:xfrm>
            <a:off x="535940" y="3756659"/>
            <a:ext cx="2799715" cy="1512145"/>
          </a:xfrm>
          <a:prstGeom prst="rect">
            <a:avLst/>
          </a:prstGeom>
        </p:spPr>
        <p:txBody>
          <a:bodyPr vert="horz" wrap="square" lIns="0" tIns="12700" rIns="0" bIns="0" rtlCol="0">
            <a:spAutoFit/>
          </a:bodyPr>
          <a:lstStyle/>
          <a:p>
            <a:pPr marL="12700" marR="5080">
              <a:lnSpc>
                <a:spcPct val="120000"/>
              </a:lnSpc>
              <a:spcBef>
                <a:spcPts val="100"/>
              </a:spcBef>
            </a:pPr>
            <a:r>
              <a:rPr sz="2800" spc="-10" dirty="0">
                <a:cs typeface="Calibri"/>
              </a:rPr>
              <a:t>Example: </a:t>
            </a:r>
            <a:r>
              <a:rPr sz="2800" dirty="0">
                <a:cs typeface="Calibri"/>
              </a:rPr>
              <a:t>k=2 </a:t>
            </a:r>
            <a:r>
              <a:rPr sz="2800" spc="5" dirty="0">
                <a:cs typeface="Calibri"/>
              </a:rPr>
              <a:t> </a:t>
            </a:r>
            <a:r>
              <a:rPr sz="2800" spc="-20" dirty="0">
                <a:cs typeface="Calibri"/>
              </a:rPr>
              <a:t>Any</a:t>
            </a:r>
            <a:r>
              <a:rPr sz="2800" spc="-30" dirty="0">
                <a:cs typeface="Calibri"/>
              </a:rPr>
              <a:t> </a:t>
            </a:r>
            <a:r>
              <a:rPr sz="2800" dirty="0">
                <a:cs typeface="Calibri"/>
              </a:rPr>
              <a:t>2</a:t>
            </a:r>
            <a:r>
              <a:rPr sz="2800" spc="-25" dirty="0">
                <a:cs typeface="Calibri"/>
              </a:rPr>
              <a:t> </a:t>
            </a:r>
            <a:r>
              <a:rPr sz="2800" dirty="0">
                <a:cs typeface="Calibri"/>
              </a:rPr>
              <a:t>lines</a:t>
            </a:r>
            <a:r>
              <a:rPr sz="2800" spc="-25" dirty="0">
                <a:cs typeface="Calibri"/>
              </a:rPr>
              <a:t> </a:t>
            </a:r>
            <a:r>
              <a:rPr sz="2800" spc="-5" dirty="0">
                <a:cs typeface="Calibri"/>
              </a:rPr>
              <a:t>going </a:t>
            </a:r>
            <a:r>
              <a:rPr sz="2800" spc="-710" dirty="0">
                <a:cs typeface="Calibri"/>
              </a:rPr>
              <a:t> </a:t>
            </a:r>
            <a:r>
              <a:rPr sz="2800" spc="-10" dirty="0">
                <a:cs typeface="Calibri"/>
              </a:rPr>
              <a:t>through</a:t>
            </a:r>
            <a:r>
              <a:rPr sz="2800" spc="-5" dirty="0">
                <a:cs typeface="Calibri"/>
              </a:rPr>
              <a:t> </a:t>
            </a:r>
            <a:r>
              <a:rPr sz="2800" dirty="0">
                <a:cs typeface="Calibri"/>
              </a:rPr>
              <a:t>D</a:t>
            </a:r>
          </a:p>
        </p:txBody>
      </p:sp>
      <p:grpSp>
        <p:nvGrpSpPr>
          <p:cNvPr id="5" name="object 5"/>
          <p:cNvGrpSpPr/>
          <p:nvPr/>
        </p:nvGrpSpPr>
        <p:grpSpPr>
          <a:xfrm>
            <a:off x="3377184" y="3325367"/>
            <a:ext cx="5209540" cy="2987040"/>
            <a:chOff x="3377184" y="3325367"/>
            <a:chExt cx="5209540" cy="2987040"/>
          </a:xfrm>
        </p:grpSpPr>
        <p:pic>
          <p:nvPicPr>
            <p:cNvPr id="6" name="object 6"/>
            <p:cNvPicPr/>
            <p:nvPr/>
          </p:nvPicPr>
          <p:blipFill>
            <a:blip r:embed="rId2" cstate="print"/>
            <a:stretch>
              <a:fillRect/>
            </a:stretch>
          </p:blipFill>
          <p:spPr>
            <a:xfrm>
              <a:off x="4163568" y="3758183"/>
              <a:ext cx="3416808" cy="1978152"/>
            </a:xfrm>
            <a:prstGeom prst="rect">
              <a:avLst/>
            </a:prstGeom>
          </p:spPr>
        </p:pic>
        <p:sp>
          <p:nvSpPr>
            <p:cNvPr id="7" name="object 7"/>
            <p:cNvSpPr/>
            <p:nvPr/>
          </p:nvSpPr>
          <p:spPr>
            <a:xfrm>
              <a:off x="4211637" y="3789362"/>
              <a:ext cx="3313429" cy="1871980"/>
            </a:xfrm>
            <a:custGeom>
              <a:avLst/>
              <a:gdLst/>
              <a:ahLst/>
              <a:cxnLst/>
              <a:rect l="l" t="t" r="r" b="b"/>
              <a:pathLst>
                <a:path w="3313429" h="1871979">
                  <a:moveTo>
                    <a:pt x="0" y="0"/>
                  </a:moveTo>
                  <a:lnTo>
                    <a:pt x="3313112" y="1871662"/>
                  </a:lnTo>
                </a:path>
              </a:pathLst>
            </a:custGeom>
            <a:ln w="25400">
              <a:solidFill>
                <a:srgbClr val="4F81BD"/>
              </a:solidFill>
            </a:ln>
          </p:spPr>
          <p:txBody>
            <a:bodyPr wrap="square" lIns="0" tIns="0" rIns="0" bIns="0" rtlCol="0"/>
            <a:lstStyle/>
            <a:p>
              <a:endParaRPr/>
            </a:p>
          </p:txBody>
        </p:sp>
        <p:pic>
          <p:nvPicPr>
            <p:cNvPr id="8" name="object 8"/>
            <p:cNvPicPr/>
            <p:nvPr/>
          </p:nvPicPr>
          <p:blipFill>
            <a:blip r:embed="rId3" cstate="print"/>
            <a:stretch>
              <a:fillRect/>
            </a:stretch>
          </p:blipFill>
          <p:spPr>
            <a:xfrm>
              <a:off x="3508248" y="3325367"/>
              <a:ext cx="3919728" cy="2987040"/>
            </a:xfrm>
            <a:prstGeom prst="rect">
              <a:avLst/>
            </a:prstGeom>
          </p:spPr>
        </p:pic>
        <p:sp>
          <p:nvSpPr>
            <p:cNvPr id="9" name="object 9"/>
            <p:cNvSpPr/>
            <p:nvPr/>
          </p:nvSpPr>
          <p:spPr>
            <a:xfrm>
              <a:off x="3563937" y="3357562"/>
              <a:ext cx="3816350" cy="2879725"/>
            </a:xfrm>
            <a:custGeom>
              <a:avLst/>
              <a:gdLst/>
              <a:ahLst/>
              <a:cxnLst/>
              <a:rect l="l" t="t" r="r" b="b"/>
              <a:pathLst>
                <a:path w="3816350" h="2879725">
                  <a:moveTo>
                    <a:pt x="3816350" y="0"/>
                  </a:moveTo>
                  <a:lnTo>
                    <a:pt x="0" y="2879725"/>
                  </a:lnTo>
                </a:path>
              </a:pathLst>
            </a:custGeom>
            <a:ln w="25400">
              <a:solidFill>
                <a:srgbClr val="C0504D"/>
              </a:solidFill>
            </a:ln>
          </p:spPr>
          <p:txBody>
            <a:bodyPr wrap="square" lIns="0" tIns="0" rIns="0" bIns="0" rtlCol="0"/>
            <a:lstStyle/>
            <a:p>
              <a:endParaRPr/>
            </a:p>
          </p:txBody>
        </p:sp>
        <p:pic>
          <p:nvPicPr>
            <p:cNvPr id="10" name="object 10"/>
            <p:cNvPicPr/>
            <p:nvPr/>
          </p:nvPicPr>
          <p:blipFill>
            <a:blip r:embed="rId4" cstate="print"/>
            <a:stretch>
              <a:fillRect/>
            </a:stretch>
          </p:blipFill>
          <p:spPr>
            <a:xfrm>
              <a:off x="3377184" y="4404360"/>
              <a:ext cx="5209032" cy="466344"/>
            </a:xfrm>
            <a:prstGeom prst="rect">
              <a:avLst/>
            </a:prstGeom>
          </p:spPr>
        </p:pic>
        <p:sp>
          <p:nvSpPr>
            <p:cNvPr id="11" name="object 11"/>
            <p:cNvSpPr/>
            <p:nvPr/>
          </p:nvSpPr>
          <p:spPr>
            <a:xfrm>
              <a:off x="3419475" y="4437063"/>
              <a:ext cx="5113655" cy="360680"/>
            </a:xfrm>
            <a:custGeom>
              <a:avLst/>
              <a:gdLst/>
              <a:ahLst/>
              <a:cxnLst/>
              <a:rect l="l" t="t" r="r" b="b"/>
              <a:pathLst>
                <a:path w="5113655" h="360679">
                  <a:moveTo>
                    <a:pt x="0" y="360362"/>
                  </a:moveTo>
                  <a:lnTo>
                    <a:pt x="5113338" y="0"/>
                  </a:lnTo>
                </a:path>
              </a:pathLst>
            </a:custGeom>
            <a:ln w="25400">
              <a:solidFill>
                <a:srgbClr val="9BBB59"/>
              </a:solidFill>
            </a:ln>
          </p:spPr>
          <p:txBody>
            <a:bodyPr wrap="square" lIns="0" tIns="0" rIns="0" bIns="0" rtlCol="0"/>
            <a:lstStyle/>
            <a:p>
              <a:endParaRPr/>
            </a:p>
          </p:txBody>
        </p:sp>
      </p:grpSp>
      <p:sp>
        <p:nvSpPr>
          <p:cNvPr id="12" name="object 12"/>
          <p:cNvSpPr txBox="1"/>
          <p:nvPr/>
        </p:nvSpPr>
        <p:spPr>
          <a:xfrm>
            <a:off x="5587365" y="4181347"/>
            <a:ext cx="1905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MT"/>
                <a:cs typeface="Arial MT"/>
              </a:rPr>
              <a:t>D</a:t>
            </a:r>
            <a:endParaRPr sz="1800">
              <a:latin typeface="Arial MT"/>
              <a:cs typeface="Arial MT"/>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55874" y="246063"/>
            <a:ext cx="5253355" cy="6612255"/>
          </a:xfrm>
          <a:custGeom>
            <a:avLst/>
            <a:gdLst/>
            <a:ahLst/>
            <a:cxnLst/>
            <a:rect l="l" t="t" r="r" b="b"/>
            <a:pathLst>
              <a:path w="5253355" h="6612255">
                <a:moveTo>
                  <a:pt x="0" y="0"/>
                </a:moveTo>
                <a:lnTo>
                  <a:pt x="5253038" y="3053271"/>
                </a:lnTo>
                <a:lnTo>
                  <a:pt x="5253038" y="6611936"/>
                </a:lnTo>
              </a:path>
              <a:path w="5253355" h="6612255">
                <a:moveTo>
                  <a:pt x="5242111" y="6611936"/>
                </a:moveTo>
                <a:lnTo>
                  <a:pt x="0" y="3565016"/>
                </a:lnTo>
                <a:lnTo>
                  <a:pt x="0" y="0"/>
                </a:lnTo>
              </a:path>
            </a:pathLst>
          </a:custGeom>
          <a:ln w="9525">
            <a:solidFill>
              <a:srgbClr val="C0504D"/>
            </a:solidFill>
          </a:ln>
        </p:spPr>
        <p:txBody>
          <a:bodyPr wrap="square" lIns="0" tIns="0" rIns="0" bIns="0" rtlCol="0"/>
          <a:lstStyle/>
          <a:p>
            <a:endParaRPr/>
          </a:p>
        </p:txBody>
      </p:sp>
      <p:sp>
        <p:nvSpPr>
          <p:cNvPr id="3" name="object 3"/>
          <p:cNvSpPr txBox="1">
            <a:spLocks noGrp="1"/>
          </p:cNvSpPr>
          <p:nvPr>
            <p:ph type="title"/>
          </p:nvPr>
        </p:nvSpPr>
        <p:spPr>
          <a:xfrm>
            <a:off x="561466" y="458724"/>
            <a:ext cx="8018145" cy="695960"/>
          </a:xfrm>
          <a:prstGeom prst="rect">
            <a:avLst/>
          </a:prstGeom>
        </p:spPr>
        <p:txBody>
          <a:bodyPr vert="horz" wrap="square" lIns="0" tIns="12700" rIns="0" bIns="0" rtlCol="0">
            <a:spAutoFit/>
          </a:bodyPr>
          <a:lstStyle/>
          <a:p>
            <a:pPr marL="12700">
              <a:lnSpc>
                <a:spcPct val="100000"/>
              </a:lnSpc>
              <a:spcBef>
                <a:spcPts val="100"/>
              </a:spcBef>
            </a:pPr>
            <a:r>
              <a:rPr spc="-10" dirty="0"/>
              <a:t>Shamir’s </a:t>
            </a:r>
            <a:r>
              <a:rPr spc="-15" dirty="0"/>
              <a:t>Secret</a:t>
            </a:r>
            <a:r>
              <a:rPr spc="-10" dirty="0"/>
              <a:t> </a:t>
            </a:r>
            <a:r>
              <a:rPr spc="-5" dirty="0"/>
              <a:t>Sharing</a:t>
            </a:r>
            <a:r>
              <a:rPr spc="-10" dirty="0"/>
              <a:t> </a:t>
            </a:r>
            <a:r>
              <a:rPr spc="-5" dirty="0"/>
              <a:t>(simplified)</a:t>
            </a:r>
          </a:p>
        </p:txBody>
      </p:sp>
      <p:graphicFrame>
        <p:nvGraphicFramePr>
          <p:cNvPr id="4" name="object 4"/>
          <p:cNvGraphicFramePr>
            <a:graphicFrameLocks noGrp="1"/>
          </p:cNvGraphicFramePr>
          <p:nvPr/>
        </p:nvGraphicFramePr>
        <p:xfrm>
          <a:off x="2190750" y="1479550"/>
          <a:ext cx="6048375" cy="5040311"/>
        </p:xfrm>
        <a:graphic>
          <a:graphicData uri="http://schemas.openxmlformats.org/drawingml/2006/table">
            <a:tbl>
              <a:tblPr firstRow="1" bandRow="1">
                <a:tableStyleId>{2D5ABB26-0587-4C30-8999-92F81FD0307C}</a:tableStyleId>
              </a:tblPr>
              <a:tblGrid>
                <a:gridCol w="2305050">
                  <a:extLst>
                    <a:ext uri="{9D8B030D-6E8A-4147-A177-3AD203B41FA5}">
                      <a16:colId xmlns:a16="http://schemas.microsoft.com/office/drawing/2014/main" val="20000"/>
                    </a:ext>
                  </a:extLst>
                </a:gridCol>
                <a:gridCol w="3743325">
                  <a:extLst>
                    <a:ext uri="{9D8B030D-6E8A-4147-A177-3AD203B41FA5}">
                      <a16:colId xmlns:a16="http://schemas.microsoft.com/office/drawing/2014/main" val="20001"/>
                    </a:ext>
                  </a:extLst>
                </a:gridCol>
              </a:tblGrid>
              <a:tr h="2520950">
                <a:tc>
                  <a:txBody>
                    <a:bodyPr/>
                    <a:lstStyle/>
                    <a:p>
                      <a:pPr>
                        <a:lnSpc>
                          <a:spcPct val="100000"/>
                        </a:lnSpc>
                      </a:pPr>
                      <a:endParaRPr sz="3800">
                        <a:latin typeface="Times New Roman"/>
                        <a:cs typeface="Times New Roman"/>
                      </a:endParaRPr>
                    </a:p>
                  </a:txBody>
                  <a:tcPr marL="0" marR="0" marT="0" marB="0">
                    <a:lnL w="12700">
                      <a:solidFill>
                        <a:srgbClr val="4A7EBB"/>
                      </a:solidFill>
                      <a:prstDash val="solid"/>
                    </a:lnL>
                    <a:lnR w="28575">
                      <a:solidFill>
                        <a:srgbClr val="C0504D"/>
                      </a:solidFill>
                      <a:prstDash val="solid"/>
                    </a:lnR>
                    <a:lnT w="12700">
                      <a:solidFill>
                        <a:srgbClr val="4A7EBB"/>
                      </a:solidFill>
                      <a:prstDash val="solid"/>
                    </a:lnT>
                    <a:lnB w="28575">
                      <a:solidFill>
                        <a:srgbClr val="4F81BD"/>
                      </a:solidFill>
                      <a:prstDash val="solid"/>
                    </a:lnB>
                  </a:tcPr>
                </a:tc>
                <a:tc>
                  <a:txBody>
                    <a:bodyPr/>
                    <a:lstStyle/>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pPr>
                      <a:endParaRPr sz="2000">
                        <a:latin typeface="Times New Roman"/>
                        <a:cs typeface="Times New Roman"/>
                      </a:endParaRPr>
                    </a:p>
                    <a:p>
                      <a:pPr>
                        <a:lnSpc>
                          <a:spcPct val="100000"/>
                        </a:lnSpc>
                        <a:spcBef>
                          <a:spcPts val="10"/>
                        </a:spcBef>
                      </a:pPr>
                      <a:endParaRPr sz="2100">
                        <a:latin typeface="Times New Roman"/>
                        <a:cs typeface="Times New Roman"/>
                      </a:endParaRPr>
                    </a:p>
                    <a:p>
                      <a:pPr marL="306705">
                        <a:lnSpc>
                          <a:spcPct val="100000"/>
                        </a:lnSpc>
                      </a:pPr>
                      <a:r>
                        <a:rPr sz="1800" dirty="0">
                          <a:latin typeface="Arial MT"/>
                          <a:cs typeface="Arial MT"/>
                        </a:rPr>
                        <a:t>D</a:t>
                      </a:r>
                      <a:endParaRPr sz="1800">
                        <a:latin typeface="Arial MT"/>
                        <a:cs typeface="Arial MT"/>
                      </a:endParaRPr>
                    </a:p>
                  </a:txBody>
                  <a:tcPr marL="0" marR="0" marT="0" marB="0">
                    <a:lnL w="28575">
                      <a:solidFill>
                        <a:srgbClr val="C0504D"/>
                      </a:solidFill>
                      <a:prstDash val="solid"/>
                    </a:lnL>
                    <a:lnR w="12700">
                      <a:solidFill>
                        <a:srgbClr val="4A7EBB"/>
                      </a:solidFill>
                      <a:prstDash val="solid"/>
                    </a:lnR>
                    <a:lnT w="12700">
                      <a:solidFill>
                        <a:srgbClr val="4A7EBB"/>
                      </a:solidFill>
                      <a:prstDash val="solid"/>
                    </a:lnT>
                    <a:lnB w="28575">
                      <a:solidFill>
                        <a:srgbClr val="4F81BD"/>
                      </a:solidFill>
                      <a:prstDash val="solid"/>
                    </a:lnB>
                  </a:tcPr>
                </a:tc>
                <a:extLst>
                  <a:ext uri="{0D108BD9-81ED-4DB2-BD59-A6C34878D82A}">
                    <a16:rowId xmlns:a16="http://schemas.microsoft.com/office/drawing/2014/main" val="10000"/>
                  </a:ext>
                </a:extLst>
              </a:tr>
              <a:tr h="863599">
                <a:tc>
                  <a:txBody>
                    <a:bodyPr/>
                    <a:lstStyle/>
                    <a:p>
                      <a:pPr>
                        <a:lnSpc>
                          <a:spcPct val="100000"/>
                        </a:lnSpc>
                      </a:pPr>
                      <a:endParaRPr sz="3800">
                        <a:latin typeface="Times New Roman"/>
                        <a:cs typeface="Times New Roman"/>
                      </a:endParaRPr>
                    </a:p>
                  </a:txBody>
                  <a:tcPr marL="0" marR="0" marT="0" marB="0">
                    <a:lnL w="12700">
                      <a:solidFill>
                        <a:srgbClr val="4A7EBB"/>
                      </a:solidFill>
                      <a:prstDash val="solid"/>
                    </a:lnL>
                    <a:lnR w="28575">
                      <a:solidFill>
                        <a:srgbClr val="C0504D"/>
                      </a:solidFill>
                      <a:prstDash val="solid"/>
                    </a:lnR>
                    <a:lnT w="28575">
                      <a:solidFill>
                        <a:srgbClr val="4F81BD"/>
                      </a:solidFill>
                      <a:prstDash val="solid"/>
                    </a:lnT>
                  </a:tcPr>
                </a:tc>
                <a:tc>
                  <a:txBody>
                    <a:bodyPr/>
                    <a:lstStyle/>
                    <a:p>
                      <a:pPr>
                        <a:lnSpc>
                          <a:spcPct val="100000"/>
                        </a:lnSpc>
                      </a:pPr>
                      <a:endParaRPr sz="3800">
                        <a:latin typeface="Times New Roman"/>
                        <a:cs typeface="Times New Roman"/>
                      </a:endParaRPr>
                    </a:p>
                  </a:txBody>
                  <a:tcPr marL="0" marR="0" marT="0" marB="0">
                    <a:lnL w="28575">
                      <a:solidFill>
                        <a:srgbClr val="C0504D"/>
                      </a:solidFill>
                      <a:prstDash val="solid"/>
                    </a:lnL>
                    <a:lnR w="12700">
                      <a:solidFill>
                        <a:srgbClr val="4A7EBB"/>
                      </a:solidFill>
                      <a:prstDash val="solid"/>
                    </a:lnR>
                    <a:lnT w="28575">
                      <a:solidFill>
                        <a:srgbClr val="4F81BD"/>
                      </a:solidFill>
                      <a:prstDash val="solid"/>
                    </a:lnT>
                  </a:tcPr>
                </a:tc>
                <a:extLst>
                  <a:ext uri="{0D108BD9-81ED-4DB2-BD59-A6C34878D82A}">
                    <a16:rowId xmlns:a16="http://schemas.microsoft.com/office/drawing/2014/main" val="10001"/>
                  </a:ext>
                </a:extLst>
              </a:tr>
              <a:tr h="1655762">
                <a:tc gridSpan="2">
                  <a:txBody>
                    <a:bodyPr/>
                    <a:lstStyle/>
                    <a:p>
                      <a:pPr>
                        <a:lnSpc>
                          <a:spcPct val="100000"/>
                        </a:lnSpc>
                      </a:pPr>
                      <a:endParaRPr sz="3800">
                        <a:latin typeface="Times New Roman"/>
                        <a:cs typeface="Times New Roman"/>
                      </a:endParaRPr>
                    </a:p>
                  </a:txBody>
                  <a:tcPr marL="0" marR="0" marT="0" marB="0">
                    <a:lnL w="12700">
                      <a:solidFill>
                        <a:srgbClr val="4A7EBB"/>
                      </a:solidFill>
                      <a:prstDash val="solid"/>
                    </a:lnL>
                    <a:lnR w="12700">
                      <a:solidFill>
                        <a:srgbClr val="4A7EBB"/>
                      </a:solidFill>
                      <a:prstDash val="solid"/>
                    </a:lnR>
                    <a:lnB w="12700">
                      <a:solidFill>
                        <a:srgbClr val="4A7EBB"/>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grpSp>
        <p:nvGrpSpPr>
          <p:cNvPr id="5" name="object 5"/>
          <p:cNvGrpSpPr/>
          <p:nvPr/>
        </p:nvGrpSpPr>
        <p:grpSpPr>
          <a:xfrm>
            <a:off x="893762" y="1459991"/>
            <a:ext cx="8255000" cy="5133340"/>
            <a:chOff x="893762" y="1459991"/>
            <a:chExt cx="8255000" cy="5133340"/>
          </a:xfrm>
        </p:grpSpPr>
        <p:sp>
          <p:nvSpPr>
            <p:cNvPr id="6" name="object 6"/>
            <p:cNvSpPr/>
            <p:nvPr/>
          </p:nvSpPr>
          <p:spPr>
            <a:xfrm>
              <a:off x="898525" y="2492375"/>
              <a:ext cx="8245475" cy="3878579"/>
            </a:xfrm>
            <a:custGeom>
              <a:avLst/>
              <a:gdLst/>
              <a:ahLst/>
              <a:cxnLst/>
              <a:rect l="l" t="t" r="r" b="b"/>
              <a:pathLst>
                <a:path w="8245475" h="3878579">
                  <a:moveTo>
                    <a:pt x="0" y="3878371"/>
                  </a:moveTo>
                  <a:lnTo>
                    <a:pt x="2239714" y="0"/>
                  </a:lnTo>
                  <a:lnTo>
                    <a:pt x="8245475" y="0"/>
                  </a:lnTo>
                  <a:lnTo>
                    <a:pt x="6005761" y="3878371"/>
                  </a:lnTo>
                  <a:lnTo>
                    <a:pt x="0" y="3878371"/>
                  </a:lnTo>
                  <a:close/>
                </a:path>
              </a:pathLst>
            </a:custGeom>
            <a:ln w="9525">
              <a:solidFill>
                <a:srgbClr val="9BBB59"/>
              </a:solidFill>
            </a:ln>
          </p:spPr>
          <p:txBody>
            <a:bodyPr wrap="square" lIns="0" tIns="0" rIns="0" bIns="0" rtlCol="0"/>
            <a:lstStyle/>
            <a:p>
              <a:endParaRPr/>
            </a:p>
          </p:txBody>
        </p:sp>
        <p:pic>
          <p:nvPicPr>
            <p:cNvPr id="7" name="object 7"/>
            <p:cNvPicPr/>
            <p:nvPr/>
          </p:nvPicPr>
          <p:blipFill>
            <a:blip r:embed="rId2" cstate="print"/>
            <a:stretch>
              <a:fillRect/>
            </a:stretch>
          </p:blipFill>
          <p:spPr>
            <a:xfrm>
              <a:off x="2154936" y="3971544"/>
              <a:ext cx="6141720" cy="106680"/>
            </a:xfrm>
            <a:prstGeom prst="rect">
              <a:avLst/>
            </a:prstGeom>
          </p:spPr>
        </p:pic>
        <p:pic>
          <p:nvPicPr>
            <p:cNvPr id="8" name="object 8"/>
            <p:cNvPicPr/>
            <p:nvPr/>
          </p:nvPicPr>
          <p:blipFill>
            <a:blip r:embed="rId3" cstate="print"/>
            <a:stretch>
              <a:fillRect/>
            </a:stretch>
          </p:blipFill>
          <p:spPr>
            <a:xfrm>
              <a:off x="4447032" y="1463040"/>
              <a:ext cx="106679" cy="3480815"/>
            </a:xfrm>
            <a:prstGeom prst="rect">
              <a:avLst/>
            </a:prstGeom>
          </p:spPr>
        </p:pic>
        <p:pic>
          <p:nvPicPr>
            <p:cNvPr id="9" name="object 9"/>
            <p:cNvPicPr/>
            <p:nvPr/>
          </p:nvPicPr>
          <p:blipFill>
            <a:blip r:embed="rId4" cstate="print"/>
            <a:stretch>
              <a:fillRect/>
            </a:stretch>
          </p:blipFill>
          <p:spPr>
            <a:xfrm>
              <a:off x="2581655" y="3538727"/>
              <a:ext cx="5212080" cy="1331976"/>
            </a:xfrm>
            <a:prstGeom prst="rect">
              <a:avLst/>
            </a:prstGeom>
          </p:spPr>
        </p:pic>
        <p:sp>
          <p:nvSpPr>
            <p:cNvPr id="10" name="object 10"/>
            <p:cNvSpPr/>
            <p:nvPr/>
          </p:nvSpPr>
          <p:spPr>
            <a:xfrm>
              <a:off x="2627312" y="3573462"/>
              <a:ext cx="5113655" cy="1224280"/>
            </a:xfrm>
            <a:custGeom>
              <a:avLst/>
              <a:gdLst/>
              <a:ahLst/>
              <a:cxnLst/>
              <a:rect l="l" t="t" r="r" b="b"/>
              <a:pathLst>
                <a:path w="5113655" h="1224279">
                  <a:moveTo>
                    <a:pt x="0" y="0"/>
                  </a:moveTo>
                  <a:lnTo>
                    <a:pt x="5113337" y="1223962"/>
                  </a:lnTo>
                </a:path>
              </a:pathLst>
            </a:custGeom>
            <a:ln w="25400">
              <a:solidFill>
                <a:srgbClr val="9BBB59"/>
              </a:solidFill>
            </a:ln>
          </p:spPr>
          <p:txBody>
            <a:bodyPr wrap="square" lIns="0" tIns="0" rIns="0" bIns="0" rtlCol="0"/>
            <a:lstStyle/>
            <a:p>
              <a:endParaRPr/>
            </a:p>
          </p:txBody>
        </p:sp>
        <p:pic>
          <p:nvPicPr>
            <p:cNvPr id="11" name="object 11"/>
            <p:cNvPicPr/>
            <p:nvPr/>
          </p:nvPicPr>
          <p:blipFill>
            <a:blip r:embed="rId5" cstate="print"/>
            <a:stretch>
              <a:fillRect/>
            </a:stretch>
          </p:blipFill>
          <p:spPr>
            <a:xfrm>
              <a:off x="2148839" y="1459991"/>
              <a:ext cx="6141720" cy="5132832"/>
            </a:xfrm>
            <a:prstGeom prst="rect">
              <a:avLst/>
            </a:prstGeom>
          </p:spPr>
        </p:pic>
      </p:grpSp>
      <p:sp>
        <p:nvSpPr>
          <p:cNvPr id="12" name="object 12"/>
          <p:cNvSpPr txBox="1"/>
          <p:nvPr/>
        </p:nvSpPr>
        <p:spPr>
          <a:xfrm>
            <a:off x="258128" y="1781556"/>
            <a:ext cx="1688464" cy="2180725"/>
          </a:xfrm>
          <a:prstGeom prst="rect">
            <a:avLst/>
          </a:prstGeom>
        </p:spPr>
        <p:txBody>
          <a:bodyPr vert="horz" wrap="square" lIns="0" tIns="13335" rIns="0" bIns="0" rtlCol="0">
            <a:spAutoFit/>
          </a:bodyPr>
          <a:lstStyle/>
          <a:p>
            <a:pPr marL="12700" marR="589280">
              <a:lnSpc>
                <a:spcPct val="99800"/>
              </a:lnSpc>
              <a:spcBef>
                <a:spcPts val="105"/>
              </a:spcBef>
            </a:pPr>
            <a:r>
              <a:rPr sz="2800" dirty="0">
                <a:cs typeface="Calibri"/>
              </a:rPr>
              <a:t>k=3 </a:t>
            </a:r>
            <a:r>
              <a:rPr sz="2800" spc="5" dirty="0">
                <a:cs typeface="Calibri"/>
              </a:rPr>
              <a:t> </a:t>
            </a:r>
            <a:r>
              <a:rPr sz="2800" spc="-20" dirty="0">
                <a:cs typeface="Calibri"/>
              </a:rPr>
              <a:t>Any </a:t>
            </a:r>
            <a:r>
              <a:rPr sz="2800" dirty="0">
                <a:cs typeface="Calibri"/>
              </a:rPr>
              <a:t>3 </a:t>
            </a:r>
            <a:r>
              <a:rPr sz="2800" spc="5" dirty="0">
                <a:cs typeface="Calibri"/>
              </a:rPr>
              <a:t> p</a:t>
            </a:r>
            <a:r>
              <a:rPr sz="2800" dirty="0">
                <a:cs typeface="Calibri"/>
              </a:rPr>
              <a:t>la</a:t>
            </a:r>
            <a:r>
              <a:rPr sz="2800" spc="5" dirty="0">
                <a:cs typeface="Calibri"/>
              </a:rPr>
              <a:t>n</a:t>
            </a:r>
            <a:r>
              <a:rPr sz="2800" spc="-10" dirty="0">
                <a:cs typeface="Calibri"/>
              </a:rPr>
              <a:t>e</a:t>
            </a:r>
            <a:r>
              <a:rPr sz="2800" dirty="0">
                <a:cs typeface="Calibri"/>
              </a:rPr>
              <a:t>s  </a:t>
            </a:r>
            <a:r>
              <a:rPr sz="2800" spc="-5" dirty="0">
                <a:cs typeface="Calibri"/>
              </a:rPr>
              <a:t>going</a:t>
            </a:r>
            <a:endParaRPr sz="2800" dirty="0">
              <a:cs typeface="Calibri"/>
            </a:endParaRPr>
          </a:p>
          <a:p>
            <a:pPr marL="12700">
              <a:lnSpc>
                <a:spcPct val="100000"/>
              </a:lnSpc>
              <a:spcBef>
                <a:spcPts val="50"/>
              </a:spcBef>
            </a:pPr>
            <a:r>
              <a:rPr sz="2800" spc="-10" dirty="0">
                <a:cs typeface="Calibri"/>
              </a:rPr>
              <a:t>through</a:t>
            </a:r>
            <a:r>
              <a:rPr sz="2800" spc="-65" dirty="0">
                <a:cs typeface="Calibri"/>
              </a:rPr>
              <a:t> </a:t>
            </a:r>
            <a:r>
              <a:rPr sz="2800" dirty="0">
                <a:cs typeface="Calibri"/>
              </a:rPr>
              <a:t>D</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Secret Sharing (cont.)</a:t>
            </a:r>
          </a:p>
        </p:txBody>
      </p:sp>
      <p:sp>
        <p:nvSpPr>
          <p:cNvPr id="3" name="Content Placeholder 2"/>
          <p:cNvSpPr>
            <a:spLocks noGrp="1"/>
          </p:cNvSpPr>
          <p:nvPr>
            <p:ph sz="quarter" idx="1"/>
          </p:nvPr>
        </p:nvSpPr>
        <p:spPr>
          <a:xfrm>
            <a:off x="457200" y="1600200"/>
            <a:ext cx="8003232" cy="4873752"/>
          </a:xfrm>
        </p:spPr>
        <p:txBody>
          <a:bodyPr>
            <a:noAutofit/>
          </a:bodyPr>
          <a:lstStyle/>
          <a:p>
            <a:r>
              <a:rPr lang="en-CA"/>
              <a:t>Shamir's Secret Sharing Scheme</a:t>
            </a:r>
          </a:p>
          <a:p>
            <a:pPr lvl="1"/>
            <a:r>
              <a:rPr lang="en-CA"/>
              <a:t>We can fit a unique polynomial of degree (</a:t>
            </a:r>
            <a:r>
              <a:rPr lang="en-CA" i="1"/>
              <a:t>t-1</a:t>
            </a:r>
            <a:r>
              <a:rPr lang="en-CA"/>
              <a:t>) to any set of </a:t>
            </a:r>
            <a:r>
              <a:rPr lang="en-CA" i="1"/>
              <a:t>t</a:t>
            </a:r>
            <a:r>
              <a:rPr lang="en-CA"/>
              <a:t> points that lie on the polynomial.</a:t>
            </a:r>
          </a:p>
          <a:p>
            <a:pPr lvl="2"/>
            <a:r>
              <a:rPr lang="en-CA"/>
              <a:t>For instance, two points are needed to define a straight line, and three points to define a quadratic</a:t>
            </a:r>
          </a:p>
          <a:p>
            <a:pPr lvl="2"/>
            <a:r>
              <a:rPr lang="en-CA"/>
              <a:t>In general </a:t>
            </a:r>
            <a:r>
              <a:rPr lang="en-CA" u="sng"/>
              <a:t>it takes </a:t>
            </a:r>
            <a:r>
              <a:rPr lang="en-CA" i="1" u="sng"/>
              <a:t>t</a:t>
            </a:r>
            <a:r>
              <a:rPr lang="en-CA" u="sng"/>
              <a:t> points to define a polynomial of degree </a:t>
            </a:r>
            <a:r>
              <a:rPr lang="en-CA" i="1" u="sng"/>
              <a:t>t-1</a:t>
            </a:r>
            <a:r>
              <a:rPr lang="en-CA"/>
              <a:t>.</a:t>
            </a:r>
          </a:p>
          <a:p>
            <a:pPr lvl="1"/>
            <a:r>
              <a:rPr lang="en-CA"/>
              <a:t>Method:</a:t>
            </a:r>
          </a:p>
          <a:p>
            <a:pPr lvl="2"/>
            <a:r>
              <a:rPr lang="en-CA"/>
              <a:t>Create a polynomial of degree </a:t>
            </a:r>
            <a:r>
              <a:rPr lang="en-CA" i="1"/>
              <a:t>t-1</a:t>
            </a:r>
            <a:endParaRPr lang="en-CA"/>
          </a:p>
          <a:p>
            <a:pPr lvl="2"/>
            <a:r>
              <a:rPr lang="en-CA"/>
              <a:t>Set the secret as the first coefficient</a:t>
            </a:r>
          </a:p>
          <a:p>
            <a:pPr lvl="2"/>
            <a:r>
              <a:rPr lang="en-CA"/>
              <a:t>The remaining coefficients are selected at random</a:t>
            </a:r>
          </a:p>
          <a:p>
            <a:pPr lvl="2"/>
            <a:r>
              <a:rPr lang="en-CA"/>
              <a:t>Select </a:t>
            </a:r>
            <a:r>
              <a:rPr lang="en-CA" i="1"/>
              <a:t>n</a:t>
            </a:r>
            <a:r>
              <a:rPr lang="en-CA"/>
              <a:t> points on the curve as the shares</a:t>
            </a:r>
          </a:p>
          <a:p>
            <a:pPr lvl="1"/>
            <a:r>
              <a:rPr lang="en-CA"/>
              <a:t>It is sufficient that at least </a:t>
            </a:r>
            <a:r>
              <a:rPr lang="en-CA" i="1"/>
              <a:t>t</a:t>
            </a:r>
            <a:r>
              <a:rPr lang="en-CA"/>
              <a:t> out of the </a:t>
            </a:r>
            <a:r>
              <a:rPr lang="en-CA" i="1"/>
              <a:t>n</a:t>
            </a:r>
            <a:r>
              <a:rPr lang="en-CA"/>
              <a:t> participants use their shares to fit a </a:t>
            </a:r>
            <a:r>
              <a:rPr lang="en-CA" i="1"/>
              <a:t>(t-1)</a:t>
            </a:r>
            <a:r>
              <a:rPr lang="en-CA"/>
              <a:t> degree polynomial to them</a:t>
            </a:r>
          </a:p>
          <a:p>
            <a:pPr lvl="1"/>
            <a:r>
              <a:rPr lang="en-CA"/>
              <a:t>The first coefficient would be the secret.</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101</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563071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Secret Sharing (cont.)</a:t>
            </a:r>
          </a:p>
        </p:txBody>
      </p:sp>
      <p:sp>
        <p:nvSpPr>
          <p:cNvPr id="3" name="Content Placeholder 2"/>
          <p:cNvSpPr>
            <a:spLocks noGrp="1"/>
          </p:cNvSpPr>
          <p:nvPr>
            <p:ph sz="quarter" idx="1"/>
          </p:nvPr>
        </p:nvSpPr>
        <p:spPr>
          <a:xfrm>
            <a:off x="457200" y="1600200"/>
            <a:ext cx="8003232" cy="4873752"/>
          </a:xfrm>
        </p:spPr>
        <p:txBody>
          <a:bodyPr>
            <a:noAutofit/>
          </a:bodyPr>
          <a:lstStyle/>
          <a:p>
            <a:r>
              <a:rPr lang="en-CA" sz="2800"/>
              <a:t>Shamir's Secret Sharing Scheme (cont.)</a:t>
            </a:r>
          </a:p>
          <a:p>
            <a:pPr lvl="1"/>
            <a:r>
              <a:rPr lang="en-CA" sz="2400"/>
              <a:t>Example</a:t>
            </a:r>
          </a:p>
          <a:p>
            <a:pPr lvl="2"/>
            <a:r>
              <a:rPr lang="en-CA" sz="2000"/>
              <a:t>Secret = 1234 , n = 6, and t = 3 </a:t>
            </a:r>
          </a:p>
          <a:p>
            <a:pPr lvl="2"/>
            <a:r>
              <a:rPr lang="en-CA" sz="2000"/>
              <a:t>Shares construction</a:t>
            </a:r>
          </a:p>
          <a:p>
            <a:pPr lvl="3"/>
            <a:r>
              <a:rPr lang="en-CA" sz="2000"/>
              <a:t>Randomly select (t-1) = 2 numbers, say, </a:t>
            </a:r>
            <a:r>
              <a:rPr lang="en-CA" sz="2000" i="1"/>
              <a:t>a</a:t>
            </a:r>
            <a:r>
              <a:rPr lang="en-CA" sz="2000" i="1" baseline="-25000"/>
              <a:t>1</a:t>
            </a:r>
            <a:r>
              <a:rPr lang="en-CA" sz="2000"/>
              <a:t> = 166 and  </a:t>
            </a:r>
            <a:r>
              <a:rPr lang="en-CA" sz="2000" i="1"/>
              <a:t>a</a:t>
            </a:r>
            <a:r>
              <a:rPr lang="en-CA" sz="2000" i="1" baseline="-25000"/>
              <a:t>2</a:t>
            </a:r>
            <a:r>
              <a:rPr lang="en-CA" sz="2000"/>
              <a:t> = 94.</a:t>
            </a:r>
          </a:p>
          <a:p>
            <a:pPr lvl="3"/>
            <a:r>
              <a:rPr lang="en-CA" sz="2000"/>
              <a:t>The polynomial would be</a:t>
            </a:r>
          </a:p>
          <a:p>
            <a:pPr marL="1005840" lvl="3" indent="0" algn="ctr">
              <a:buNone/>
            </a:pPr>
            <a:r>
              <a:rPr lang="en-CA" sz="2000" i="1"/>
              <a:t>f</a:t>
            </a:r>
            <a:r>
              <a:rPr lang="en-CA" sz="2000"/>
              <a:t>(</a:t>
            </a:r>
            <a:r>
              <a:rPr lang="en-CA" sz="2000" i="1"/>
              <a:t>x</a:t>
            </a:r>
            <a:r>
              <a:rPr lang="en-CA" sz="2000"/>
              <a:t>)=1234+166</a:t>
            </a:r>
            <a:r>
              <a:rPr lang="en-CA" sz="2000" i="1"/>
              <a:t>x</a:t>
            </a:r>
            <a:r>
              <a:rPr lang="en-CA" sz="2000"/>
              <a:t>+94</a:t>
            </a:r>
            <a:r>
              <a:rPr lang="en-CA" sz="2000" i="1"/>
              <a:t>x</a:t>
            </a:r>
            <a:r>
              <a:rPr lang="en-CA" sz="2000" i="1" baseline="30000"/>
              <a:t>2</a:t>
            </a:r>
            <a:endParaRPr lang="en-CA" sz="2000" i="1"/>
          </a:p>
          <a:p>
            <a:pPr lvl="3"/>
            <a:r>
              <a:rPr lang="en-CA" sz="2000"/>
              <a:t>Construct 6 points (shares) from the polynomial:</a:t>
            </a:r>
          </a:p>
          <a:p>
            <a:pPr marL="0" indent="0" algn="ctr">
              <a:buNone/>
            </a:pPr>
            <a:r>
              <a:rPr lang="en-CA"/>
              <a:t>(1,1494),(2,1942),(3,2578),(4,3402),(5,4414),(6,5614)</a:t>
            </a:r>
          </a:p>
          <a:p>
            <a:pPr marL="731520" lvl="2" indent="0">
              <a:buNone/>
            </a:pPr>
            <a:r>
              <a:rPr lang="en-CA" sz="2000"/>
              <a:t>	and distribute them among the participants.</a:t>
            </a:r>
          </a:p>
          <a:p>
            <a:pPr lvl="2"/>
            <a:endParaRPr lang="en-CA" sz="2000"/>
          </a:p>
          <a:p>
            <a:pPr lvl="3"/>
            <a:endParaRPr lang="en-CA" sz="2000"/>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102</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63374568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Secret Sharing (cont.)</a:t>
            </a:r>
          </a:p>
        </p:txBody>
      </p:sp>
      <p:sp>
        <p:nvSpPr>
          <p:cNvPr id="3" name="Content Placeholder 2"/>
          <p:cNvSpPr>
            <a:spLocks noGrp="1"/>
          </p:cNvSpPr>
          <p:nvPr>
            <p:ph sz="quarter" idx="1"/>
          </p:nvPr>
        </p:nvSpPr>
        <p:spPr>
          <a:xfrm>
            <a:off x="457200" y="1600200"/>
            <a:ext cx="8003232" cy="4873752"/>
          </a:xfrm>
        </p:spPr>
        <p:txBody>
          <a:bodyPr>
            <a:noAutofit/>
          </a:bodyPr>
          <a:lstStyle/>
          <a:p>
            <a:r>
              <a:rPr lang="en-CA"/>
              <a:t>Secret reconstruction</a:t>
            </a:r>
          </a:p>
          <a:p>
            <a:pPr lvl="1"/>
            <a:r>
              <a:rPr lang="en-CA"/>
              <a:t>Select any three shares, say</a:t>
            </a:r>
          </a:p>
          <a:p>
            <a:pPr marL="0" indent="0" algn="ctr">
              <a:buNone/>
            </a:pPr>
            <a:r>
              <a:rPr lang="en-CA" sz="2000"/>
              <a:t>(2,1942),(4,3402),(5,4414)</a:t>
            </a:r>
          </a:p>
          <a:p>
            <a:pPr lvl="1"/>
            <a:r>
              <a:rPr lang="en-CA"/>
              <a:t>Use a polynomial interpolation method, such as Lagrange, to find the coefficients of the polynomial</a:t>
            </a:r>
          </a:p>
          <a:p>
            <a:pPr lvl="1"/>
            <a:r>
              <a:rPr lang="en-CA"/>
              <a:t>Secret would be the constant value of the polynomial</a:t>
            </a:r>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103</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743" y="4005064"/>
            <a:ext cx="5552514" cy="172819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194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5800303"/>
            <a:ext cx="2007152" cy="70772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1946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6148" y="5974270"/>
            <a:ext cx="2227590" cy="38286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5" name="TextBox 4"/>
              <p:cNvSpPr txBox="1"/>
              <p:nvPr/>
            </p:nvSpPr>
            <p:spPr>
              <a:xfrm>
                <a:off x="3180960" y="5969499"/>
                <a:ext cx="44275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CA" sz="1800" b="0" i="1" u="none" strike="noStrike" kern="1200" cap="none" spc="0" normalizeH="0" baseline="0" noProof="0" smtClean="0">
                          <a:ln>
                            <a:noFill/>
                          </a:ln>
                          <a:solidFill>
                            <a:prstClr val="black"/>
                          </a:solidFill>
                          <a:effectLst/>
                          <a:uLnTx/>
                          <a:uFillTx/>
                          <a:latin typeface="Cambria Math"/>
                          <a:ea typeface="Cambria Math"/>
                          <a:cs typeface="+mn-cs"/>
                        </a:rPr>
                        <m:t>→</m:t>
                      </m:r>
                    </m:oMath>
                  </m:oMathPara>
                </a14:m>
                <a:endParaRPr kumimoji="0" lang="en-CA" sz="1800" b="0" i="0" u="none" strike="noStrike" kern="1200" cap="none" spc="0" normalizeH="0" baseline="0" noProof="0">
                  <a:ln>
                    <a:noFill/>
                  </a:ln>
                  <a:solidFill>
                    <a:prstClr val="black"/>
                  </a:solidFill>
                  <a:effectLst/>
                  <a:uLnTx/>
                  <a:uFillTx/>
                  <a:latin typeface="Century Schoolbook"/>
                  <a:ea typeface="+mn-ea"/>
                  <a:cs typeface="+mn-cs"/>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180960" y="5969499"/>
                <a:ext cx="442750"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228184" y="5981036"/>
                <a:ext cx="44275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CA" sz="1800" b="0" i="1" u="none" strike="noStrike" kern="1200" cap="none" spc="0" normalizeH="0" baseline="0" noProof="0" smtClean="0">
                          <a:ln>
                            <a:noFill/>
                          </a:ln>
                          <a:solidFill>
                            <a:prstClr val="black"/>
                          </a:solidFill>
                          <a:effectLst/>
                          <a:uLnTx/>
                          <a:uFillTx/>
                          <a:latin typeface="Cambria Math"/>
                          <a:ea typeface="Cambria Math"/>
                          <a:cs typeface="+mn-cs"/>
                        </a:rPr>
                        <m:t>→</m:t>
                      </m:r>
                    </m:oMath>
                  </m:oMathPara>
                </a14:m>
                <a:endParaRPr kumimoji="0" lang="en-CA" sz="1800" b="0" i="0" u="none" strike="noStrike" kern="1200" cap="none" spc="0" normalizeH="0" baseline="0" noProof="0">
                  <a:ln>
                    <a:noFill/>
                  </a:ln>
                  <a:solidFill>
                    <a:prstClr val="black"/>
                  </a:solidFill>
                  <a:effectLst/>
                  <a:uLnTx/>
                  <a:uFillTx/>
                  <a:latin typeface="Century Schoolbook"/>
                  <a:ea typeface="+mn-ea"/>
                  <a:cs typeface="+mn-cs"/>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6228184" y="5981036"/>
                <a:ext cx="442750" cy="369332"/>
              </a:xfrm>
              <a:prstGeom prst="rect">
                <a:avLst/>
              </a:prstGeom>
              <a:blipFill>
                <a:blip r:embed="rId5"/>
                <a:stretch>
                  <a:fillRect/>
                </a:stretch>
              </a:blipFill>
            </p:spPr>
            <p:txBody>
              <a:bodyPr/>
              <a:lstStyle/>
              <a:p>
                <a:r>
                  <a:rPr lang="en-US">
                    <a:noFill/>
                  </a:rPr>
                  <a:t> </a:t>
                </a:r>
              </a:p>
            </p:txBody>
          </p:sp>
        </mc:Fallback>
      </mc:AlternateContent>
      <p:pic>
        <p:nvPicPr>
          <p:cNvPr id="1946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4248" y="6001818"/>
            <a:ext cx="1008305" cy="3485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568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fade">
                                      <p:cBhvr>
                                        <p:cTn id="7" dur="500"/>
                                        <p:tgtEl>
                                          <p:spTgt spid="194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459"/>
                                        </p:tgtEl>
                                        <p:attrNameLst>
                                          <p:attrName>style.visibility</p:attrName>
                                        </p:attrNameLst>
                                      </p:cBhvr>
                                      <p:to>
                                        <p:strVal val="visible"/>
                                      </p:to>
                                    </p:set>
                                    <p:animEffect transition="in" filter="fade">
                                      <p:cBhvr>
                                        <p:cTn id="12" dur="500"/>
                                        <p:tgtEl>
                                          <p:spTgt spid="1945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ntr" presetSubtype="0" fill="hold" nodeType="withEffect">
                                  <p:stCondLst>
                                    <p:cond delay="0"/>
                                  </p:stCondLst>
                                  <p:childTnLst>
                                    <p:set>
                                      <p:cBhvr>
                                        <p:cTn id="19" dur="1" fill="hold">
                                          <p:stCondLst>
                                            <p:cond delay="0"/>
                                          </p:stCondLst>
                                        </p:cTn>
                                        <p:tgtEl>
                                          <p:spTgt spid="19460"/>
                                        </p:tgtEl>
                                        <p:attrNameLst>
                                          <p:attrName>style.visibility</p:attrName>
                                        </p:attrNameLst>
                                      </p:cBhvr>
                                      <p:to>
                                        <p:strVal val="visible"/>
                                      </p:to>
                                    </p:set>
                                    <p:animEffect transition="in" filter="fade">
                                      <p:cBhvr>
                                        <p:cTn id="20" dur="500"/>
                                        <p:tgtEl>
                                          <p:spTgt spid="1946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9462"/>
                                        </p:tgtEl>
                                        <p:attrNameLst>
                                          <p:attrName>style.visibility</p:attrName>
                                        </p:attrNameLst>
                                      </p:cBhvr>
                                      <p:to>
                                        <p:strVal val="visible"/>
                                      </p:to>
                                    </p:set>
                                    <p:animEffect transition="in" filter="fade">
                                      <p:cBhvr>
                                        <p:cTn id="28" dur="500"/>
                                        <p:tgtEl>
                                          <p:spTgt spid="19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Secret Sharing (cont.)</a:t>
            </a:r>
          </a:p>
        </p:txBody>
      </p:sp>
      <p:sp>
        <p:nvSpPr>
          <p:cNvPr id="3" name="Content Placeholder 2"/>
          <p:cNvSpPr>
            <a:spLocks noGrp="1"/>
          </p:cNvSpPr>
          <p:nvPr>
            <p:ph sz="quarter" idx="1"/>
          </p:nvPr>
        </p:nvSpPr>
        <p:spPr>
          <a:xfrm>
            <a:off x="457200" y="1600200"/>
            <a:ext cx="8003232" cy="4873752"/>
          </a:xfrm>
        </p:spPr>
        <p:txBody>
          <a:bodyPr>
            <a:noAutofit/>
          </a:bodyPr>
          <a:lstStyle/>
          <a:p>
            <a:r>
              <a:rPr lang="en-CA" sz="2000"/>
              <a:t>Proactive Secret Sharing</a:t>
            </a:r>
          </a:p>
          <a:p>
            <a:pPr lvl="1"/>
            <a:r>
              <a:rPr lang="en-CA" sz="2000"/>
              <a:t>It is a method to periodically update the secret shares.</a:t>
            </a:r>
          </a:p>
          <a:p>
            <a:pPr lvl="1"/>
            <a:r>
              <a:rPr lang="en-CA" sz="2000"/>
              <a:t>Attacker has less time to compromise the shares</a:t>
            </a:r>
          </a:p>
          <a:p>
            <a:pPr lvl="1"/>
            <a:r>
              <a:rPr lang="en-CA" sz="2000"/>
              <a:t>Example for Shamir style</a:t>
            </a:r>
          </a:p>
          <a:p>
            <a:pPr lvl="2"/>
            <a:r>
              <a:rPr lang="en-CA" sz="1600"/>
              <a:t>By the dealer</a:t>
            </a:r>
          </a:p>
          <a:p>
            <a:pPr lvl="3"/>
            <a:r>
              <a:rPr lang="en-CA" sz="1600"/>
              <a:t>Create a new polynomial with </a:t>
            </a:r>
            <a:r>
              <a:rPr lang="en-CA" sz="1600" b="1"/>
              <a:t>zero for the constant</a:t>
            </a:r>
            <a:r>
              <a:rPr lang="en-CA" sz="1600"/>
              <a:t> value</a:t>
            </a:r>
          </a:p>
          <a:p>
            <a:pPr lvl="3"/>
            <a:r>
              <a:rPr lang="en-CA" sz="1600"/>
              <a:t>Send the new shares to the participants</a:t>
            </a:r>
          </a:p>
          <a:p>
            <a:pPr lvl="3"/>
            <a:r>
              <a:rPr lang="en-CA" sz="1600"/>
              <a:t>Participants will add their old and new shares to have new ones</a:t>
            </a:r>
          </a:p>
          <a:p>
            <a:pPr lvl="2"/>
            <a:r>
              <a:rPr lang="en-CA" sz="1600"/>
              <a:t>By the participants</a:t>
            </a:r>
          </a:p>
          <a:p>
            <a:pPr lvl="3"/>
            <a:r>
              <a:rPr lang="en-CA" sz="1600"/>
              <a:t>Each participant creates a random polynomial with </a:t>
            </a:r>
            <a:r>
              <a:rPr lang="en-CA" sz="1600" b="1"/>
              <a:t>zero constant value</a:t>
            </a:r>
          </a:p>
          <a:p>
            <a:pPr lvl="3"/>
            <a:r>
              <a:rPr lang="en-CA" sz="1600"/>
              <a:t>Each participant evaluate their polynomial and send some information to the other participants</a:t>
            </a:r>
          </a:p>
          <a:p>
            <a:pPr lvl="3"/>
            <a:r>
              <a:rPr lang="en-CA" sz="1600"/>
              <a:t>Participants update their shares by adding their old and new computed and received information</a:t>
            </a:r>
          </a:p>
          <a:p>
            <a:pPr lvl="2"/>
            <a:endParaRPr lang="en-CA" sz="1600"/>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104</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spTree>
    <p:extLst>
      <p:ext uri="{BB962C8B-B14F-4D97-AF65-F5344CB8AC3E}">
        <p14:creationId xmlns:p14="http://schemas.microsoft.com/office/powerpoint/2010/main" val="240786696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Secret Sharing (cont.)</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
              </p:nvPr>
            </p:nvSpPr>
            <p:spPr>
              <a:xfrm>
                <a:off x="457200" y="1600200"/>
                <a:ext cx="8003232" cy="4873752"/>
              </a:xfrm>
            </p:spPr>
            <p:txBody>
              <a:bodyPr>
                <a:noAutofit/>
              </a:bodyPr>
              <a:lstStyle/>
              <a:p>
                <a:r>
                  <a:rPr lang="en-CA" sz="2800" dirty="0"/>
                  <a:t>Proactive Secret Sharing (cont.)</a:t>
                </a:r>
              </a:p>
              <a:p>
                <a:pPr lvl="1"/>
                <a:r>
                  <a:rPr lang="en-CA" sz="2400" dirty="0"/>
                  <a:t>Alternate solution</a:t>
                </a:r>
              </a:p>
              <a:p>
                <a:pPr lvl="2"/>
                <a:r>
                  <a:rPr lang="en-CA" sz="2000" dirty="0"/>
                  <a:t>Each participant </a:t>
                </a:r>
                <a:r>
                  <a:rPr lang="en-CA" sz="2000" i="1" dirty="0" err="1"/>
                  <a:t>i</a:t>
                </a:r>
                <a:r>
                  <a:rPr lang="en-CA" sz="2000" dirty="0"/>
                  <a:t> selects </a:t>
                </a:r>
                <a:r>
                  <a:rPr lang="en-CA" sz="2000" i="1" dirty="0"/>
                  <a:t>t</a:t>
                </a:r>
                <a:r>
                  <a:rPr lang="en-CA" sz="2000" dirty="0"/>
                  <a:t> random numbers from the finite field and creates a polynomial of degree </a:t>
                </a:r>
                <a:r>
                  <a:rPr lang="en-CA" sz="2000" i="1" dirty="0"/>
                  <a:t>t</a:t>
                </a:r>
              </a:p>
              <a:p>
                <a:pPr marL="0" indent="0" algn="ctr">
                  <a:buNone/>
                </a:pPr>
                <a:endParaRPr lang="en-CA" dirty="0"/>
              </a:p>
              <a:p>
                <a:pPr lvl="2"/>
                <a:r>
                  <a:rPr lang="en-CA" sz="2000" dirty="0"/>
                  <a:t>Participant </a:t>
                </a:r>
                <a:r>
                  <a:rPr lang="en-CA" sz="2000" i="1" dirty="0" err="1"/>
                  <a:t>i</a:t>
                </a:r>
                <a:r>
                  <a:rPr lang="en-CA" sz="2000" dirty="0"/>
                  <a:t> secretly sends          to the participant </a:t>
                </a:r>
                <a:r>
                  <a:rPr lang="en-CA" sz="2000" i="1" dirty="0"/>
                  <a:t>j</a:t>
                </a:r>
              </a:p>
              <a:p>
                <a:pPr lvl="2"/>
                <a:r>
                  <a:rPr lang="en-CA" sz="2000" dirty="0"/>
                  <a:t>Participant </a:t>
                </a:r>
                <a:r>
                  <a:rPr lang="en-CA" sz="2000" i="1" dirty="0"/>
                  <a:t>k</a:t>
                </a:r>
                <a:r>
                  <a:rPr lang="en-CA" sz="2000" dirty="0"/>
                  <a:t> computes the new share as</a:t>
                </a:r>
              </a:p>
              <a:p>
                <a:pPr marL="0" indent="0" algn="ctr">
                  <a:buNone/>
                </a:pPr>
                <a14:m>
                  <m:oMathPara xmlns:m="http://schemas.openxmlformats.org/officeDocument/2006/math">
                    <m:oMathParaPr>
                      <m:jc m:val="centerGroup"/>
                    </m:oMathParaPr>
                    <m:oMath xmlns:m="http://schemas.openxmlformats.org/officeDocument/2006/math">
                      <m:sSub>
                        <m:sSubPr>
                          <m:ctrlPr>
                            <a:rPr lang="en-CA" i="1">
                              <a:latin typeface="Cambria Math" panose="02040503050406030204" pitchFamily="18" charset="0"/>
                            </a:rPr>
                          </m:ctrlPr>
                        </m:sSubPr>
                        <m:e>
                          <m:r>
                            <a:rPr lang="en-CA" i="1">
                              <a:latin typeface="Cambria Math" panose="02040503050406030204" pitchFamily="18" charset="0"/>
                            </a:rPr>
                            <m:t>𝑠</m:t>
                          </m:r>
                        </m:e>
                        <m:sub>
                          <m:r>
                            <a:rPr lang="en-CA" b="0" i="1" smtClean="0">
                              <a:latin typeface="Cambria Math" panose="02040503050406030204" pitchFamily="18" charset="0"/>
                            </a:rPr>
                            <m:t>𝑘</m:t>
                          </m:r>
                        </m:sub>
                      </m:sSub>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rPr>
                            <m:t>𝑠</m:t>
                          </m:r>
                        </m:e>
                        <m:sub>
                          <m:r>
                            <a:rPr lang="en-CA" b="0" i="1" smtClean="0">
                              <a:latin typeface="Cambria Math" panose="02040503050406030204" pitchFamily="18" charset="0"/>
                            </a:rPr>
                            <m:t>𝑘</m:t>
                          </m:r>
                        </m:sub>
                      </m:sSub>
                      <m:r>
                        <a:rPr lang="en-CA" i="1">
                          <a:latin typeface="Cambria Math" panose="02040503050406030204" pitchFamily="18" charset="0"/>
                        </a:rPr>
                        <m:t>+</m:t>
                      </m:r>
                      <m:d>
                        <m:dPr>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𝛿</m:t>
                              </m:r>
                            </m:e>
                            <m:sub>
                              <m:r>
                                <a:rPr lang="en-CA" i="1">
                                  <a:latin typeface="Cambria Math" panose="02040503050406030204" pitchFamily="18" charset="0"/>
                                </a:rPr>
                                <m:t>1</m:t>
                              </m:r>
                            </m:sub>
                          </m:sSub>
                          <m:d>
                            <m:dPr>
                              <m:ctrlPr>
                                <a:rPr lang="en-CA" i="1">
                                  <a:latin typeface="Cambria Math" panose="02040503050406030204" pitchFamily="18" charset="0"/>
                                </a:rPr>
                              </m:ctrlPr>
                            </m:dPr>
                            <m:e>
                              <m:r>
                                <a:rPr lang="en-CA" b="0" i="1" smtClean="0">
                                  <a:latin typeface="Cambria Math" panose="02040503050406030204" pitchFamily="18" charset="0"/>
                                </a:rPr>
                                <m:t>𝑘</m:t>
                              </m:r>
                            </m:e>
                          </m:d>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𝛿</m:t>
                              </m:r>
                            </m:e>
                            <m:sub>
                              <m:r>
                                <a:rPr lang="en-CA" i="1">
                                  <a:latin typeface="Cambria Math" panose="02040503050406030204" pitchFamily="18" charset="0"/>
                                </a:rPr>
                                <m:t>2</m:t>
                              </m:r>
                            </m:sub>
                          </m:sSub>
                          <m:d>
                            <m:dPr>
                              <m:ctrlPr>
                                <a:rPr lang="en-CA" i="1">
                                  <a:latin typeface="Cambria Math" panose="02040503050406030204" pitchFamily="18" charset="0"/>
                                </a:rPr>
                              </m:ctrlPr>
                            </m:dPr>
                            <m:e>
                              <m:r>
                                <a:rPr lang="en-CA" b="0" i="1" smtClean="0">
                                  <a:latin typeface="Cambria Math" panose="02040503050406030204" pitchFamily="18" charset="0"/>
                                </a:rPr>
                                <m:t>𝑘</m:t>
                              </m:r>
                            </m:e>
                          </m:d>
                          <m:r>
                            <a:rPr lang="en-CA" i="1">
                              <a:latin typeface="Cambria Math" panose="02040503050406030204" pitchFamily="18" charset="0"/>
                            </a:rPr>
                            <m:t>+…+</m:t>
                          </m:r>
                          <m:sSub>
                            <m:sSubPr>
                              <m:ctrlPr>
                                <a:rPr lang="en-CA" i="1">
                                  <a:latin typeface="Cambria Math" panose="02040503050406030204" pitchFamily="18" charset="0"/>
                                </a:rPr>
                              </m:ctrlPr>
                            </m:sSubPr>
                            <m:e>
                              <m:r>
                                <a:rPr lang="en-CA" i="1">
                                  <a:latin typeface="Cambria Math" panose="02040503050406030204" pitchFamily="18" charset="0"/>
                                  <a:ea typeface="Cambria Math" panose="02040503050406030204" pitchFamily="18" charset="0"/>
                                </a:rPr>
                                <m:t>𝛿</m:t>
                              </m:r>
                            </m:e>
                            <m:sub>
                              <m:r>
                                <a:rPr lang="en-CA" i="1">
                                  <a:latin typeface="Cambria Math" panose="02040503050406030204" pitchFamily="18" charset="0"/>
                                </a:rPr>
                                <m:t>𝑛</m:t>
                              </m:r>
                            </m:sub>
                          </m:sSub>
                          <m:d>
                            <m:dPr>
                              <m:ctrlPr>
                                <a:rPr lang="en-CA" i="1">
                                  <a:latin typeface="Cambria Math" panose="02040503050406030204" pitchFamily="18" charset="0"/>
                                </a:rPr>
                              </m:ctrlPr>
                            </m:dPr>
                            <m:e>
                              <m:r>
                                <a:rPr lang="en-CA" b="0" i="1" smtClean="0">
                                  <a:latin typeface="Cambria Math" panose="02040503050406030204" pitchFamily="18" charset="0"/>
                                </a:rPr>
                                <m:t>𝑘</m:t>
                              </m:r>
                            </m:e>
                          </m:d>
                        </m:e>
                      </m:d>
                    </m:oMath>
                  </m:oMathPara>
                </a14:m>
                <a:endParaRPr lang="en-CA" i="1" dirty="0"/>
              </a:p>
              <a:p>
                <a:pPr lvl="2"/>
                <a:r>
                  <a:rPr lang="en-CA" sz="2000" dirty="0"/>
                  <a:t>The old shares will be discarded and new shares will be used for the secret reconstruction.</a:t>
                </a:r>
              </a:p>
            </p:txBody>
          </p:sp>
        </mc:Choice>
        <mc:Fallback xmlns="">
          <p:sp>
            <p:nvSpPr>
              <p:cNvPr id="3" name="Content Placeholder 2"/>
              <p:cNvSpPr>
                <a:spLocks noGrp="1" noRot="1" noChangeAspect="1" noMove="1" noResize="1" noEditPoints="1" noAdjustHandles="1" noChangeArrowheads="1" noChangeShapeType="1" noTextEdit="1"/>
              </p:cNvSpPr>
              <p:nvPr>
                <p:ph sz="quarter" idx="1"/>
              </p:nvPr>
            </p:nvSpPr>
            <p:spPr>
              <a:xfrm>
                <a:off x="457200" y="1600200"/>
                <a:ext cx="8003232" cy="4873752"/>
              </a:xfrm>
              <a:blipFill>
                <a:blip r:embed="rId2"/>
                <a:stretch>
                  <a:fillRect l="-634" t="-1563"/>
                </a:stretch>
              </a:blipFill>
            </p:spPr>
            <p:txBody>
              <a:bodyPr/>
              <a:lstStyle/>
              <a:p>
                <a:r>
                  <a:rPr lang="en-US">
                    <a:noFill/>
                  </a:rPr>
                  <a:t> </a:t>
                </a:r>
              </a:p>
            </p:txBody>
          </p:sp>
        </mc:Fallback>
      </mc:AlternateContent>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105</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graphicFrame>
        <p:nvGraphicFramePr>
          <p:cNvPr id="5" name="Object 4"/>
          <p:cNvGraphicFramePr>
            <a:graphicFrameLocks noChangeAspect="1"/>
          </p:cNvGraphicFramePr>
          <p:nvPr/>
        </p:nvGraphicFramePr>
        <p:xfrm>
          <a:off x="2771775" y="3165475"/>
          <a:ext cx="3244850" cy="481013"/>
        </p:xfrm>
        <a:graphic>
          <a:graphicData uri="http://schemas.openxmlformats.org/presentationml/2006/ole">
            <mc:AlternateContent xmlns:mc="http://schemas.openxmlformats.org/markup-compatibility/2006">
              <mc:Choice xmlns:v="urn:schemas-microsoft-com:vml" Requires="v">
                <p:oleObj name="Equation" r:id="rId3" imgW="1714500" imgH="254000" progId="Equation.3">
                  <p:embed/>
                </p:oleObj>
              </mc:Choice>
              <mc:Fallback>
                <p:oleObj name="Equation" r:id="rId3" imgW="1714500" imgH="254000" progId="Equation.3">
                  <p:embed/>
                  <p:pic>
                    <p:nvPicPr>
                      <p:cNvPr id="5" name="Object 4"/>
                      <p:cNvPicPr/>
                      <p:nvPr/>
                    </p:nvPicPr>
                    <p:blipFill>
                      <a:blip r:embed="rId4"/>
                      <a:stretch>
                        <a:fillRect/>
                      </a:stretch>
                    </p:blipFill>
                    <p:spPr>
                      <a:xfrm>
                        <a:off x="2771775" y="3165475"/>
                        <a:ext cx="3244850" cy="481013"/>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4716016" y="3645024"/>
          <a:ext cx="625475" cy="407988"/>
        </p:xfrm>
        <a:graphic>
          <a:graphicData uri="http://schemas.openxmlformats.org/presentationml/2006/ole">
            <mc:AlternateContent xmlns:mc="http://schemas.openxmlformats.org/markup-compatibility/2006">
              <mc:Choice xmlns:v="urn:schemas-microsoft-com:vml" Requires="v">
                <p:oleObj name="Equation" r:id="rId5" imgW="330200" imgH="215900" progId="Equation.3">
                  <p:embed/>
                </p:oleObj>
              </mc:Choice>
              <mc:Fallback>
                <p:oleObj name="Equation" r:id="rId5" imgW="330200" imgH="215900" progId="Equation.3">
                  <p:embed/>
                  <p:pic>
                    <p:nvPicPr>
                      <p:cNvPr id="7" name="Object 6"/>
                      <p:cNvPicPr/>
                      <p:nvPr/>
                    </p:nvPicPr>
                    <p:blipFill>
                      <a:blip r:embed="rId6"/>
                      <a:stretch>
                        <a:fillRect/>
                      </a:stretch>
                    </p:blipFill>
                    <p:spPr>
                      <a:xfrm>
                        <a:off x="4716016" y="3645024"/>
                        <a:ext cx="625475" cy="407988"/>
                      </a:xfrm>
                      <a:prstGeom prst="rect">
                        <a:avLst/>
                      </a:prstGeom>
                    </p:spPr>
                  </p:pic>
                </p:oleObj>
              </mc:Fallback>
            </mc:AlternateContent>
          </a:graphicData>
        </a:graphic>
      </p:graphicFrame>
    </p:spTree>
    <p:extLst>
      <p:ext uri="{BB962C8B-B14F-4D97-AF65-F5344CB8AC3E}">
        <p14:creationId xmlns:p14="http://schemas.microsoft.com/office/powerpoint/2010/main" val="32924564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Secret Sharing (cont.)</a:t>
            </a:r>
          </a:p>
        </p:txBody>
      </p:sp>
      <p:sp>
        <p:nvSpPr>
          <p:cNvPr id="3" name="Content Placeholder 2"/>
          <p:cNvSpPr>
            <a:spLocks noGrp="1"/>
          </p:cNvSpPr>
          <p:nvPr>
            <p:ph sz="quarter" idx="1"/>
          </p:nvPr>
        </p:nvSpPr>
        <p:spPr>
          <a:xfrm>
            <a:off x="457200" y="1600200"/>
            <a:ext cx="8003232" cy="4873752"/>
          </a:xfrm>
        </p:spPr>
        <p:txBody>
          <a:bodyPr>
            <a:noAutofit/>
          </a:bodyPr>
          <a:lstStyle/>
          <a:p>
            <a:r>
              <a:rPr lang="en-CA" dirty="0"/>
              <a:t>Verifiable Secret Sharing</a:t>
            </a:r>
          </a:p>
          <a:p>
            <a:pPr lvl="1"/>
            <a:r>
              <a:rPr lang="en-CA" dirty="0"/>
              <a:t>The shares dealer or one or more participants could be malicious and alter the shares during shares distribution or reconstruction phase</a:t>
            </a:r>
          </a:p>
          <a:p>
            <a:pPr lvl="1"/>
            <a:r>
              <a:rPr lang="en-CA" dirty="0"/>
              <a:t>Players are able to check the consistency of their shares</a:t>
            </a:r>
          </a:p>
          <a:p>
            <a:pPr lvl="1"/>
            <a:r>
              <a:rPr lang="en-CA" dirty="0"/>
              <a:t>Feldman</a:t>
            </a:r>
            <a:r>
              <a:rPr lang="en-US" dirty="0"/>
              <a:t>’</a:t>
            </a:r>
            <a:r>
              <a:rPr lang="en-CA" dirty="0"/>
              <a:t>s scheme</a:t>
            </a:r>
          </a:p>
          <a:p>
            <a:pPr lvl="2"/>
            <a:r>
              <a:rPr lang="en-US" dirty="0"/>
              <a:t>Select a generator, </a:t>
            </a:r>
            <a:r>
              <a:rPr lang="en-US" i="1" dirty="0"/>
              <a:t>g</a:t>
            </a:r>
            <a:r>
              <a:rPr lang="en-US" dirty="0"/>
              <a:t>, from a cyclic group, </a:t>
            </a:r>
            <a:r>
              <a:rPr lang="en-US" i="1" dirty="0"/>
              <a:t>G</a:t>
            </a:r>
            <a:r>
              <a:rPr lang="en-US" dirty="0"/>
              <a:t>, of a prime order, </a:t>
            </a:r>
            <a:r>
              <a:rPr lang="en-US" i="1" dirty="0"/>
              <a:t>p</a:t>
            </a:r>
          </a:p>
          <a:p>
            <a:pPr lvl="2"/>
            <a:r>
              <a:rPr lang="en-US" dirty="0"/>
              <a:t>For the polynomial </a:t>
            </a:r>
          </a:p>
          <a:p>
            <a:pPr lvl="2"/>
            <a:r>
              <a:rPr lang="en-US" dirty="0"/>
              <a:t>Compute                                                                    </a:t>
            </a:r>
            <a:r>
              <a:rPr lang="en-CA" dirty="0"/>
              <a:t>and send among the shares to the participants</a:t>
            </a:r>
          </a:p>
          <a:p>
            <a:pPr lvl="2"/>
            <a:r>
              <a:rPr lang="en-US" dirty="0"/>
              <a:t>Each participant </a:t>
            </a:r>
            <a:r>
              <a:rPr lang="en-US" b="1" i="1" dirty="0" err="1"/>
              <a:t>i</a:t>
            </a:r>
            <a:r>
              <a:rPr lang="en-US" dirty="0"/>
              <a:t> can verify the following equation</a:t>
            </a:r>
          </a:p>
          <a:p>
            <a:pPr marL="0" indent="0" algn="ctr">
              <a:buNone/>
            </a:pPr>
            <a:endParaRPr lang="en-CA" dirty="0"/>
          </a:p>
          <a:p>
            <a:pPr marL="731520" lvl="2" indent="0">
              <a:buNone/>
            </a:pPr>
            <a:endParaRPr lang="en-US" dirty="0"/>
          </a:p>
          <a:p>
            <a:pPr lvl="2"/>
            <a:r>
              <a:rPr lang="en-US" dirty="0"/>
              <a:t>Some information can be learned from </a:t>
            </a:r>
            <a:r>
              <a:rPr lang="en-US" i="1" dirty="0" err="1"/>
              <a:t>c</a:t>
            </a:r>
            <a:r>
              <a:rPr lang="en-US" i="1" baseline="-25000" dirty="0" err="1"/>
              <a:t>i</a:t>
            </a:r>
            <a:r>
              <a:rPr lang="en-US" dirty="0" err="1"/>
              <a:t>’s</a:t>
            </a:r>
            <a:r>
              <a:rPr lang="en-US" dirty="0"/>
              <a:t> .</a:t>
            </a:r>
          </a:p>
          <a:p>
            <a:pPr lvl="2"/>
            <a:endParaRPr lang="en-CA" dirty="0"/>
          </a:p>
        </p:txBody>
      </p:sp>
      <p:sp>
        <p:nvSpPr>
          <p:cNvPr id="4" name="Slide Number Placeholder 3"/>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3AAB7785-396F-4915-8DFC-F7434CCA128E}" type="slidenum">
              <a:rPr kumimoji="0" lang="en-CA" sz="1400" b="1" i="0" u="none" strike="noStrike" kern="1200" cap="none" spc="0" normalizeH="0" baseline="0" noProof="0" smtClean="0">
                <a:ln>
                  <a:noFill/>
                </a:ln>
                <a:solidFill>
                  <a:srgbClr val="FFFFFF"/>
                </a:solidFill>
                <a:effectLst/>
                <a:uLnTx/>
                <a:uFillTx/>
                <a:latin typeface="Century Schoolbook"/>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106</a:t>
            </a:fld>
            <a:endParaRPr kumimoji="0" lang="en-CA" sz="1400" b="1" i="0" u="none" strike="noStrike" kern="1200" cap="none" spc="0" normalizeH="0" baseline="0" noProof="0">
              <a:ln>
                <a:noFill/>
              </a:ln>
              <a:solidFill>
                <a:srgbClr val="FFFFFF"/>
              </a:solidFill>
              <a:effectLst/>
              <a:uLnTx/>
              <a:uFillTx/>
              <a:latin typeface="Century Schoolbook"/>
              <a:ea typeface="+mn-ea"/>
              <a:cs typeface="+mn-cs"/>
            </a:endParaRPr>
          </a:p>
        </p:txBody>
      </p:sp>
      <p:graphicFrame>
        <p:nvGraphicFramePr>
          <p:cNvPr id="5" name="Object 4"/>
          <p:cNvGraphicFramePr>
            <a:graphicFrameLocks noChangeAspect="1"/>
          </p:cNvGraphicFramePr>
          <p:nvPr/>
        </p:nvGraphicFramePr>
        <p:xfrm>
          <a:off x="2483768" y="4437063"/>
          <a:ext cx="4210050" cy="457200"/>
        </p:xfrm>
        <a:graphic>
          <a:graphicData uri="http://schemas.openxmlformats.org/presentationml/2006/ole">
            <mc:AlternateContent xmlns:mc="http://schemas.openxmlformats.org/markup-compatibility/2006">
              <mc:Choice xmlns:v="urn:schemas-microsoft-com:vml" Requires="v">
                <p:oleObj name="Equation" r:id="rId2" imgW="2222500" imgH="241300" progId="Equation.3">
                  <p:embed/>
                </p:oleObj>
              </mc:Choice>
              <mc:Fallback>
                <p:oleObj name="Equation" r:id="rId2" imgW="2222500" imgH="241300" progId="Equation.3">
                  <p:embed/>
                  <p:pic>
                    <p:nvPicPr>
                      <p:cNvPr id="5" name="Object 4"/>
                      <p:cNvPicPr/>
                      <p:nvPr/>
                    </p:nvPicPr>
                    <p:blipFill>
                      <a:blip r:embed="rId3"/>
                      <a:stretch>
                        <a:fillRect/>
                      </a:stretch>
                    </p:blipFill>
                    <p:spPr>
                      <a:xfrm>
                        <a:off x="2483768" y="4437063"/>
                        <a:ext cx="4210050" cy="457200"/>
                      </a:xfrm>
                      <a:prstGeom prst="rect">
                        <a:avLst/>
                      </a:prstGeom>
                    </p:spPr>
                  </p:pic>
                </p:oleObj>
              </mc:Fallback>
            </mc:AlternateContent>
          </a:graphicData>
        </a:graphic>
      </p:graphicFrame>
      <p:graphicFrame>
        <p:nvGraphicFramePr>
          <p:cNvPr id="6" name="Object 5"/>
          <p:cNvGraphicFramePr>
            <a:graphicFrameLocks noChangeAspect="1"/>
          </p:cNvGraphicFramePr>
          <p:nvPr/>
        </p:nvGraphicFramePr>
        <p:xfrm>
          <a:off x="683568" y="5444008"/>
          <a:ext cx="7386637" cy="649288"/>
        </p:xfrm>
        <a:graphic>
          <a:graphicData uri="http://schemas.openxmlformats.org/presentationml/2006/ole">
            <mc:AlternateContent xmlns:mc="http://schemas.openxmlformats.org/markup-compatibility/2006">
              <mc:Choice xmlns:v="urn:schemas-microsoft-com:vml" Requires="v">
                <p:oleObj name="Equation" r:id="rId4" imgW="3898900" imgH="342900" progId="Equation.3">
                  <p:embed/>
                </p:oleObj>
              </mc:Choice>
              <mc:Fallback>
                <p:oleObj name="Equation" r:id="rId4" imgW="3898900" imgH="342900" progId="Equation.3">
                  <p:embed/>
                  <p:pic>
                    <p:nvPicPr>
                      <p:cNvPr id="6" name="Object 5"/>
                      <p:cNvPicPr/>
                      <p:nvPr/>
                    </p:nvPicPr>
                    <p:blipFill>
                      <a:blip r:embed="rId5"/>
                      <a:stretch>
                        <a:fillRect/>
                      </a:stretch>
                    </p:blipFill>
                    <p:spPr>
                      <a:xfrm>
                        <a:off x="683568" y="5444008"/>
                        <a:ext cx="7386637" cy="649288"/>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3483446" y="4076700"/>
          <a:ext cx="3752850" cy="457200"/>
        </p:xfrm>
        <a:graphic>
          <a:graphicData uri="http://schemas.openxmlformats.org/presentationml/2006/ole">
            <mc:AlternateContent xmlns:mc="http://schemas.openxmlformats.org/markup-compatibility/2006">
              <mc:Choice xmlns:v="urn:schemas-microsoft-com:vml" Requires="v">
                <p:oleObj name="Equation" r:id="rId6" imgW="1981200" imgH="241300" progId="Equation.3">
                  <p:embed/>
                </p:oleObj>
              </mc:Choice>
              <mc:Fallback>
                <p:oleObj name="Equation" r:id="rId6" imgW="1981200" imgH="241300" progId="Equation.3">
                  <p:embed/>
                  <p:pic>
                    <p:nvPicPr>
                      <p:cNvPr id="7" name="Object 6"/>
                      <p:cNvPicPr/>
                      <p:nvPr/>
                    </p:nvPicPr>
                    <p:blipFill>
                      <a:blip r:embed="rId7"/>
                      <a:stretch>
                        <a:fillRect/>
                      </a:stretch>
                    </p:blipFill>
                    <p:spPr>
                      <a:xfrm>
                        <a:off x="3483446" y="4076700"/>
                        <a:ext cx="3752850" cy="457200"/>
                      </a:xfrm>
                      <a:prstGeom prst="rect">
                        <a:avLst/>
                      </a:prstGeom>
                    </p:spPr>
                  </p:pic>
                </p:oleObj>
              </mc:Fallback>
            </mc:AlternateContent>
          </a:graphicData>
        </a:graphic>
      </p:graphicFrame>
    </p:spTree>
    <p:extLst>
      <p:ext uri="{BB962C8B-B14F-4D97-AF65-F5344CB8AC3E}">
        <p14:creationId xmlns:p14="http://schemas.microsoft.com/office/powerpoint/2010/main" val="3261225621"/>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8222</TotalTime>
  <Words>9769</Words>
  <Application>Microsoft Office PowerPoint</Application>
  <PresentationFormat>On-screen Show (4:3)</PresentationFormat>
  <Paragraphs>1021</Paragraphs>
  <Slides>106</Slides>
  <Notes>27</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106</vt:i4>
      </vt:variant>
    </vt:vector>
  </HeadingPairs>
  <TitlesOfParts>
    <vt:vector size="122" baseType="lpstr">
      <vt:lpstr>Aptos</vt:lpstr>
      <vt:lpstr>Aptos Display</vt:lpstr>
      <vt:lpstr>Arial</vt:lpstr>
      <vt:lpstr>Arial MT</vt:lpstr>
      <vt:lpstr>Calibri</vt:lpstr>
      <vt:lpstr>Cambria Math</vt:lpstr>
      <vt:lpstr>Century Schoolbook</vt:lpstr>
      <vt:lpstr>Courier New</vt:lpstr>
      <vt:lpstr>Miriam Fixed</vt:lpstr>
      <vt:lpstr>PT Mono</vt:lpstr>
      <vt:lpstr>Times New Roman</vt:lpstr>
      <vt:lpstr>Wingdings</vt:lpstr>
      <vt:lpstr>Wingdings 2</vt:lpstr>
      <vt:lpstr>Office Theme</vt:lpstr>
      <vt:lpstr>Oriel</vt:lpstr>
      <vt:lpstr>Equation</vt:lpstr>
      <vt:lpstr>Chapter 3</vt:lpstr>
      <vt:lpstr>Chapter Outline</vt:lpstr>
      <vt:lpstr>Terminology</vt:lpstr>
      <vt:lpstr>Terminology (Cont.)</vt:lpstr>
      <vt:lpstr>Terminology (Cont.)</vt:lpstr>
      <vt:lpstr>Terminology (Cont.)</vt:lpstr>
      <vt:lpstr>Terminology (Cont.)</vt:lpstr>
      <vt:lpstr>Terminology (Cont.)</vt:lpstr>
      <vt:lpstr>Terminology (Cont.)</vt:lpstr>
      <vt:lpstr>Terminology (Cont.)</vt:lpstr>
      <vt:lpstr>Representing Characters</vt:lpstr>
      <vt:lpstr>Substitution Ciphers</vt:lpstr>
      <vt:lpstr>Substitution Ciphers (cont.)</vt:lpstr>
      <vt:lpstr>Substitution Ciphers (cont.)</vt:lpstr>
      <vt:lpstr>Substitution Ciphers (cont.)</vt:lpstr>
      <vt:lpstr>Substitution Ciphers (cont.)</vt:lpstr>
      <vt:lpstr>Cryptographer’s Dilemma</vt:lpstr>
      <vt:lpstr>One-Time Pads (Perfect Cipher)</vt:lpstr>
      <vt:lpstr>One-Time Pads (cont.)</vt:lpstr>
      <vt:lpstr>One-Time Pads (cont.)</vt:lpstr>
      <vt:lpstr>Transpositions (Permutations)</vt:lpstr>
      <vt:lpstr>Transpositions (CONT.)</vt:lpstr>
      <vt:lpstr>Transpositions (cont.)</vt:lpstr>
      <vt:lpstr>Transpositions (cont.)</vt:lpstr>
      <vt:lpstr>Transpositions (cont.)</vt:lpstr>
      <vt:lpstr>Transpositions (cont.)</vt:lpstr>
      <vt:lpstr>Combinations of Approaches</vt:lpstr>
      <vt:lpstr>Good Ciphers</vt:lpstr>
      <vt:lpstr>Good Ciphers (cont.)</vt:lpstr>
      <vt:lpstr>Trustworthy of Encryption Systems</vt:lpstr>
      <vt:lpstr>Stream and Block Ciphers</vt:lpstr>
      <vt:lpstr>Stream and Block Ciphers (cont.)</vt:lpstr>
      <vt:lpstr>Stream and Block Ciphers (cont.)</vt:lpstr>
      <vt:lpstr>Confusion and Diffusion</vt:lpstr>
      <vt:lpstr>Cryptanalysis</vt:lpstr>
      <vt:lpstr>Cryptanalysis (cont.)</vt:lpstr>
      <vt:lpstr>Cryptanalysis (cont.)</vt:lpstr>
      <vt:lpstr>Cryptanalysis (cont.)</vt:lpstr>
      <vt:lpstr>Cryptanalysis (cont.)</vt:lpstr>
      <vt:lpstr>Cryptanalysis (cont.)</vt:lpstr>
      <vt:lpstr>Attacking the Cipher</vt:lpstr>
      <vt:lpstr>Statistical Attack</vt:lpstr>
      <vt:lpstr>Attacking Symmetric Encryption</vt:lpstr>
      <vt:lpstr>PowerPoint Presentation</vt:lpstr>
      <vt:lpstr>Encryption Systems</vt:lpstr>
      <vt:lpstr>Data Encryption Standard (DES)</vt:lpstr>
      <vt:lpstr>DES (cont.)</vt:lpstr>
      <vt:lpstr>DES (cont.)</vt:lpstr>
      <vt:lpstr>DES (cont.)</vt:lpstr>
      <vt:lpstr>DES (cont.)</vt:lpstr>
      <vt:lpstr>DES (cont.)</vt:lpstr>
      <vt:lpstr>DES (cont.)</vt:lpstr>
      <vt:lpstr>DES (cont.)</vt:lpstr>
      <vt:lpstr>DES (cont.)</vt:lpstr>
      <vt:lpstr>DES (cont.)</vt:lpstr>
      <vt:lpstr>DES (cont.)</vt:lpstr>
      <vt:lpstr>DES (cont.)</vt:lpstr>
      <vt:lpstr>DES (cont.)</vt:lpstr>
      <vt:lpstr>Modes of Operation</vt:lpstr>
      <vt:lpstr>Modes of Operation</vt:lpstr>
      <vt:lpstr>Modes of Operation</vt:lpstr>
      <vt:lpstr>DES (cont.)</vt:lpstr>
      <vt:lpstr>DES Properties</vt:lpstr>
      <vt:lpstr>DES (cont.)</vt:lpstr>
      <vt:lpstr>DES (cont.)</vt:lpstr>
      <vt:lpstr>DES (cont.)</vt:lpstr>
      <vt:lpstr>Advanced Encryption Standard (AES)</vt:lpstr>
      <vt:lpstr>AES (cont.)</vt:lpstr>
      <vt:lpstr>AES (cont.)</vt:lpstr>
      <vt:lpstr>AES (cont.)</vt:lpstr>
      <vt:lpstr>AES (cont.)</vt:lpstr>
      <vt:lpstr>AES (cont.)</vt:lpstr>
      <vt:lpstr>AES (cont.)</vt:lpstr>
      <vt:lpstr>AES (cont.)</vt:lpstr>
      <vt:lpstr>Comparison of DES and AES</vt:lpstr>
      <vt:lpstr>Mathematics</vt:lpstr>
      <vt:lpstr>PowerPoint Presentation</vt:lpstr>
      <vt:lpstr>PowerPoint Presentation</vt:lpstr>
      <vt:lpstr>Public Key Encryption Systems</vt:lpstr>
      <vt:lpstr>Rivest–Shamir–Adelman (RSA) Encryption</vt:lpstr>
      <vt:lpstr>Rivest–Shamir–Adelman (RSA) Encryption</vt:lpstr>
      <vt:lpstr>Rivest–Shamir–Adelman (RSA) Encryption</vt:lpstr>
      <vt:lpstr>Rivest–Shamir–Adelman (RSA) Encryption</vt:lpstr>
      <vt:lpstr>Rivest–Shamir–Adelman (RSA) Encryption</vt:lpstr>
      <vt:lpstr>Rivest–Shamir–Adelman (RSA) Encryption</vt:lpstr>
      <vt:lpstr>Keys</vt:lpstr>
      <vt:lpstr>Secure Hash Functions</vt:lpstr>
      <vt:lpstr>Message authentication</vt:lpstr>
      <vt:lpstr>The El Gamal Cryptosystem</vt:lpstr>
      <vt:lpstr>Digital Signature</vt:lpstr>
      <vt:lpstr>The El Gamal Signature Algorithm</vt:lpstr>
      <vt:lpstr>The El Gamal Signature Algorithm</vt:lpstr>
      <vt:lpstr>The El Gamal Signature Algorithm</vt:lpstr>
      <vt:lpstr>The El Gamal Signature Algorithm</vt:lpstr>
      <vt:lpstr>Secret Sharing</vt:lpstr>
      <vt:lpstr>Secret Sharing (cont.)</vt:lpstr>
      <vt:lpstr>Secret Sharing (cont.)</vt:lpstr>
      <vt:lpstr>Shamir’s Secret Sharing</vt:lpstr>
      <vt:lpstr>Shamir’s Secret Sharing (simplified)</vt:lpstr>
      <vt:lpstr>Shamir’s Secret Sharing (simplified)</vt:lpstr>
      <vt:lpstr>Secret Sharing (cont.)</vt:lpstr>
      <vt:lpstr>Secret Sharing (cont.)</vt:lpstr>
      <vt:lpstr>Secret Sharing (cont.)</vt:lpstr>
      <vt:lpstr>Secret Sharing (cont.)</vt:lpstr>
      <vt:lpstr>Secret Sharing (cont.)</vt:lpstr>
      <vt:lpstr>Secret Sharing (cont.)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6916 Security and Privacy</dc:title>
  <dc:creator>Amir H. Razavi</dc:creator>
  <cp:lastModifiedBy>amir hosein razavi</cp:lastModifiedBy>
  <cp:revision>11</cp:revision>
  <cp:lastPrinted>2017-09-17T20:08:37Z</cp:lastPrinted>
  <dcterms:created xsi:type="dcterms:W3CDTF">2013-07-25T17:28:17Z</dcterms:created>
  <dcterms:modified xsi:type="dcterms:W3CDTF">2024-09-16T21:13:44Z</dcterms:modified>
</cp:coreProperties>
</file>