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photoAlbum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20B3CD-FD36-425B-A31F-B0688252C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391E8C-CFAF-484C-BAB8-E82B74F77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03C44C-7048-4FC6-893C-1CEC981C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722C63-485F-46A7-A2F6-3E4A4BD4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B53C35-C58C-431A-9528-91BCEE04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006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43FC4A-4556-48C5-B6FA-D89220B2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344236-2DB5-48D5-8093-2BAD45104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B55D11-7E5A-46FB-BF00-BD39D9C4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ACFABF-D0E4-4935-9EC2-C241D59FE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50AE3C-78B4-4A99-AF35-75D8E1C2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944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CE908-A7DF-47F0-A0BD-60D513692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61BDDB-6CA2-47FB-9955-2F79FE981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5D2247-D176-4659-81A7-434A7670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972092-940C-4744-AA8C-C0028EC9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D4C830-8919-49FB-A2AA-9FE1A3D2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877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BFB15C-D1A2-4209-AAA1-1FAE8BE9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DF9BCB-48D4-487C-88B0-843F710EB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28407F-A2EB-412C-A9F3-8C6F25B10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D90BAE-4126-4F79-9882-34E71D6B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CC9255-64F2-48C2-ABCF-33F790B5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1AE9ED-FAEF-418C-BC42-AD9268AE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8320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8F81C2-BFC4-42AD-BCB6-53810EDA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A1FE6D-88F8-42C3-9463-D66DB861A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ECC237-E361-4DCE-A595-846BAB0DB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F504F03-A0B7-4AD9-8E15-9713DB2CC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A5CF984-D866-4343-96FB-66AD154E4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B0C5BBC-9843-4A5D-95DA-16E8D9CF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50F12A0-6706-4108-8035-6F0EF2FDF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C18E6FC-8CE4-444D-9F1E-83AD605F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4044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442EF-8466-4C08-A485-61531B8F4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2FA2D7-1BC6-4BDA-BB3E-A500D6347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B34CDF-4EDB-463E-810E-58D6077C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AF634B-FE2A-4095-892E-0EA9CC88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2979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6B3A8FC-ACE9-48F8-8437-407DA33C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1191D57-BA76-4928-B6DF-3FB483B5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EC83E9-7F00-4299-B45B-DC1FBED7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69428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0458FD-77F2-4820-B2D4-EF287199B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89F128-8724-403E-9A2E-F3C1B2207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ED82EC-AF10-4030-AFDF-F22897439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0B5876-4B92-4FD4-B156-6B2F03BF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5E1D20-9774-4DBB-A45E-7D7AC6CF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E74DC4-D4E8-4F8D-B58B-761BFBE5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6140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4A6614-1B9F-4C78-88CD-F2D69B302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B5E71BC-36F0-4F2C-8C12-F445EF731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2F40BA1-E0B3-4621-820D-8F9EB4A90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A5AC13-5F64-468B-827E-602A9E2F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B663B4-E9BA-4013-8B77-F3303C3C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ABC075-CC78-4102-AC48-38D7EC07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367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7371B7-4B46-4D83-A6A2-870A0EF8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B41C4C-38D6-4DDF-B23F-0543BD6B7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C369B1-983E-420F-9472-6A9AC1791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979659-BB1B-430A-B6C4-F919259E4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044E50-2C06-48FB-83C4-1211B1BA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8992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813C1BC-C981-4E0E-B776-63E1C16B4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090434A-2318-4DFC-B00C-E7E2C2604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EEFB34-3F40-444B-AC57-4F60164C3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832F73-813C-447F-9F03-2B6E8BB9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E254D7-5C50-4623-A0A8-84D1250B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729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AD828D9-314E-43C2-85CB-EC650872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050F95-5D50-4644-B969-080A88576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D8A4D5-F9D5-4685-9540-FD2042DC4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34B0-9F51-4495-8805-45BE61BBD88D}" type="datetimeFigureOut">
              <a:rPr lang="fr-CA" smtClean="0"/>
              <a:t>2020-03-04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1709AB-9C3A-4AB5-A558-30C38D0B7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19EB7B-1F9E-4CB6-A3D6-449D390A7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D6DD1-687C-4900-B1C4-708D059FBE5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5979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B9950-48D7-40CC-9A77-0DE10C119424}"/>
              </a:ext>
            </a:extLst>
          </p:cNvPr>
          <p:cNvSpPr>
            <a:spLocks noGrp="1"/>
          </p:cNvSpPr>
          <p:nvPr>
            <p:ph type="ctr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CA" dirty="0"/>
              <a:t>Adm course</a:t>
            </a:r>
            <a:endParaRPr lang="fr-C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C22BA0-7E13-4CD0-9414-C128471333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CA" b="1" dirty="0">
                <a:solidFill>
                  <a:schemeClr val="tx1"/>
                </a:solidFill>
                <a:highlight>
                  <a:srgbClr val="FFFF00"/>
                </a:highlight>
              </a:rPr>
              <a:t>JUSTE POUR S’EXERCER</a:t>
            </a:r>
            <a:endParaRPr lang="fr-CA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37533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3-4">
            <a:extLst>
              <a:ext uri="{FF2B5EF4-FFF2-40B4-BE49-F238E27FC236}">
                <a16:creationId xmlns:a16="http://schemas.microsoft.com/office/drawing/2014/main" id="{9EED0532-6AE6-4746-A091-B21A4837994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677" y="-1"/>
            <a:ext cx="6202836" cy="678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5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5-6">
            <a:extLst>
              <a:ext uri="{FF2B5EF4-FFF2-40B4-BE49-F238E27FC236}">
                <a16:creationId xmlns:a16="http://schemas.microsoft.com/office/drawing/2014/main" id="{01ADCCF5-5611-4062-B8D3-65867206486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67" y="0"/>
            <a:ext cx="6132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93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7-8">
            <a:extLst>
              <a:ext uri="{FF2B5EF4-FFF2-40B4-BE49-F238E27FC236}">
                <a16:creationId xmlns:a16="http://schemas.microsoft.com/office/drawing/2014/main" id="{1FE13043-7015-4941-BF95-A356D1BA2F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152" y="0"/>
            <a:ext cx="5840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9-10">
            <a:extLst>
              <a:ext uri="{FF2B5EF4-FFF2-40B4-BE49-F238E27FC236}">
                <a16:creationId xmlns:a16="http://schemas.microsoft.com/office/drawing/2014/main" id="{492689A0-B344-4A66-BA4B-729DDBA9214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371" y="0"/>
            <a:ext cx="6047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10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11-12">
            <a:extLst>
              <a:ext uri="{FF2B5EF4-FFF2-40B4-BE49-F238E27FC236}">
                <a16:creationId xmlns:a16="http://schemas.microsoft.com/office/drawing/2014/main" id="{CA75C0F2-D857-46C7-B36F-6A8B2808CBB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799" y="0"/>
            <a:ext cx="6547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14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13-14">
            <a:extLst>
              <a:ext uri="{FF2B5EF4-FFF2-40B4-BE49-F238E27FC236}">
                <a16:creationId xmlns:a16="http://schemas.microsoft.com/office/drawing/2014/main" id="{B11E45B9-4BC9-4D99-835A-273A9E7760C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944" y="0"/>
            <a:ext cx="5774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5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15-16">
            <a:extLst>
              <a:ext uri="{FF2B5EF4-FFF2-40B4-BE49-F238E27FC236}">
                <a16:creationId xmlns:a16="http://schemas.microsoft.com/office/drawing/2014/main" id="{0665146F-AC13-43EE-A55B-BB1E3AF8A3E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103" y="0"/>
            <a:ext cx="6585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7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17-18">
            <a:extLst>
              <a:ext uri="{FF2B5EF4-FFF2-40B4-BE49-F238E27FC236}">
                <a16:creationId xmlns:a16="http://schemas.microsoft.com/office/drawing/2014/main" id="{8190BF9E-7BE8-4356-BCE0-66C7FC3A29C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55" y="0"/>
            <a:ext cx="6410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4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19-20">
            <a:extLst>
              <a:ext uri="{FF2B5EF4-FFF2-40B4-BE49-F238E27FC236}">
                <a16:creationId xmlns:a16="http://schemas.microsoft.com/office/drawing/2014/main" id="{88FAFDD5-7AE7-4920-A5FA-5DFA3C99E3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492" y="0"/>
            <a:ext cx="64815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0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21-22">
            <a:extLst>
              <a:ext uri="{FF2B5EF4-FFF2-40B4-BE49-F238E27FC236}">
                <a16:creationId xmlns:a16="http://schemas.microsoft.com/office/drawing/2014/main" id="{CF6A7E18-B039-4369-B87E-0C3CE2E4AE2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334" y="0"/>
            <a:ext cx="6358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66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23-24">
            <a:extLst>
              <a:ext uri="{FF2B5EF4-FFF2-40B4-BE49-F238E27FC236}">
                <a16:creationId xmlns:a16="http://schemas.microsoft.com/office/drawing/2014/main" id="{57B303CB-C85B-4A40-B95F-C5BDC1FBE0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761" y="0"/>
            <a:ext cx="60761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03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25-26">
            <a:extLst>
              <a:ext uri="{FF2B5EF4-FFF2-40B4-BE49-F238E27FC236}">
                <a16:creationId xmlns:a16="http://schemas.microsoft.com/office/drawing/2014/main" id="{082DC810-8D29-4DDF-A973-C2F581B6485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067" y="0"/>
            <a:ext cx="6368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05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27-28">
            <a:extLst>
              <a:ext uri="{FF2B5EF4-FFF2-40B4-BE49-F238E27FC236}">
                <a16:creationId xmlns:a16="http://schemas.microsoft.com/office/drawing/2014/main" id="{15752660-59A1-43B5-8787-565080F94F4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346" y="0"/>
            <a:ext cx="63307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68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29-30">
            <a:extLst>
              <a:ext uri="{FF2B5EF4-FFF2-40B4-BE49-F238E27FC236}">
                <a16:creationId xmlns:a16="http://schemas.microsoft.com/office/drawing/2014/main" id="{E4E1F170-283E-4942-AEC0-9015F025A2A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320" y="0"/>
            <a:ext cx="6358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99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29-31">
            <a:extLst>
              <a:ext uri="{FF2B5EF4-FFF2-40B4-BE49-F238E27FC236}">
                <a16:creationId xmlns:a16="http://schemas.microsoft.com/office/drawing/2014/main" id="{F1E21C58-99CE-4C8B-8735-9BF1A2B89D8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946" y="0"/>
            <a:ext cx="6622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38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31">
            <a:extLst>
              <a:ext uri="{FF2B5EF4-FFF2-40B4-BE49-F238E27FC236}">
                <a16:creationId xmlns:a16="http://schemas.microsoft.com/office/drawing/2014/main" id="{F319D7F9-7B4D-42CD-A1EB-7757D20E1A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384" y="0"/>
            <a:ext cx="6528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161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5</Words>
  <Application>Microsoft Office PowerPoint</Application>
  <PresentationFormat>Grand écran</PresentationFormat>
  <Paragraphs>2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Thème Office</vt:lpstr>
      <vt:lpstr>Adm course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 course</dc:title>
  <dc:creator>g.decaho@gmail.com</dc:creator>
  <cp:lastModifiedBy>g.decaho@gmail.com</cp:lastModifiedBy>
  <cp:revision>1</cp:revision>
  <dcterms:created xsi:type="dcterms:W3CDTF">2020-03-04T18:54:45Z</dcterms:created>
  <dcterms:modified xsi:type="dcterms:W3CDTF">2020-03-05T18:40:18Z</dcterms:modified>
</cp:coreProperties>
</file>