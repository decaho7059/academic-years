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9"/>
  </p:notesMasterIdLst>
  <p:sldIdLst>
    <p:sldId id="296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82" r:id="rId10"/>
    <p:sldId id="263" r:id="rId11"/>
    <p:sldId id="264" r:id="rId12"/>
    <p:sldId id="265" r:id="rId13"/>
    <p:sldId id="266" r:id="rId14"/>
    <p:sldId id="267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7" r:id="rId23"/>
    <p:sldId id="278" r:id="rId24"/>
    <p:sldId id="279" r:id="rId25"/>
    <p:sldId id="280" r:id="rId26"/>
    <p:sldId id="281" r:id="rId27"/>
    <p:sldId id="283" r:id="rId28"/>
    <p:sldId id="285" r:id="rId29"/>
    <p:sldId id="286" r:id="rId30"/>
    <p:sldId id="287" r:id="rId31"/>
    <p:sldId id="288" r:id="rId32"/>
    <p:sldId id="289" r:id="rId33"/>
    <p:sldId id="290" r:id="rId34"/>
    <p:sldId id="292" r:id="rId35"/>
    <p:sldId id="284" r:id="rId36"/>
    <p:sldId id="293" r:id="rId37"/>
    <p:sldId id="294" r:id="rId38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15474"/>
    <a:srgbClr val="3F6C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491" autoAdjust="0"/>
    <p:restoredTop sz="87484" autoAdjust="0"/>
  </p:normalViewPr>
  <p:slideViewPr>
    <p:cSldViewPr>
      <p:cViewPr varScale="1">
        <p:scale>
          <a:sx n="84" d="100"/>
          <a:sy n="84" d="100"/>
        </p:scale>
        <p:origin x="1572" y="5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97538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9AA00E-2954-409C-8927-0F7867574796}" type="datetimeFigureOut">
              <a:rPr lang="en-CA" smtClean="0"/>
              <a:t>2024-10-23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0F86C4-959F-4A3E-821C-EADB66BBA7F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729628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Cryptojacking</a:t>
            </a:r>
            <a:r>
              <a:rPr lang="en-GB" dirty="0"/>
              <a:t> is a form of cyberattack where malicious actors secretly use someone else's computing resources to mine cryptocurrency. This can happen through infected websites, malware, or compromised ads. 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0F86C4-959F-4A3E-821C-EADB66BBA7F0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695727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GDPR</a:t>
            </a:r>
            <a:r>
              <a:rPr lang="en-GB" dirty="0"/>
              <a:t> (General Data Protection Regulation)</a:t>
            </a:r>
          </a:p>
          <a:p>
            <a:r>
              <a:rPr lang="en-GB" b="1" dirty="0"/>
              <a:t>HIPAA</a:t>
            </a:r>
            <a:r>
              <a:rPr lang="en-GB" dirty="0"/>
              <a:t> (Health Insurance Portability and Accountability Act)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0F86C4-959F-4A3E-821C-EADB66BBA7F0}" type="slidenum">
              <a:rPr lang="en-CA" smtClean="0"/>
              <a:t>19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760166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CCSP</a:t>
            </a:r>
            <a:r>
              <a:rPr lang="en-GB" dirty="0"/>
              <a:t> (Certified Cloud Security Professional)</a:t>
            </a:r>
          </a:p>
          <a:p>
            <a:r>
              <a:rPr lang="en-GB" b="1" dirty="0"/>
              <a:t>CISSP</a:t>
            </a:r>
            <a:r>
              <a:rPr lang="en-GB" dirty="0"/>
              <a:t> (Certified Information Systems Security Professional)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0F86C4-959F-4A3E-821C-EADB66BBA7F0}" type="slidenum">
              <a:rPr lang="en-CA" smtClean="0"/>
              <a:t>23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373497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GDPR</a:t>
            </a:r>
            <a:r>
              <a:rPr lang="en-GB" dirty="0"/>
              <a:t> (General Data Protection Regulation)</a:t>
            </a:r>
          </a:p>
          <a:p>
            <a:r>
              <a:rPr lang="en-GB" b="1" dirty="0"/>
              <a:t>HIPAA</a:t>
            </a:r>
            <a:r>
              <a:rPr lang="en-GB" dirty="0"/>
              <a:t> (Health Insurance Portability and Accountability Act)</a:t>
            </a:r>
            <a:endParaRPr lang="en-CA" dirty="0"/>
          </a:p>
          <a:p>
            <a:r>
              <a:rPr lang="en-GB" b="1" dirty="0"/>
              <a:t>PCI-DSS</a:t>
            </a:r>
            <a:r>
              <a:rPr lang="en-GB" dirty="0"/>
              <a:t> (Payment Card Industry Data Security Standard)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0F86C4-959F-4A3E-821C-EADB66BBA7F0}" type="slidenum">
              <a:rPr lang="en-CA" smtClean="0"/>
              <a:t>25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916907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IAM</a:t>
            </a:r>
            <a:r>
              <a:rPr lang="en-GB" dirty="0"/>
              <a:t> (Identity and Access Management)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0F86C4-959F-4A3E-821C-EADB66BBA7F0}" type="slidenum">
              <a:rPr lang="en-CA" smtClean="0"/>
              <a:t>26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609696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SIEM</a:t>
            </a:r>
            <a:r>
              <a:rPr lang="en-GB" dirty="0"/>
              <a:t> (Security Information and Event Management)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0F86C4-959F-4A3E-821C-EADB66BBA7F0}" type="slidenum">
              <a:rPr lang="en-CA" smtClean="0"/>
              <a:t>27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202582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i="0" dirty="0">
                <a:solidFill>
                  <a:srgbClr val="BFBFBF"/>
                </a:solidFill>
                <a:effectLst/>
                <a:latin typeface="Google Sans"/>
              </a:rPr>
              <a:t>Advanced Encryption Standard (AES) 256 </a:t>
            </a:r>
            <a:r>
              <a:rPr lang="en-GB" b="0" i="0" dirty="0">
                <a:solidFill>
                  <a:srgbClr val="BFBFBF"/>
                </a:solidFill>
                <a:effectLst/>
                <a:latin typeface="Google Sans"/>
              </a:rPr>
              <a:t>is a virtually impenetrable symmetric encryption algorithm that uses a 256-bit key to </a:t>
            </a:r>
            <a:r>
              <a:rPr lang="en-GB" b="0" i="0" dirty="0">
                <a:solidFill>
                  <a:srgbClr val="FFFFFF"/>
                </a:solidFill>
                <a:effectLst/>
                <a:latin typeface="Google Sans"/>
              </a:rPr>
              <a:t>convert your plain text or data into a cipher</a:t>
            </a:r>
            <a:r>
              <a:rPr lang="en-GB" b="0" i="0" dirty="0">
                <a:solidFill>
                  <a:srgbClr val="BFBFBF"/>
                </a:solidFill>
                <a:effectLst/>
                <a:latin typeface="Google Sans"/>
              </a:rPr>
              <a:t>.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0F86C4-959F-4A3E-821C-EADB66BBA7F0}" type="slidenum">
              <a:rPr lang="en-CA" smtClean="0"/>
              <a:t>31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109396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10/23/2024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10/23/2024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10/23/2024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10/23/2024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10/23/2024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01700" y="885189"/>
            <a:ext cx="7865109" cy="360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30604" y="1818411"/>
            <a:ext cx="7973059" cy="438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10/23/2024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lose-up of hopscotch on a sidewalk">
            <a:extLst>
              <a:ext uri="{FF2B5EF4-FFF2-40B4-BE49-F238E27FC236}">
                <a16:creationId xmlns:a16="http://schemas.microsoft.com/office/drawing/2014/main" id="{B1BE91B9-38C6-3BC9-5A3C-4EDC64C640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710" r="6277" b="1"/>
          <a:stretch/>
        </p:blipFill>
        <p:spPr>
          <a:xfrm>
            <a:off x="20" y="-8634"/>
            <a:ext cx="10058379" cy="780567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D60F200-5EB0-B223-2439-C96C67F0F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8636"/>
            <a:ext cx="4592438" cy="7805679"/>
          </a:xfrm>
          <a:prstGeom prst="rect">
            <a:avLst/>
          </a:prstGeom>
          <a:gradFill flip="none" rotWithShape="1">
            <a:gsLst>
              <a:gs pos="21000">
                <a:srgbClr val="000000">
                  <a:alpha val="62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4067CD3-146F-6228-E362-39AA720C25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774142" y="1765497"/>
            <a:ext cx="7805680" cy="4257391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  <a:alpha val="91000"/>
                </a:schemeClr>
              </a:gs>
              <a:gs pos="83000">
                <a:schemeClr val="accent5">
                  <a:alpha val="0"/>
                </a:schemeClr>
              </a:gs>
            </a:gsLst>
            <a:lin ang="51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71C7E5C-A0F8-E9FA-56DB-31A257FD4E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8667"/>
            <a:ext cx="1715597" cy="7781065"/>
          </a:xfrm>
          <a:prstGeom prst="rect">
            <a:avLst/>
          </a:prstGeom>
          <a:gradFill flip="none" rotWithShape="1">
            <a:gsLst>
              <a:gs pos="5000">
                <a:schemeClr val="accent5"/>
              </a:gs>
              <a:gs pos="49000">
                <a:schemeClr val="accent5"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3F70A3C-4474-2A39-470C-FD55A88375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6358091" y="3477929"/>
            <a:ext cx="3716343" cy="4294471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60000">
                <a:schemeClr val="accent5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AC3F7D4-9613-0E1F-901C-98FE831DEB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7239009" y="-7349"/>
            <a:ext cx="2827407" cy="7797043"/>
          </a:xfrm>
          <a:prstGeom prst="rect">
            <a:avLst/>
          </a:prstGeom>
          <a:gradFill flip="none" rotWithShape="1">
            <a:gsLst>
              <a:gs pos="5000">
                <a:schemeClr val="accent2"/>
              </a:gs>
              <a:gs pos="49000">
                <a:schemeClr val="accent5">
                  <a:lumMod val="60000"/>
                  <a:lumOff val="40000"/>
                  <a:alpha val="0"/>
                </a:schemeClr>
              </a:gs>
            </a:gsLst>
            <a:lin ang="1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FD5167C-AF48-26F0-7A9F-3F76433748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950736" y="679160"/>
            <a:ext cx="4172961" cy="10074436"/>
          </a:xfrm>
          <a:prstGeom prst="rect">
            <a:avLst/>
          </a:prstGeom>
          <a:gradFill>
            <a:gsLst>
              <a:gs pos="0">
                <a:schemeClr val="accent5"/>
              </a:gs>
              <a:gs pos="65000">
                <a:schemeClr val="accent2"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7B30A01-FCA8-86A5-A840-C32A3BE2ED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4" y="-8657"/>
            <a:ext cx="4025853" cy="7805688"/>
          </a:xfrm>
          <a:prstGeom prst="rect">
            <a:avLst/>
          </a:prstGeom>
          <a:gradFill>
            <a:gsLst>
              <a:gs pos="0">
                <a:schemeClr val="accent2">
                  <a:alpha val="70000"/>
                </a:schemeClr>
              </a:gs>
              <a:gs pos="44000">
                <a:schemeClr val="accent5">
                  <a:lumMod val="60000"/>
                  <a:lumOff val="40000"/>
                  <a:alpha val="0"/>
                </a:schemeClr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43BEED-E5F4-952E-2C0F-70F1C8F49E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8698" y="2442546"/>
            <a:ext cx="3432192" cy="321784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rtl="0">
              <a:lnSpc>
                <a:spcPct val="90000"/>
              </a:lnSpc>
              <a:spcBef>
                <a:spcPct val="0"/>
              </a:spcBef>
            </a:pPr>
            <a:r>
              <a:rPr lang="en-US" sz="3900" kern="1200">
                <a:solidFill>
                  <a:srgbClr val="FFFFFF"/>
                </a:solidFill>
                <a:latin typeface="+mj-lt"/>
                <a:cs typeface="+mj-cs"/>
              </a:rPr>
              <a:t>Chapter 10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5061D7-99F3-FA40-2BE6-F1427E463199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708698" y="5855215"/>
            <a:ext cx="3432192" cy="964465"/>
          </a:xfr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 algn="l" rtl="0">
              <a:lnSpc>
                <a:spcPct val="90000"/>
              </a:lnSpc>
              <a:spcBef>
                <a:spcPts val="1000"/>
              </a:spcBef>
            </a:pPr>
            <a:r>
              <a:rPr lang="en-US" sz="1900" kern="1200" dirty="0">
                <a:solidFill>
                  <a:srgbClr val="FFFFFF"/>
                </a:solidFill>
                <a:latin typeface="+mn-lt"/>
                <a:cs typeface="+mn-cs"/>
              </a:rPr>
              <a:t>Cloud</a:t>
            </a:r>
            <a:r>
              <a:rPr lang="en-US" sz="1900" kern="1200" spc="-155" dirty="0">
                <a:solidFill>
                  <a:srgbClr val="FFFFFF"/>
                </a:solidFill>
                <a:latin typeface="+mn-lt"/>
                <a:cs typeface="+mn-cs"/>
              </a:rPr>
              <a:t> </a:t>
            </a:r>
            <a:r>
              <a:rPr lang="en-US" sz="1900" kern="1200" spc="-35" dirty="0">
                <a:solidFill>
                  <a:srgbClr val="FFFFFF"/>
                </a:solidFill>
                <a:latin typeface="+mn-lt"/>
                <a:cs typeface="+mn-cs"/>
              </a:rPr>
              <a:t>Security</a:t>
            </a:r>
            <a:br>
              <a:rPr lang="en-US" sz="1900" kern="1200" spc="-35" dirty="0">
                <a:solidFill>
                  <a:srgbClr val="FFFFFF"/>
                </a:solidFill>
                <a:latin typeface="+mn-lt"/>
                <a:cs typeface="+mn-cs"/>
              </a:rPr>
            </a:br>
            <a:br>
              <a:rPr lang="en-US" sz="1900" kern="1200" spc="-35" dirty="0">
                <a:solidFill>
                  <a:srgbClr val="FFFFFF"/>
                </a:solidFill>
                <a:latin typeface="+mn-lt"/>
                <a:cs typeface="+mn-cs"/>
              </a:rPr>
            </a:br>
            <a:r>
              <a:rPr lang="en-US" sz="1500" kern="1200" spc="-35" dirty="0">
                <a:solidFill>
                  <a:srgbClr val="FFFFFF"/>
                </a:solidFill>
                <a:latin typeface="+mn-lt"/>
                <a:cs typeface="+mn-cs"/>
              </a:rPr>
              <a:t>Stats based on </a:t>
            </a:r>
            <a:r>
              <a:rPr lang="en-GB" sz="1500" kern="1200" spc="-35" dirty="0">
                <a:solidFill>
                  <a:srgbClr val="FFFFFF"/>
                </a:solidFill>
                <a:latin typeface="+mn-lt"/>
                <a:cs typeface="+mn-cs"/>
              </a:rPr>
              <a:t>2021 Cloud Security Report Book</a:t>
            </a:r>
            <a:endParaRPr lang="en-US" sz="1500" kern="1200" dirty="0">
              <a:solidFill>
                <a:srgbClr val="FFFFFF"/>
              </a:solidFill>
              <a:latin typeface="+mn-lt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69880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0058398" cy="77724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031018" cy="2590798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8487" y="396888"/>
            <a:ext cx="3833696" cy="18411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 algn="l" rtl="0">
              <a:lnSpc>
                <a:spcPct val="90000"/>
              </a:lnSpc>
              <a:spcBef>
                <a:spcPct val="0"/>
              </a:spcBef>
            </a:pPr>
            <a:r>
              <a:rPr lang="en-US" sz="3900" kern="1200" spc="-145" dirty="0">
                <a:latin typeface="+mj-lt"/>
                <a:cs typeface="+mj-cs"/>
              </a:rPr>
              <a:t>Introduction</a:t>
            </a:r>
            <a:endParaRPr lang="en-US" sz="3900" kern="1200" spc="-50" dirty="0">
              <a:latin typeface="+mj-lt"/>
              <a:cs typeface="+mj-c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8486" y="3108960"/>
            <a:ext cx="5619914" cy="40949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40665" marR="260350" indent="-228600" algn="l" rtl="0">
              <a:lnSpc>
                <a:spcPct val="90000"/>
              </a:lnSpc>
              <a:spcBef>
                <a:spcPts val="100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Cloud</a:t>
            </a:r>
            <a:r>
              <a:rPr lang="en-US" sz="1900" kern="1200" spc="-1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900" kern="1200" spc="-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security</a:t>
            </a:r>
            <a:r>
              <a:rPr lang="en-US" sz="1900" kern="1200" spc="-1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concerns</a:t>
            </a:r>
            <a:r>
              <a:rPr lang="en-US" sz="1900" kern="1200" spc="-1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900" kern="1200" spc="-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remain</a:t>
            </a:r>
            <a:r>
              <a:rPr lang="en-US" sz="1900" kern="1200" spc="-13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900" kern="1200" spc="-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high</a:t>
            </a:r>
            <a:r>
              <a:rPr lang="en-US" sz="1900" kern="1200" spc="-1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900" kern="1200" spc="9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</a:t>
            </a:r>
            <a:r>
              <a:rPr lang="en-US" sz="1900" kern="1200" spc="-1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900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public</a:t>
            </a:r>
            <a:r>
              <a:rPr lang="en-US" sz="1900" kern="1200" spc="-1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9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cloud</a:t>
            </a:r>
            <a:r>
              <a:rPr lang="en-US" sz="1900" kern="1200" spc="-1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9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adoption surges.</a:t>
            </a:r>
            <a:endParaRPr lang="en-US" sz="19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40665" indent="-228600" algn="l" rtl="0">
              <a:lnSpc>
                <a:spcPct val="90000"/>
              </a:lnSpc>
              <a:spcBef>
                <a:spcPts val="1270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COVID-19</a:t>
            </a:r>
            <a:r>
              <a:rPr lang="en-US" sz="1900" kern="1200" spc="-1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900" kern="1200" spc="-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accelerated</a:t>
            </a:r>
            <a:r>
              <a:rPr lang="en-US" sz="1900" kern="1200" spc="-1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900" kern="1200" spc="-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remote</a:t>
            </a:r>
            <a:r>
              <a:rPr lang="en-US" sz="1900" kern="1200" spc="-16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900" kern="1200" spc="-9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work, and it caused</a:t>
            </a:r>
            <a:r>
              <a:rPr lang="en-US" sz="1900" kern="1200" spc="-16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900" kern="1200" spc="-3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increasing</a:t>
            </a:r>
            <a:r>
              <a:rPr lang="en-US" sz="1900" kern="1200" spc="-14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cloud</a:t>
            </a:r>
            <a:r>
              <a:rPr lang="en-US" sz="1900" kern="1200" spc="-1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9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usage.</a:t>
            </a:r>
            <a:endParaRPr lang="en-US" sz="19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40665" marR="102870" indent="-228600" algn="l" rtl="0">
              <a:lnSpc>
                <a:spcPct val="90000"/>
              </a:lnSpc>
              <a:spcBef>
                <a:spcPts val="805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1900" kern="1200" spc="1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96%</a:t>
            </a:r>
            <a:r>
              <a:rPr lang="en-US" sz="1900" kern="1200" spc="-1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900" kern="1200" spc="-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</a:t>
            </a:r>
            <a:r>
              <a:rPr lang="en-US" sz="1900" kern="1200" spc="-19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900" kern="1200" spc="-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cybersecurity</a:t>
            </a:r>
            <a:r>
              <a:rPr lang="en-US" sz="1900" kern="1200" spc="-1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professionals</a:t>
            </a:r>
            <a:r>
              <a:rPr lang="en-US" sz="1900" kern="1200" spc="-1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900" kern="1200" spc="-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are</a:t>
            </a:r>
            <a:r>
              <a:rPr lang="en-US" sz="1900" kern="1200" spc="-19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900" kern="1200" spc="-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moderately</a:t>
            </a:r>
            <a:r>
              <a:rPr lang="en-US" sz="1900" kern="1200" spc="-1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900" kern="1200" spc="-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</a:t>
            </a:r>
            <a:r>
              <a:rPr lang="en-US" sz="1900" kern="1200" spc="-1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900" kern="1200" spc="-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extremely </a:t>
            </a:r>
            <a:r>
              <a:rPr lang="en-US" sz="19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concerned</a:t>
            </a:r>
            <a:r>
              <a:rPr lang="en-US" sz="1900" kern="1200" spc="-1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900" kern="1200" spc="-3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about</a:t>
            </a:r>
            <a:r>
              <a:rPr lang="en-US" sz="1900" kern="1200" spc="-19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9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cloud</a:t>
            </a:r>
            <a:r>
              <a:rPr lang="en-US" sz="1900" kern="1200" spc="-1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9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security.</a:t>
            </a:r>
            <a:endParaRPr lang="en-US" sz="19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40665" indent="-228600" algn="l" rtl="0">
              <a:lnSpc>
                <a:spcPct val="90000"/>
              </a:lnSpc>
              <a:spcBef>
                <a:spcPts val="1275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1900" kern="1200" spc="-9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en-US" sz="1900" kern="1200" spc="-1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900" kern="1200" spc="-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report</a:t>
            </a:r>
            <a:r>
              <a:rPr lang="en-US" sz="1900" kern="1200" spc="-14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900" kern="1200" spc="-4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explores</a:t>
            </a:r>
            <a:r>
              <a:rPr lang="en-US" sz="1900" kern="1200" spc="-14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responses</a:t>
            </a:r>
            <a:r>
              <a:rPr lang="en-US" sz="1900" kern="1200" spc="-1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900" kern="1200" spc="-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</a:t>
            </a:r>
            <a:r>
              <a:rPr lang="en-US" sz="1900" kern="1200" spc="-14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900" kern="1200" spc="-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evolving</a:t>
            </a:r>
            <a:r>
              <a:rPr lang="en-US" sz="1900" kern="1200" spc="-13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9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cloud</a:t>
            </a:r>
            <a:r>
              <a:rPr lang="en-US" sz="1900" kern="1200" spc="-14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900" kern="1200" spc="-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security</a:t>
            </a:r>
            <a:r>
              <a:rPr lang="en-US" sz="1900" kern="1200" spc="-1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900" kern="1200" spc="-3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threats.</a:t>
            </a:r>
            <a:endParaRPr lang="en-US" sz="19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40665" marR="674370" indent="-228600" algn="l" rtl="0">
              <a:lnSpc>
                <a:spcPct val="90000"/>
              </a:lnSpc>
              <a:spcBef>
                <a:spcPts val="805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Lack</a:t>
            </a:r>
            <a:r>
              <a:rPr lang="en-US" sz="1900" kern="1200" spc="-19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900" kern="1200" spc="-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</a:t>
            </a:r>
            <a:r>
              <a:rPr lang="en-US" sz="1900" kern="1200" spc="-1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900" kern="1200" spc="-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cloud security awareness</a:t>
            </a:r>
            <a:r>
              <a:rPr lang="en-US" sz="1900" kern="1200" spc="-19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900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remains</a:t>
            </a:r>
            <a:r>
              <a:rPr lang="en-US" sz="1900" kern="1200" spc="-19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</a:t>
            </a:r>
            <a:r>
              <a:rPr lang="en-US" sz="1900" kern="1200" spc="-1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900" kern="1200" spc="-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significant</a:t>
            </a:r>
            <a:r>
              <a:rPr lang="en-US" sz="1900" kern="1200" spc="-1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900" kern="1200" spc="-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barrier</a:t>
            </a:r>
            <a:r>
              <a:rPr lang="en-US" sz="1900" kern="1200" spc="-1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900" kern="1200" spc="-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</a:t>
            </a:r>
            <a:r>
              <a:rPr lang="en-US" sz="1900" kern="1200" spc="-1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9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cloud security.</a:t>
            </a:r>
            <a:endParaRPr lang="en-US" sz="19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AC0644-163A-8158-0400-6BC54A185D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975" r="14246"/>
          <a:stretch/>
        </p:blipFill>
        <p:spPr>
          <a:xfrm>
            <a:off x="6553200" y="0"/>
            <a:ext cx="3510830" cy="784859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B033F2C-B613-F9AB-378D-C1B97B26DABF}"/>
              </a:ext>
            </a:extLst>
          </p:cNvPr>
          <p:cNvSpPr/>
          <p:nvPr/>
        </p:nvSpPr>
        <p:spPr>
          <a:xfrm>
            <a:off x="8229600" y="6324600"/>
            <a:ext cx="1600200" cy="1066800"/>
          </a:xfrm>
          <a:prstGeom prst="rect">
            <a:avLst/>
          </a:prstGeom>
          <a:solidFill>
            <a:srgbClr val="315474"/>
          </a:solidFill>
          <a:ln>
            <a:solidFill>
              <a:srgbClr val="3154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483A3D9-FAFA-8D3D-6358-DDAE486213C9}"/>
              </a:ext>
            </a:extLst>
          </p:cNvPr>
          <p:cNvSpPr/>
          <p:nvPr/>
        </p:nvSpPr>
        <p:spPr>
          <a:xfrm>
            <a:off x="6623768" y="6324600"/>
            <a:ext cx="1600200" cy="1066800"/>
          </a:xfrm>
          <a:prstGeom prst="rect">
            <a:avLst/>
          </a:prstGeom>
          <a:solidFill>
            <a:srgbClr val="315474"/>
          </a:solidFill>
          <a:ln>
            <a:solidFill>
              <a:srgbClr val="3154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58399" cy="77716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1378809"/>
            <a:ext cx="603502" cy="763255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8065" y="695814"/>
            <a:ext cx="8998676" cy="214666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60995" y="917884"/>
            <a:ext cx="8202741" cy="17617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 algn="l" rtl="0">
              <a:lnSpc>
                <a:spcPct val="90000"/>
              </a:lnSpc>
              <a:spcBef>
                <a:spcPct val="0"/>
              </a:spcBef>
            </a:pPr>
            <a:r>
              <a:rPr lang="en-US" sz="4700" kern="1200" spc="-8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Key</a:t>
            </a:r>
            <a:r>
              <a:rPr lang="en-US" sz="4700" kern="1200" spc="-155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Cloud</a:t>
            </a:r>
            <a:r>
              <a:rPr lang="en-US" sz="4700" kern="1200" spc="-16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700" kern="1200" spc="-3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Security</a:t>
            </a:r>
            <a:r>
              <a:rPr lang="en-US" sz="4700" kern="1200" spc="-165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700" kern="1200" spc="-1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Challenges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62148" y="3419858"/>
            <a:ext cx="8201588" cy="35412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40665" indent="-228600" algn="l" rtl="0">
              <a:lnSpc>
                <a:spcPct val="90000"/>
              </a:lnSpc>
              <a:spcBef>
                <a:spcPts val="1370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300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</a:t>
            </a:r>
            <a:r>
              <a:rPr lang="en-US" sz="2300" kern="1200" spc="-16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5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loss/leakage</a:t>
            </a:r>
            <a:r>
              <a:rPr lang="en-US" sz="2300" kern="1200" spc="-18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remains</a:t>
            </a:r>
            <a:r>
              <a:rPr lang="en-US" sz="2300" kern="1200" spc="-17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85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en-US" sz="2300" kern="1200" spc="-17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65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top</a:t>
            </a:r>
            <a:r>
              <a:rPr lang="en-US" sz="2300" kern="1200" spc="-17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concern</a:t>
            </a:r>
            <a:r>
              <a:rPr lang="en-US" sz="2300" kern="1200" spc="-17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(64%).</a:t>
            </a:r>
            <a:endParaRPr lang="en-US" sz="23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40665" indent="-228600" algn="l" rtl="0">
              <a:lnSpc>
                <a:spcPct val="90000"/>
              </a:lnSpc>
              <a:spcBef>
                <a:spcPts val="1275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300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</a:t>
            </a:r>
            <a:r>
              <a:rPr lang="en-US" sz="2300" kern="1200" spc="-18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6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privacy</a:t>
            </a:r>
            <a:r>
              <a:rPr lang="en-US" sz="2300" kern="1200" spc="-17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sz="2300" kern="1200" spc="-18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7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confidentiality</a:t>
            </a:r>
            <a:r>
              <a:rPr lang="en-US" sz="2300" kern="1200" spc="-18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55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issues</a:t>
            </a:r>
            <a:r>
              <a:rPr lang="en-US" sz="2300" kern="1200" spc="-18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(62%).</a:t>
            </a:r>
            <a:endParaRPr lang="en-US" sz="23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40665" indent="-228600" algn="l" rtl="0">
              <a:lnSpc>
                <a:spcPct val="90000"/>
              </a:lnSpc>
              <a:spcBef>
                <a:spcPts val="1260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300" kern="1200" spc="-4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Accidental</a:t>
            </a:r>
            <a:r>
              <a:rPr lang="en-US" sz="2300" kern="1200" spc="-17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35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exposure</a:t>
            </a:r>
            <a:r>
              <a:rPr lang="en-US" sz="2300" kern="1200" spc="-18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65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</a:t>
            </a:r>
            <a:r>
              <a:rPr lang="en-US" sz="2300" kern="1200" spc="-17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4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credentials</a:t>
            </a:r>
            <a:r>
              <a:rPr lang="en-US" sz="2300" kern="1200" spc="-17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increased</a:t>
            </a:r>
            <a:r>
              <a:rPr lang="en-US" sz="2300" kern="1200" spc="-16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65">
                <a:solidFill>
                  <a:schemeClr val="tx1"/>
                </a:solidFill>
                <a:latin typeface="+mn-lt"/>
                <a:ea typeface="+mn-ea"/>
                <a:cs typeface="+mn-cs"/>
              </a:rPr>
              <a:t>by</a:t>
            </a:r>
            <a:r>
              <a:rPr lang="en-US" sz="2300" kern="1200" spc="-17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254">
                <a:solidFill>
                  <a:schemeClr val="tx1"/>
                </a:solidFill>
                <a:latin typeface="+mn-lt"/>
                <a:ea typeface="+mn-ea"/>
                <a:cs typeface="+mn-cs"/>
              </a:rPr>
              <a:t>2%</a:t>
            </a:r>
            <a:r>
              <a:rPr lang="en-US" sz="2300" kern="1200" spc="-17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(46%).</a:t>
            </a:r>
            <a:endParaRPr lang="en-US" sz="23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40665" marR="5080" indent="-228600" algn="l" rtl="0">
              <a:lnSpc>
                <a:spcPct val="90000"/>
              </a:lnSpc>
              <a:spcBef>
                <a:spcPts val="790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300" kern="1200" spc="-5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Other</a:t>
            </a:r>
            <a:r>
              <a:rPr lang="en-US" sz="2300" kern="1200" spc="-14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concerns</a:t>
            </a:r>
            <a:r>
              <a:rPr lang="en-US" sz="2300" kern="1200" spc="-13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3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include</a:t>
            </a:r>
            <a:r>
              <a:rPr lang="en-US" sz="2300" kern="1200" spc="-14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6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legal</a:t>
            </a:r>
            <a:r>
              <a:rPr lang="en-US" sz="2300" kern="1200" spc="-14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compliance</a:t>
            </a:r>
            <a:r>
              <a:rPr lang="en-US" sz="2300" kern="1200" spc="-15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(40%)</a:t>
            </a:r>
            <a:r>
              <a:rPr lang="en-US" sz="2300" kern="1200" spc="-12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sz="2300" kern="1200" spc="-14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incident </a:t>
            </a:r>
            <a:r>
              <a:rPr lang="en-US" sz="23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response</a:t>
            </a:r>
            <a:r>
              <a:rPr lang="en-US" sz="2300" kern="1200" spc="-1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(44%).</a:t>
            </a:r>
            <a:endParaRPr lang="en-US" sz="23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40665" indent="-228600" algn="l" rtl="0">
              <a:lnSpc>
                <a:spcPct val="90000"/>
              </a:lnSpc>
              <a:spcBef>
                <a:spcPts val="1275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300" kern="1200" spc="-7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Visibility</a:t>
            </a:r>
            <a:r>
              <a:rPr lang="en-US" sz="2300" kern="1200" spc="-17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sz="2300" kern="1200" spc="-17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45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transparency</a:t>
            </a:r>
            <a:r>
              <a:rPr lang="en-US" sz="2300" kern="1200" spc="-17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55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issues</a:t>
            </a:r>
            <a:r>
              <a:rPr lang="en-US" sz="2300" kern="1200" spc="-17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(36%).</a:t>
            </a:r>
            <a:endParaRPr lang="en-US" sz="23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91515" y="7350021"/>
            <a:ext cx="867537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58399" cy="77716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1378809"/>
            <a:ext cx="603502" cy="763255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8065" y="695814"/>
            <a:ext cx="8998676" cy="214666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60995" y="917884"/>
            <a:ext cx="8202741" cy="17617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 algn="l" rtl="0">
              <a:lnSpc>
                <a:spcPct val="90000"/>
              </a:lnSpc>
              <a:spcBef>
                <a:spcPct val="0"/>
              </a:spcBef>
            </a:pPr>
            <a:r>
              <a:rPr lang="en-US" sz="4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Cloud</a:t>
            </a:r>
            <a:r>
              <a:rPr lang="en-US" sz="4700" kern="1200" spc="-165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700" kern="1200" spc="-3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Security</a:t>
            </a:r>
            <a:r>
              <a:rPr lang="en-US" sz="4700" kern="1200" spc="-15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700" kern="1200" spc="-1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Confidence</a:t>
            </a:r>
            <a:r>
              <a:rPr lang="en-US" sz="4700" kern="1200" spc="-165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700" kern="1200" spc="-1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Levels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62148" y="3419858"/>
            <a:ext cx="8201588" cy="35412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40665" marR="249554" indent="-228600" algn="l" rtl="0">
              <a:lnSpc>
                <a:spcPct val="90000"/>
              </a:lnSpc>
              <a:spcBef>
                <a:spcPts val="100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300" kern="1200" spc="1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72%</a:t>
            </a:r>
            <a:r>
              <a:rPr lang="en-US" sz="2300" kern="1200" spc="-1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</a:t>
            </a:r>
            <a:r>
              <a:rPr lang="en-US" sz="2300" kern="1200" spc="-19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4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organizations</a:t>
            </a:r>
            <a:r>
              <a:rPr lang="en-US" sz="2300" kern="1200" spc="-1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are</a:t>
            </a:r>
            <a:r>
              <a:rPr lang="en-US" sz="2300" kern="1200" spc="-1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</a:t>
            </a:r>
            <a:r>
              <a:rPr lang="en-US" sz="2300" kern="1200" spc="-1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confident</a:t>
            </a:r>
            <a:r>
              <a:rPr lang="en-US" sz="2300" kern="1200" spc="-1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</a:t>
            </a:r>
            <a:r>
              <a:rPr lang="en-US" sz="2300" kern="1200" spc="-1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9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their</a:t>
            </a:r>
            <a:r>
              <a:rPr lang="en-US" sz="2300" kern="1200" spc="-1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cloud</a:t>
            </a:r>
            <a:r>
              <a:rPr lang="en-US" sz="2300" kern="1200" spc="-1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security posture.</a:t>
            </a:r>
            <a:endParaRPr lang="en-US" sz="23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40665" indent="-228600" algn="l" rtl="0">
              <a:lnSpc>
                <a:spcPct val="90000"/>
              </a:lnSpc>
              <a:spcBef>
                <a:spcPts val="1270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3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Confidence</a:t>
            </a:r>
            <a:r>
              <a:rPr lang="en-US" sz="2300" kern="1200" spc="-1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6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has</a:t>
            </a:r>
            <a:r>
              <a:rPr lang="en-US" sz="2300" kern="1200" spc="-1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3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been</a:t>
            </a:r>
            <a:r>
              <a:rPr lang="en-US" sz="2300" kern="1200" spc="-1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declining</a:t>
            </a:r>
            <a:r>
              <a:rPr lang="en-US" sz="2300" kern="1200" spc="-1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compared</a:t>
            </a:r>
            <a:r>
              <a:rPr lang="en-US" sz="2300" kern="1200" spc="-1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</a:t>
            </a:r>
            <a:r>
              <a:rPr lang="en-US" sz="2300" kern="1200" spc="-1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3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previous</a:t>
            </a:r>
            <a:r>
              <a:rPr lang="en-US" sz="2300" kern="1200" spc="-1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years.</a:t>
            </a:r>
            <a:endParaRPr lang="en-US" sz="23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40665" marR="916305" indent="-228600" algn="l" rtl="0">
              <a:lnSpc>
                <a:spcPct val="90000"/>
              </a:lnSpc>
              <a:spcBef>
                <a:spcPts val="805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300" kern="1200" spc="-13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Top</a:t>
            </a:r>
            <a:r>
              <a:rPr lang="en-US" sz="2300" kern="1200" spc="-1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concerns</a:t>
            </a:r>
            <a:r>
              <a:rPr lang="en-US" sz="2300" kern="1200" spc="-1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3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include</a:t>
            </a:r>
            <a:r>
              <a:rPr lang="en-US" sz="2300" kern="1200" spc="-1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</a:t>
            </a:r>
            <a:r>
              <a:rPr lang="en-US" sz="2300" kern="1200" spc="-1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loss,</a:t>
            </a:r>
            <a:r>
              <a:rPr lang="en-US" sz="2300" kern="1200" spc="-1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3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accidental</a:t>
            </a:r>
            <a:r>
              <a:rPr lang="en-US" sz="2300" kern="1200" spc="-1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3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exposure</a:t>
            </a:r>
            <a:r>
              <a:rPr lang="en-US" sz="2300" kern="1200" spc="-1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 </a:t>
            </a:r>
            <a:r>
              <a:rPr lang="en-US" sz="2300" kern="1200" spc="-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credentials,</a:t>
            </a:r>
            <a:r>
              <a:rPr lang="en-US" sz="2300" kern="1200" spc="-16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sz="2300" kern="1200" spc="-1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6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privacy</a:t>
            </a:r>
            <a:r>
              <a:rPr lang="en-US" sz="2300" kern="1200" spc="-1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issues.</a:t>
            </a:r>
            <a:endParaRPr lang="en-US" sz="23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40665" indent="-228600" algn="l" rtl="0">
              <a:lnSpc>
                <a:spcPct val="90000"/>
              </a:lnSpc>
              <a:spcBef>
                <a:spcPts val="1275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3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Confidence</a:t>
            </a:r>
            <a:r>
              <a:rPr lang="en-US" sz="2300" kern="1200" spc="-1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en-US" sz="2300" kern="1200" spc="-1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3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undermined</a:t>
            </a:r>
            <a:r>
              <a:rPr lang="en-US" sz="2300" kern="1200" spc="-1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by</a:t>
            </a:r>
            <a:r>
              <a:rPr lang="en-US" sz="2300" kern="1200" spc="-1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</a:t>
            </a:r>
            <a:r>
              <a:rPr lang="en-US" sz="2300" kern="1200" spc="-1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backdrop</a:t>
            </a:r>
            <a:r>
              <a:rPr lang="en-US" sz="2300" kern="1200" spc="-1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</a:t>
            </a:r>
            <a:r>
              <a:rPr lang="en-US" sz="2300" kern="1200" spc="-1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security</a:t>
            </a:r>
            <a:r>
              <a:rPr lang="en-US" sz="2300" kern="1200" spc="-1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incidents.</a:t>
            </a:r>
            <a:endParaRPr lang="en-US" sz="23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40665" marR="664210" indent="-228600" algn="l" rtl="0">
              <a:lnSpc>
                <a:spcPct val="90000"/>
              </a:lnSpc>
              <a:spcBef>
                <a:spcPts val="805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300" kern="1200" spc="2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Only 6%</a:t>
            </a:r>
            <a:r>
              <a:rPr lang="en-US" sz="2300" kern="1200" spc="-1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</a:t>
            </a:r>
            <a:r>
              <a:rPr lang="en-US" sz="2300" kern="1200" spc="-1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respondents</a:t>
            </a:r>
            <a:r>
              <a:rPr lang="en-US" sz="2300" kern="1200" spc="-1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feel</a:t>
            </a:r>
            <a:r>
              <a:rPr lang="en-US" sz="2300" kern="1200" spc="-1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9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extremely</a:t>
            </a:r>
            <a:r>
              <a:rPr lang="en-US" sz="2300" kern="1200" spc="-1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confident</a:t>
            </a:r>
            <a:r>
              <a:rPr lang="en-US" sz="2300" kern="1200" spc="-1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</a:t>
            </a:r>
            <a:r>
              <a:rPr lang="en-US" sz="2300" kern="1200" spc="-1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9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their</a:t>
            </a:r>
            <a:r>
              <a:rPr lang="en-US" sz="2300" kern="1200" spc="-1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cloud security.</a:t>
            </a:r>
            <a:endParaRPr lang="en-US" sz="23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91515" y="7350021"/>
            <a:ext cx="867537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58399" cy="77716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7126" y="438520"/>
            <a:ext cx="7620277" cy="134747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12700" algn="l" rtl="0">
              <a:lnSpc>
                <a:spcPct val="90000"/>
              </a:lnSpc>
              <a:spcBef>
                <a:spcPct val="0"/>
              </a:spcBef>
            </a:pPr>
            <a:r>
              <a:rPr lang="en-US" sz="4800" kern="1200" spc="-15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Top</a:t>
            </a:r>
            <a:r>
              <a:rPr lang="en-US" sz="4800" kern="1200" spc="-145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Cloud</a:t>
            </a:r>
            <a:r>
              <a:rPr lang="en-US" sz="4800" kern="1200" spc="-155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800" kern="1200" spc="-35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Security</a:t>
            </a:r>
            <a:r>
              <a:rPr lang="en-US" sz="4800" kern="1200" spc="-14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800" kern="1200" spc="-35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Threats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2264817"/>
            <a:ext cx="9648432" cy="88646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496822"/>
            <a:ext cx="9391273" cy="47008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bject 3"/>
          <p:cNvSpPr txBox="1"/>
          <p:nvPr/>
        </p:nvSpPr>
        <p:spPr>
          <a:xfrm>
            <a:off x="654769" y="2946110"/>
            <a:ext cx="8368526" cy="38936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40665" indent="-228600" algn="l" rtl="0">
              <a:lnSpc>
                <a:spcPct val="90000"/>
              </a:lnSpc>
              <a:spcBef>
                <a:spcPts val="1375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300" kern="1200" spc="-3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Misconfiguration</a:t>
            </a:r>
            <a:r>
              <a:rPr lang="en-US" sz="2300" kern="1200" spc="-1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</a:t>
            </a:r>
            <a:r>
              <a:rPr lang="en-US" sz="2300" kern="1200" spc="-1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cloud</a:t>
            </a:r>
            <a:r>
              <a:rPr lang="en-US" sz="2300" kern="1200" spc="-16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4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platforms</a:t>
            </a:r>
            <a:r>
              <a:rPr lang="en-US" sz="2300" kern="1200" spc="-1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(67%).</a:t>
            </a:r>
            <a:endParaRPr lang="en-US" sz="23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40665" indent="-228600" algn="l" rtl="0">
              <a:lnSpc>
                <a:spcPct val="90000"/>
              </a:lnSpc>
              <a:spcBef>
                <a:spcPts val="1275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300" kern="1200" spc="-9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Exfiltration</a:t>
            </a:r>
            <a:r>
              <a:rPr lang="en-US" sz="2300" kern="1200" spc="-1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6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</a:t>
            </a:r>
            <a:r>
              <a:rPr lang="en-US" sz="2300" kern="1200" spc="-1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3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sensitive</a:t>
            </a:r>
            <a:r>
              <a:rPr lang="en-US" sz="2300" kern="1200" spc="-1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</a:t>
            </a:r>
            <a:r>
              <a:rPr lang="en-US" sz="2300" kern="1200" spc="-1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(59%).</a:t>
            </a:r>
            <a:endParaRPr lang="en-US" sz="23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40665" indent="-228600" algn="l" rtl="0">
              <a:lnSpc>
                <a:spcPct val="90000"/>
              </a:lnSpc>
              <a:spcBef>
                <a:spcPts val="1270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300" kern="1200" spc="-4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Unauthorized</a:t>
            </a:r>
            <a:r>
              <a:rPr lang="en-US" sz="2300" kern="1200" spc="-1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access</a:t>
            </a:r>
            <a:r>
              <a:rPr lang="en-US" sz="2300" kern="1200" spc="-1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sz="2300" kern="1200" spc="-1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insecure</a:t>
            </a:r>
            <a:r>
              <a:rPr lang="en-US" sz="2300" kern="1200" spc="-1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interfaces</a:t>
            </a:r>
            <a:r>
              <a:rPr lang="en-US" sz="2300" kern="1200" spc="-1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(49%).</a:t>
            </a:r>
            <a:endParaRPr lang="en-US" sz="23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40665" indent="-228600" algn="l" rtl="0">
              <a:lnSpc>
                <a:spcPct val="90000"/>
              </a:lnSpc>
              <a:spcBef>
                <a:spcPts val="1260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300" kern="1200" spc="-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External</a:t>
            </a:r>
            <a:r>
              <a:rPr lang="en-US" sz="2300" kern="1200" spc="-19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sharing</a:t>
            </a:r>
            <a:r>
              <a:rPr lang="en-US" sz="2300" kern="1200" spc="-1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</a:t>
            </a:r>
            <a:r>
              <a:rPr lang="en-US" sz="2300" kern="1200" spc="-19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</a:t>
            </a:r>
            <a:r>
              <a:rPr lang="en-US" sz="2300" kern="1200" spc="-1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(40%).</a:t>
            </a:r>
            <a:endParaRPr lang="en-US" sz="23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40665" indent="-228600" algn="l" rtl="0">
              <a:lnSpc>
                <a:spcPct val="90000"/>
              </a:lnSpc>
              <a:spcBef>
                <a:spcPts val="1275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300" kern="1200" spc="-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Hijacking</a:t>
            </a:r>
            <a:r>
              <a:rPr lang="en-US" sz="2300" kern="1200" spc="-1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</a:t>
            </a:r>
            <a:r>
              <a:rPr lang="en-US" sz="2300" kern="1200" spc="-14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accounts</a:t>
            </a:r>
            <a:r>
              <a:rPr lang="en-US" sz="2300" kern="1200" spc="-1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</a:t>
            </a:r>
            <a:r>
              <a:rPr lang="en-US" sz="2300" kern="1200" spc="-1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services</a:t>
            </a:r>
            <a:r>
              <a:rPr lang="en-US" sz="2300" kern="1200" spc="-16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(37%).</a:t>
            </a:r>
            <a:endParaRPr lang="en-US" sz="23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58399" cy="77716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1378809"/>
            <a:ext cx="603502" cy="763255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8065" y="695814"/>
            <a:ext cx="8998676" cy="214666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60995" y="917884"/>
            <a:ext cx="8202741" cy="17617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 algn="l" rtl="0">
              <a:lnSpc>
                <a:spcPct val="90000"/>
              </a:lnSpc>
              <a:spcBef>
                <a:spcPct val="0"/>
              </a:spcBef>
            </a:pPr>
            <a:r>
              <a:rPr lang="en-US" sz="4700" kern="1200" spc="-45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Barriers</a:t>
            </a:r>
            <a:r>
              <a:rPr lang="en-US" sz="4700" kern="1200" spc="-16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700" kern="1200" spc="-65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to</a:t>
            </a:r>
            <a:r>
              <a:rPr lang="en-US" sz="4700" kern="1200" spc="-155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Cloud</a:t>
            </a:r>
            <a:r>
              <a:rPr lang="en-US" sz="4700" kern="1200" spc="-155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700" kern="1200" spc="-35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Security</a:t>
            </a:r>
            <a:r>
              <a:rPr lang="en-US" sz="4700" kern="1200" spc="-145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700" kern="1200" spc="-1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Adoption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62148" y="3419858"/>
            <a:ext cx="8201588" cy="35412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40665" indent="-228600" algn="l" rtl="0">
              <a:lnSpc>
                <a:spcPct val="90000"/>
              </a:lnSpc>
              <a:spcBef>
                <a:spcPts val="1370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Lack</a:t>
            </a:r>
            <a:r>
              <a:rPr lang="en-US" sz="2300" kern="1200" spc="-1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</a:t>
            </a:r>
            <a:r>
              <a:rPr lang="en-US" sz="2300" kern="1200" spc="-1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knowledge about </a:t>
            </a:r>
            <a:r>
              <a:rPr lang="en-US" sz="2300" kern="1200" spc="-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cloud security features and </a:t>
            </a:r>
            <a:r>
              <a:rPr lang="en-US" sz="2300" kern="1200" spc="-5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measurments</a:t>
            </a:r>
            <a:r>
              <a:rPr lang="en-US" sz="2300" kern="1200" spc="-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(39%)</a:t>
            </a:r>
            <a:r>
              <a:rPr lang="en-US" sz="2300" kern="1200" spc="-1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remains</a:t>
            </a:r>
            <a:r>
              <a:rPr lang="en-US" sz="2300" kern="1200" spc="-1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en-US" sz="2300" kern="1200" spc="-1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top</a:t>
            </a:r>
            <a:r>
              <a:rPr lang="en-US" sz="2300" kern="1200" spc="-16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barrier.</a:t>
            </a:r>
            <a:endParaRPr lang="en-US" sz="23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40665" indent="-228600" algn="l" rtl="0">
              <a:lnSpc>
                <a:spcPct val="90000"/>
              </a:lnSpc>
              <a:spcBef>
                <a:spcPts val="1275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300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</a:t>
            </a:r>
            <a:r>
              <a:rPr lang="en-US" sz="2300" kern="1200" spc="-1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security</a:t>
            </a:r>
            <a:r>
              <a:rPr lang="en-US" sz="2300" kern="1200" spc="-1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risks</a:t>
            </a:r>
            <a:r>
              <a:rPr lang="en-US" sz="2300" kern="1200" spc="-19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are</a:t>
            </a:r>
            <a:r>
              <a:rPr lang="en-US" sz="2300" kern="1200" spc="-1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</a:t>
            </a:r>
            <a:r>
              <a:rPr lang="en-US" sz="2300" kern="1200" spc="-1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concern</a:t>
            </a:r>
            <a:r>
              <a:rPr lang="en-US" sz="2300" kern="1200" spc="-19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</a:t>
            </a:r>
            <a:r>
              <a:rPr lang="en-US" sz="2300" kern="1200" spc="-1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1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34%</a:t>
            </a:r>
            <a:r>
              <a:rPr lang="en-US" sz="2300" kern="1200" spc="-1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</a:t>
            </a:r>
            <a:r>
              <a:rPr lang="en-US" sz="2300" kern="1200" spc="-19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organizations.</a:t>
            </a:r>
            <a:endParaRPr lang="en-US" sz="23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40665" marR="476250" indent="-228600" algn="l" rtl="0">
              <a:lnSpc>
                <a:spcPct val="90000"/>
              </a:lnSpc>
              <a:spcBef>
                <a:spcPts val="780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300" kern="1200" spc="-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Legal</a:t>
            </a:r>
            <a:r>
              <a:rPr lang="en-US" sz="2300" kern="1200" spc="-1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sz="2300" kern="1200" spc="-1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regulatory</a:t>
            </a:r>
            <a:r>
              <a:rPr lang="en-US" sz="2300" kern="1200" spc="-1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compliance</a:t>
            </a:r>
            <a:r>
              <a:rPr lang="en-US" sz="2300" kern="1200" spc="-19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issues</a:t>
            </a:r>
            <a:r>
              <a:rPr lang="en-US" sz="2300" kern="1200" spc="-1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hinder</a:t>
            </a:r>
            <a:r>
              <a:rPr lang="en-US" sz="2300" kern="1200" spc="-1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1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32%</a:t>
            </a:r>
            <a:r>
              <a:rPr lang="en-US" sz="2300" kern="1200" spc="-1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 </a:t>
            </a:r>
            <a:r>
              <a:rPr lang="en-US" sz="23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respondents.</a:t>
            </a:r>
            <a:endParaRPr lang="en-US" sz="23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40665" indent="-228600" algn="l" rtl="0">
              <a:lnSpc>
                <a:spcPct val="90000"/>
              </a:lnSpc>
              <a:spcBef>
                <a:spcPts val="1270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300" kern="1200" spc="-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Integration</a:t>
            </a:r>
            <a:r>
              <a:rPr lang="en-US" sz="2300" kern="1200" spc="-1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</a:t>
            </a:r>
            <a:r>
              <a:rPr lang="en-US" sz="2300" kern="1200" spc="-1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existing</a:t>
            </a:r>
            <a:r>
              <a:rPr lang="en-US" sz="2300" kern="1200" spc="-1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</a:t>
            </a:r>
            <a:r>
              <a:rPr lang="en-US" sz="2300" kern="1200" spc="-16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4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environments</a:t>
            </a:r>
            <a:r>
              <a:rPr lang="en-US" sz="2300" kern="1200" spc="-1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(29%).</a:t>
            </a:r>
            <a:endParaRPr lang="en-US" sz="23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40665" indent="-228600" algn="l" rtl="0">
              <a:lnSpc>
                <a:spcPct val="90000"/>
              </a:lnSpc>
              <a:spcBef>
                <a:spcPts val="1275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300" kern="1200" spc="-6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Fear</a:t>
            </a:r>
            <a:r>
              <a:rPr lang="en-US" sz="2300" kern="1200" spc="-1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</a:t>
            </a:r>
            <a:r>
              <a:rPr lang="en-US" sz="2300" kern="1200" spc="-1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vendor</a:t>
            </a:r>
            <a:r>
              <a:rPr lang="en-US" sz="2300" kern="1200" spc="-1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3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lock-</a:t>
            </a:r>
            <a:r>
              <a:rPr lang="en-US" sz="2300" kern="1200" spc="-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</a:t>
            </a:r>
            <a:r>
              <a:rPr lang="en-US" sz="2300" kern="1200" spc="-1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(22%).</a:t>
            </a:r>
            <a:endParaRPr lang="en-US" sz="23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91515" y="7350021"/>
            <a:ext cx="867537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58399" cy="77716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7126" y="438520"/>
            <a:ext cx="7620277" cy="134747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12700" algn="l" rtl="0">
              <a:lnSpc>
                <a:spcPct val="90000"/>
              </a:lnSpc>
              <a:spcBef>
                <a:spcPct val="0"/>
              </a:spcBef>
            </a:pPr>
            <a:r>
              <a:rPr lang="en-US" sz="4400" kern="1200" spc="-1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Day-</a:t>
            </a:r>
            <a:r>
              <a:rPr lang="en-US" sz="4400" kern="1200" spc="-6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to-</a:t>
            </a:r>
            <a:r>
              <a:rPr lang="en-US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Day</a:t>
            </a:r>
            <a:r>
              <a:rPr lang="en-US" sz="4400" kern="1200" spc="-145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Cloud</a:t>
            </a:r>
            <a:r>
              <a:rPr lang="en-US" sz="4400" kern="1200" spc="-14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400" kern="1200" spc="-3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Security</a:t>
            </a:r>
            <a:r>
              <a:rPr lang="en-US" sz="4400" kern="1200" spc="-135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400" kern="1200" spc="-1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Headaches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2264817"/>
            <a:ext cx="9648432" cy="886466"/>
            <a:chOff x="-2" y="1998368"/>
            <a:chExt cx="11695083" cy="782176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496822"/>
            <a:ext cx="9391273" cy="47008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bject 3"/>
          <p:cNvSpPr txBox="1"/>
          <p:nvPr/>
        </p:nvSpPr>
        <p:spPr>
          <a:xfrm>
            <a:off x="654769" y="2946110"/>
            <a:ext cx="8368526" cy="38936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40665" indent="-228600" algn="l" rtl="0">
              <a:lnSpc>
                <a:spcPct val="90000"/>
              </a:lnSpc>
              <a:spcBef>
                <a:spcPts val="1370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Lack</a:t>
            </a:r>
            <a:r>
              <a:rPr lang="en-US" sz="2300" kern="1200" spc="-19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</a:t>
            </a:r>
            <a:r>
              <a:rPr lang="en-US" sz="2300" kern="1200" spc="-19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qualified cloud</a:t>
            </a:r>
            <a:r>
              <a:rPr lang="en-US" sz="2300" kern="1200" spc="-19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security</a:t>
            </a:r>
            <a:r>
              <a:rPr lang="en-US" sz="2300" kern="1200" spc="-1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specialists</a:t>
            </a:r>
            <a:r>
              <a:rPr lang="en-US" sz="2300" kern="1200" spc="-19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(49%).</a:t>
            </a:r>
            <a:endParaRPr lang="en-US" sz="23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40665" indent="-228600" algn="l" rtl="0">
              <a:lnSpc>
                <a:spcPct val="90000"/>
              </a:lnSpc>
              <a:spcBef>
                <a:spcPts val="1275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Compliance</a:t>
            </a:r>
            <a:r>
              <a:rPr lang="en-US" sz="2300" kern="1200" spc="-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concerns</a:t>
            </a:r>
            <a:r>
              <a:rPr lang="en-US" sz="2300" kern="1200" spc="-9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(40%).</a:t>
            </a:r>
            <a:endParaRPr lang="en-US" sz="23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40665" indent="-228600" algn="l" rtl="0">
              <a:lnSpc>
                <a:spcPct val="90000"/>
              </a:lnSpc>
              <a:spcBef>
                <a:spcPts val="1260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300" kern="1200" spc="-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Visibility</a:t>
            </a:r>
            <a:r>
              <a:rPr lang="en-US" sz="2300" kern="1200" spc="-16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into</a:t>
            </a:r>
            <a:r>
              <a:rPr lang="en-US" sz="2300" kern="1200" spc="-1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infrastructure</a:t>
            </a:r>
            <a:r>
              <a:rPr lang="en-US" sz="2300" kern="1200" spc="-1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security</a:t>
            </a:r>
            <a:r>
              <a:rPr lang="en-US" sz="2300" kern="1200" spc="-16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(36%).</a:t>
            </a:r>
            <a:endParaRPr lang="en-US" sz="23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40665" indent="-228600" algn="l" rtl="0">
              <a:lnSpc>
                <a:spcPct val="90000"/>
              </a:lnSpc>
              <a:spcBef>
                <a:spcPts val="1270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300" kern="1200" spc="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Issues</a:t>
            </a:r>
            <a:r>
              <a:rPr lang="en-US" sz="2300" kern="1200" spc="-19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9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</a:t>
            </a:r>
            <a:r>
              <a:rPr lang="en-US" sz="2300" kern="1200" spc="-19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6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setting</a:t>
            </a:r>
            <a:r>
              <a:rPr lang="en-US" sz="2300" kern="1200" spc="-1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consistent</a:t>
            </a:r>
            <a:r>
              <a:rPr lang="en-US" sz="2300" kern="1200" spc="-1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security</a:t>
            </a:r>
            <a:r>
              <a:rPr lang="en-US" sz="2300" kern="1200" spc="-1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policies</a:t>
            </a:r>
            <a:r>
              <a:rPr lang="en-US" sz="2300" kern="1200" spc="-1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(34%).</a:t>
            </a:r>
            <a:endParaRPr lang="en-US" sz="23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40665" indent="-228600" algn="l" rtl="0">
              <a:lnSpc>
                <a:spcPct val="90000"/>
              </a:lnSpc>
              <a:spcBef>
                <a:spcPts val="1275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300" kern="1200" spc="-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Automatically</a:t>
            </a:r>
            <a:r>
              <a:rPr lang="en-US" sz="2300" kern="1200" spc="-1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enforcing</a:t>
            </a:r>
            <a:r>
              <a:rPr lang="en-US" sz="2300" kern="1200" spc="-10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default </a:t>
            </a:r>
            <a:r>
              <a:rPr lang="en-US" sz="2300" kern="1200" spc="-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security</a:t>
            </a:r>
            <a:r>
              <a:rPr lang="en-US" sz="2300" kern="1200" spc="-1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measures </a:t>
            </a:r>
            <a:r>
              <a:rPr lang="en-US" sz="2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across</a:t>
            </a:r>
            <a:r>
              <a:rPr lang="en-US" sz="2300" kern="1200" spc="-1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multiple</a:t>
            </a:r>
            <a:r>
              <a:rPr lang="en-US" sz="2300" kern="1200" spc="-114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clouds</a:t>
            </a:r>
            <a:r>
              <a:rPr lang="en-US" sz="2300" kern="1200" spc="-1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(28%).</a:t>
            </a:r>
            <a:endParaRPr lang="en-US" sz="23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58399" cy="77716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1378809"/>
            <a:ext cx="603502" cy="763255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8065" y="695814"/>
            <a:ext cx="8998676" cy="214666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60995" y="917884"/>
            <a:ext cx="8202741" cy="17617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 algn="l" rtl="0">
              <a:lnSpc>
                <a:spcPct val="90000"/>
              </a:lnSpc>
              <a:spcBef>
                <a:spcPct val="0"/>
              </a:spcBef>
            </a:pPr>
            <a:r>
              <a:rPr lang="en-US" sz="4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Cloud</a:t>
            </a:r>
            <a:r>
              <a:rPr lang="en-US" sz="4700" kern="1200" spc="-145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700" kern="1200" spc="-3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Security</a:t>
            </a:r>
            <a:r>
              <a:rPr lang="en-US" sz="4700" kern="1200" spc="-15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700" kern="1200" spc="-1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Incidents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62148" y="3419858"/>
            <a:ext cx="8201588" cy="35412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40665" marR="1370965" indent="-228600" algn="l" rtl="0">
              <a:lnSpc>
                <a:spcPct val="90000"/>
              </a:lnSpc>
              <a:spcBef>
                <a:spcPts val="100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300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Misconfigurations</a:t>
            </a:r>
            <a:r>
              <a:rPr lang="en-US" sz="2300" kern="1200" spc="-1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lead</a:t>
            </a:r>
            <a:r>
              <a:rPr lang="en-US" sz="2300" kern="1200" spc="-1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</a:t>
            </a:r>
            <a:r>
              <a:rPr lang="en-US" sz="2300" kern="1200" spc="-16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most</a:t>
            </a:r>
            <a:r>
              <a:rPr lang="en-US" sz="2300" kern="1200" spc="-1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breaches</a:t>
            </a:r>
            <a:r>
              <a:rPr lang="en-US" sz="2300" kern="1200" spc="-1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</a:t>
            </a:r>
            <a:r>
              <a:rPr lang="en-US" sz="2300" kern="1200" spc="-1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en-US" sz="2300" kern="1200" spc="-1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cloud environment.</a:t>
            </a:r>
            <a:endParaRPr lang="en-US" sz="23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40665" indent="-228600" algn="l" rtl="0">
              <a:lnSpc>
                <a:spcPct val="90000"/>
              </a:lnSpc>
              <a:spcBef>
                <a:spcPts val="1270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300" kern="1200" spc="-9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Exfiltration</a:t>
            </a:r>
            <a:r>
              <a:rPr lang="en-US" sz="2300" kern="1200" spc="-1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6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</a:t>
            </a:r>
            <a:r>
              <a:rPr lang="en-US" sz="2300" kern="1200" spc="-1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3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sensitive</a:t>
            </a:r>
            <a:r>
              <a:rPr lang="en-US" sz="2300" kern="1200" spc="-1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</a:t>
            </a:r>
            <a:r>
              <a:rPr lang="en-US" sz="2300" kern="1200" spc="-1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continues</a:t>
            </a:r>
            <a:r>
              <a:rPr lang="en-US" sz="2300" kern="1200" spc="-1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</a:t>
            </a:r>
            <a:r>
              <a:rPr lang="en-US" sz="2300" kern="1200" spc="-1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</a:t>
            </a:r>
            <a:r>
              <a:rPr lang="en-US" sz="2300" kern="1200" spc="-19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</a:t>
            </a:r>
            <a:r>
              <a:rPr lang="en-US" sz="2300" kern="1200" spc="-1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significant</a:t>
            </a:r>
            <a:r>
              <a:rPr lang="en-US" sz="2300" kern="1200" spc="-1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issue.</a:t>
            </a:r>
            <a:endParaRPr lang="en-US" sz="23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40665" indent="-228600" algn="l" rtl="0">
              <a:lnSpc>
                <a:spcPct val="90000"/>
              </a:lnSpc>
              <a:spcBef>
                <a:spcPts val="1275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300" kern="1200" spc="-4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Unauthorized</a:t>
            </a:r>
            <a:r>
              <a:rPr lang="en-US" sz="2300" kern="1200" spc="-1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access</a:t>
            </a:r>
            <a:r>
              <a:rPr lang="en-US" sz="2300" kern="1200" spc="-1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en-US" sz="2300" kern="1200" spc="-1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</a:t>
            </a:r>
            <a:r>
              <a:rPr lang="en-US" sz="2300" kern="1200" spc="-1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9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key</a:t>
            </a:r>
            <a:r>
              <a:rPr lang="en-US" sz="2300" kern="1200" spc="-1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threat</a:t>
            </a:r>
            <a:r>
              <a:rPr lang="en-US" sz="2300" kern="1200" spc="-1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</a:t>
            </a:r>
            <a:r>
              <a:rPr lang="en-US" sz="2300" kern="1200" spc="-1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cloud</a:t>
            </a:r>
            <a:r>
              <a:rPr lang="en-US" sz="2300" kern="1200" spc="-1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security.</a:t>
            </a:r>
            <a:endParaRPr lang="en-US" sz="23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40665" indent="-228600" algn="l" rtl="0">
              <a:lnSpc>
                <a:spcPct val="90000"/>
              </a:lnSpc>
              <a:spcBef>
                <a:spcPts val="1275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Cloud</a:t>
            </a:r>
            <a:r>
              <a:rPr lang="en-US" sz="2300" kern="1200" spc="-1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cryptojacking</a:t>
            </a:r>
            <a:r>
              <a:rPr lang="en-US" sz="2300" kern="1200" spc="-16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sz="2300" kern="1200" spc="-1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denial</a:t>
            </a:r>
            <a:r>
              <a:rPr lang="en-US" sz="2300" kern="1200" spc="-1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</a:t>
            </a:r>
            <a:r>
              <a:rPr lang="en-US" sz="2300" kern="1200" spc="-16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3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service</a:t>
            </a:r>
            <a:r>
              <a:rPr lang="en-US" sz="2300" kern="1200" spc="-1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3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attacks</a:t>
            </a:r>
            <a:r>
              <a:rPr lang="en-US" sz="2300" kern="1200" spc="-1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are</a:t>
            </a:r>
            <a:r>
              <a:rPr lang="en-US" sz="2300" kern="1200" spc="-1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increasing.</a:t>
            </a:r>
            <a:endParaRPr lang="en-US" sz="23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40665" indent="-228600" algn="l" rtl="0">
              <a:lnSpc>
                <a:spcPct val="90000"/>
              </a:lnSpc>
              <a:spcBef>
                <a:spcPts val="1270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300" kern="1200" spc="-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External</a:t>
            </a:r>
            <a:r>
              <a:rPr lang="en-US" sz="2300" kern="1200" spc="-1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sharing</a:t>
            </a:r>
            <a:r>
              <a:rPr lang="en-US" sz="2300" kern="1200" spc="-1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sz="2300" kern="1200" spc="-1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malicious</a:t>
            </a:r>
            <a:r>
              <a:rPr lang="en-US" sz="2300" kern="1200" spc="-1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insiders</a:t>
            </a:r>
            <a:r>
              <a:rPr lang="en-US" sz="2300" kern="1200" spc="-1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pose</a:t>
            </a:r>
            <a:r>
              <a:rPr lang="en-US" sz="2300" kern="1200" spc="-1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additional</a:t>
            </a:r>
            <a:r>
              <a:rPr lang="en-US" sz="2300" kern="1200" spc="-1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risks.</a:t>
            </a:r>
            <a:endParaRPr lang="en-US" sz="23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91515" y="7350021"/>
            <a:ext cx="867537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58399" cy="77716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7126" y="438520"/>
            <a:ext cx="7620277" cy="134747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12700" algn="l" rtl="0">
              <a:lnSpc>
                <a:spcPct val="90000"/>
              </a:lnSpc>
              <a:spcBef>
                <a:spcPct val="0"/>
              </a:spcBef>
            </a:pPr>
            <a:r>
              <a:rPr lang="en-US" sz="4400" kern="1200" spc="-3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Benefits</a:t>
            </a:r>
            <a:r>
              <a:rPr lang="en-US" sz="4400" kern="1200" spc="-135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400" kern="1200" spc="-5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of</a:t>
            </a:r>
            <a:r>
              <a:rPr lang="en-US" sz="4400" kern="1200" spc="-135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Cloud-Based</a:t>
            </a:r>
            <a:r>
              <a:rPr lang="en-US" sz="4400" kern="1200" spc="-135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400" kern="1200" spc="-3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Security</a:t>
            </a:r>
            <a:r>
              <a:rPr lang="en-US" sz="4400" kern="1200" spc="-145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400" kern="1200" spc="-1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Solutions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2264817"/>
            <a:ext cx="9648432" cy="88646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496822"/>
            <a:ext cx="9391273" cy="47008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4769" y="2946110"/>
            <a:ext cx="8368526" cy="38936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40665" marR="816610" lvl="0" indent="-228600" algn="l" defTabSz="914400" rtl="0" eaLnBrk="1" fontAlgn="auto" latinLnBrk="0" hangingPunct="1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Tx/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  <a:defRPr/>
            </a:pPr>
            <a:r>
              <a:rPr kumimoji="0" lang="en-US" sz="2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Cloud-based</a:t>
            </a:r>
            <a:r>
              <a:rPr kumimoji="0" lang="en-US" sz="2300" b="0" i="0" u="none" strike="noStrike" kern="1200" cap="none" spc="-1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3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security</a:t>
            </a:r>
            <a:r>
              <a:rPr kumimoji="0" lang="en-US" sz="2300" b="0" i="0" u="none" strike="noStrike" kern="1200" cap="none" spc="-1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solutions</a:t>
            </a:r>
            <a:r>
              <a:rPr kumimoji="0" lang="en-US" sz="2300" b="0" i="0" u="none" strike="noStrike" kern="1200" cap="none" spc="-1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300" b="0" i="0" u="none" strike="noStrike" kern="1200" cap="none" spc="-9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offer</a:t>
            </a:r>
            <a:r>
              <a:rPr kumimoji="0" lang="en-US" sz="2300" b="0" i="0" u="none" strike="noStrike" kern="1200" cap="none" spc="-1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3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better</a:t>
            </a:r>
            <a:r>
              <a:rPr kumimoji="0" lang="en-US" sz="2300" b="0" i="0" u="none" strike="noStrike" kern="1200" cap="none" spc="-1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3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scalability</a:t>
            </a:r>
            <a:r>
              <a:rPr kumimoji="0" lang="en-US" sz="2300" b="0" i="0" u="none" strike="noStrike" kern="1200" cap="none" spc="-1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3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and </a:t>
            </a:r>
            <a:r>
              <a:rPr kumimoji="0" lang="en-US" sz="2300" b="0" i="0" u="none" strike="noStrike" kern="1200" cap="none" spc="-1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flexibility</a:t>
            </a:r>
            <a:r>
              <a:rPr kumimoji="0" lang="en-US" sz="2300" b="0" i="0" u="none" strike="noStrike" kern="1200" cap="none" spc="-1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3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than</a:t>
            </a:r>
            <a:r>
              <a:rPr kumimoji="0" lang="en-US" sz="2300" b="0" i="0" u="none" strike="noStrike" kern="1200" cap="none" spc="-1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3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on-</a:t>
            </a:r>
            <a:r>
              <a:rPr kumimoji="0" lang="en-US" sz="2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premises</a:t>
            </a:r>
            <a:r>
              <a:rPr kumimoji="0" lang="en-US" sz="2300" b="0" i="0" u="none" strike="noStrike" kern="1200" cap="none" spc="-1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3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tools.</a:t>
            </a:r>
            <a:endParaRPr kumimoji="0" lang="en-US" sz="2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40665" marR="390525" lvl="0" indent="-228600" algn="l" defTabSz="914400" rtl="0" eaLnBrk="1" fontAlgn="auto" latinLnBrk="0" hangingPunct="1">
              <a:lnSpc>
                <a:spcPct val="90000"/>
              </a:lnSpc>
              <a:spcBef>
                <a:spcPts val="805"/>
              </a:spcBef>
              <a:spcAft>
                <a:spcPts val="0"/>
              </a:spcAft>
              <a:buClrTx/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  <a:defRPr/>
            </a:pPr>
            <a:r>
              <a:rPr kumimoji="0" lang="en-US" sz="23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Organizations</a:t>
            </a:r>
            <a:r>
              <a:rPr kumimoji="0" lang="en-US" sz="2300" b="0" i="0" u="none" strike="noStrike" kern="1200" cap="none" spc="-1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300" b="0" i="0" u="none" strike="noStrike" kern="1200" cap="none" spc="-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benefit</a:t>
            </a:r>
            <a:r>
              <a:rPr kumimoji="0" lang="en-US" sz="2300" b="0" i="0" u="none" strike="noStrike" kern="1200" cap="none" spc="-1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300" b="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from</a:t>
            </a:r>
            <a:r>
              <a:rPr kumimoji="0" lang="en-US" sz="2300" b="0" i="0" u="none" strike="noStrike" kern="1200" cap="none" spc="-1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300" b="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faster</a:t>
            </a:r>
            <a:r>
              <a:rPr kumimoji="0" lang="en-US" sz="2300" b="0" i="0" u="none" strike="noStrike" kern="1200" cap="none" spc="-1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3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deployment</a:t>
            </a:r>
            <a:r>
              <a:rPr kumimoji="0" lang="en-US" sz="2300" b="0" i="0" u="none" strike="noStrike" kern="1200" cap="none" spc="-1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and</a:t>
            </a:r>
            <a:r>
              <a:rPr kumimoji="0" lang="en-US" sz="2300" b="0" i="0" u="none" strike="noStrike" kern="1200" cap="none" spc="-1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3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lower</a:t>
            </a:r>
            <a:r>
              <a:rPr kumimoji="0" lang="en-US" sz="2300" b="0" i="0" u="none" strike="noStrike" kern="1200" cap="none" spc="-1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3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costs </a:t>
            </a:r>
            <a:r>
              <a:rPr kumimoji="0" lang="en-US" sz="2300" b="0" i="0" u="none" strike="noStrike" kern="120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with</a:t>
            </a:r>
            <a:r>
              <a:rPr kumimoji="0" lang="en-US" sz="2300" b="0" i="0" u="none" strike="noStrike" kern="1200" cap="none" spc="-1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3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cloud</a:t>
            </a:r>
            <a:r>
              <a:rPr kumimoji="0" lang="en-US" sz="2300" b="0" i="0" u="none" strike="noStrike" kern="1200" cap="none" spc="-1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3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security</a:t>
            </a:r>
            <a:r>
              <a:rPr kumimoji="0" lang="en-US" sz="2300" b="0" i="0" u="none" strike="noStrike" kern="1200" cap="none" spc="-1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3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solutions.</a:t>
            </a:r>
            <a:endParaRPr kumimoji="0" lang="en-US" sz="2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40665" marR="918844" lvl="0" indent="-228600" algn="l" defTabSz="914400" rtl="0" eaLnBrk="1" fontAlgn="auto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  <a:defRPr/>
            </a:pPr>
            <a:r>
              <a:rPr kumimoji="0" lang="en-US" sz="23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Security</a:t>
            </a:r>
            <a:r>
              <a:rPr kumimoji="0" lang="en-US" sz="2300" b="0" i="0" u="none" strike="noStrike" kern="1200" cap="none" spc="-1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teams</a:t>
            </a:r>
            <a:r>
              <a:rPr kumimoji="0" lang="en-US" sz="2300" b="0" i="0" u="none" strike="noStrike" kern="1200" cap="none" spc="-1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can</a:t>
            </a:r>
            <a:r>
              <a:rPr kumimoji="0" lang="en-US" sz="2300" b="0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3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manage</a:t>
            </a:r>
            <a:r>
              <a:rPr kumimoji="0" lang="en-US" sz="2300" b="0" i="0" u="none" strike="noStrike" kern="1200" cap="none" spc="-1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3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multiple</a:t>
            </a:r>
            <a:r>
              <a:rPr kumimoji="0" lang="en-US" sz="2300" b="0" i="0" u="none" strike="noStrike" kern="1200" cap="none" spc="-1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clouds</a:t>
            </a:r>
            <a:r>
              <a:rPr kumimoji="0" lang="en-US" sz="2300" b="0" i="0" u="none" strike="noStrike" kern="1200" cap="none" spc="-1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3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from</a:t>
            </a:r>
            <a:r>
              <a:rPr kumimoji="0" lang="en-US" sz="2300" b="0" i="0" u="none" strike="noStrike" kern="1200" cap="none" spc="-1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  <a:r>
              <a:rPr kumimoji="0" lang="en-US" sz="2300" b="0" i="0" u="none" strike="noStrike" kern="1200" cap="none" spc="-1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3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single platform.</a:t>
            </a:r>
            <a:endParaRPr kumimoji="0" lang="en-US" sz="2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40665" marR="79375" lvl="0" indent="-228600" algn="l" defTabSz="914400" rtl="0" eaLnBrk="1" fontAlgn="auto" latinLnBrk="0" hangingPunct="1">
              <a:lnSpc>
                <a:spcPct val="90000"/>
              </a:lnSpc>
              <a:spcBef>
                <a:spcPts val="805"/>
              </a:spcBef>
              <a:spcAft>
                <a:spcPts val="0"/>
              </a:spcAft>
              <a:buClrTx/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  <a:defRPr/>
            </a:pPr>
            <a:r>
              <a:rPr kumimoji="0" lang="en-US" sz="23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Automation</a:t>
            </a:r>
            <a:r>
              <a:rPr kumimoji="0" lang="en-US" sz="2300" b="0" i="0" u="none" strike="noStrike" kern="1200" cap="none" spc="-1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and</a:t>
            </a:r>
            <a:r>
              <a:rPr kumimoji="0" lang="en-US" sz="2300" b="0" i="0" u="none" strike="noStrike" kern="1200" cap="none" spc="-1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300" b="0" i="0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real-time</a:t>
            </a:r>
            <a:r>
              <a:rPr kumimoji="0" lang="en-US" sz="2300" b="0" i="0" u="none" strike="noStrike" kern="1200" cap="none" spc="-1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3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threat</a:t>
            </a:r>
            <a:r>
              <a:rPr kumimoji="0" lang="en-US" sz="2300" b="0" i="0" u="none" strike="noStrike" kern="1200" cap="none" spc="-1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300" b="0" i="0" u="none" strike="noStrike" kern="120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detection</a:t>
            </a:r>
            <a:r>
              <a:rPr kumimoji="0" lang="en-US" sz="2300" b="0" i="0" u="none" strike="noStrike" kern="1200" cap="none" spc="-1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300" b="0" i="0" u="none" strike="noStrike" kern="120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are</a:t>
            </a:r>
            <a:r>
              <a:rPr kumimoji="0" lang="en-US" sz="2300" b="0" i="0" u="none" strike="noStrike" kern="1200" cap="none" spc="-1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300" b="0" i="0" u="none" strike="noStrike" kern="1200" cap="none" spc="-9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key</a:t>
            </a:r>
            <a:r>
              <a:rPr kumimoji="0" lang="en-US" sz="2300" b="0" i="0" u="none" strike="noStrike" kern="1200" cap="none" spc="-1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3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advantages</a:t>
            </a:r>
            <a:r>
              <a:rPr kumimoji="0" lang="en-US" sz="2300" b="0" i="0" u="none" strike="noStrike" kern="1200" cap="none" spc="-1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3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of </a:t>
            </a:r>
            <a:r>
              <a:rPr kumimoji="0" lang="en-US" sz="23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cloud-</a:t>
            </a:r>
            <a:r>
              <a:rPr kumimoji="0" lang="en-US" sz="2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based</a:t>
            </a:r>
            <a:r>
              <a:rPr kumimoji="0" lang="en-US" sz="23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3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solutions.</a:t>
            </a:r>
            <a:endParaRPr kumimoji="0" lang="en-US" sz="2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40665" marR="5080" lvl="0" indent="-228600" algn="l" defTabSz="914400" rtl="0" eaLnBrk="1" fontAlgn="auto" latinLnBrk="0" hangingPunct="1">
              <a:lnSpc>
                <a:spcPct val="90000"/>
              </a:lnSpc>
              <a:spcBef>
                <a:spcPts val="795"/>
              </a:spcBef>
              <a:spcAft>
                <a:spcPts val="0"/>
              </a:spcAft>
              <a:buClrTx/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  <a:defRPr/>
            </a:pPr>
            <a:r>
              <a:rPr kumimoji="0" lang="en-US" sz="2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Cloud</a:t>
            </a:r>
            <a:r>
              <a:rPr kumimoji="0" lang="en-US" sz="2300" b="0" i="0" u="none" strike="noStrike" kern="1200" cap="none" spc="-1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3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security</a:t>
            </a:r>
            <a:r>
              <a:rPr kumimoji="0" lang="en-US" sz="2300" b="0" i="0" u="none" strike="noStrike" kern="1200" cap="none" spc="-1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3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platforms</a:t>
            </a:r>
            <a:r>
              <a:rPr kumimoji="0" lang="en-US" sz="2300" b="0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3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integrate</a:t>
            </a:r>
            <a:r>
              <a:rPr kumimoji="0" lang="en-US" sz="2300" b="0" i="0" u="none" strike="noStrike" kern="1200" cap="none" spc="-1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seamlessly</a:t>
            </a:r>
            <a:r>
              <a:rPr kumimoji="0" lang="en-US" sz="2300" b="0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300" b="0" i="0" u="none" strike="noStrike" kern="1200" cap="none" spc="-9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with</a:t>
            </a:r>
            <a:r>
              <a:rPr kumimoji="0" lang="en-US" sz="2300" b="0" i="0" u="none" strike="noStrike" kern="1200" cap="none" spc="-1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300" b="0" i="0" u="none" strike="noStrike" kern="120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existing</a:t>
            </a:r>
            <a:r>
              <a:rPr kumimoji="0" lang="en-US" sz="2300" b="0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3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cloud environments.</a:t>
            </a:r>
            <a:endParaRPr kumimoji="0" lang="en-US" sz="2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373810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58399" cy="77716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1378809"/>
            <a:ext cx="603502" cy="763255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8065" y="695814"/>
            <a:ext cx="8998676" cy="214666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60995" y="917884"/>
            <a:ext cx="8202741" cy="17617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 algn="l" rtl="0">
              <a:lnSpc>
                <a:spcPct val="90000"/>
              </a:lnSpc>
              <a:spcBef>
                <a:spcPct val="0"/>
              </a:spcBef>
            </a:pPr>
            <a:r>
              <a:rPr lang="en-US" sz="4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Cloud-Based</a:t>
            </a:r>
            <a:r>
              <a:rPr lang="en-US" sz="4700" kern="1200" spc="-125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700" kern="1200" spc="-3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Security</a:t>
            </a:r>
            <a:r>
              <a:rPr lang="en-US" sz="4700" kern="1200" spc="-13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700" kern="1200" spc="-4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Adoption</a:t>
            </a:r>
            <a:r>
              <a:rPr lang="en-US" sz="4700" kern="1200" spc="-12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700" kern="1200" spc="-1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Drivers (Advantages)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62148" y="3419858"/>
            <a:ext cx="8201588" cy="35412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40665" marR="5080" indent="-228600" algn="l" rtl="0">
              <a:lnSpc>
                <a:spcPct val="90000"/>
              </a:lnSpc>
              <a:spcBef>
                <a:spcPts val="100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300" kern="1200" spc="-9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Better</a:t>
            </a:r>
            <a:r>
              <a:rPr lang="en-US" sz="2300" kern="1200" spc="-17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45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scalability</a:t>
            </a:r>
            <a:r>
              <a:rPr lang="en-US" sz="2300" kern="1200" spc="-17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en-US" sz="2300" kern="1200" spc="-17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85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en-US" sz="2300" kern="1200" spc="-17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55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top</a:t>
            </a:r>
            <a:r>
              <a:rPr lang="en-US" sz="2300" kern="1200" spc="-17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9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driver</a:t>
            </a:r>
            <a:r>
              <a:rPr lang="en-US" sz="2300" kern="1200" spc="-18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95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</a:t>
            </a:r>
            <a:r>
              <a:rPr lang="en-US" sz="2300" kern="1200" spc="-17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45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adopting</a:t>
            </a:r>
            <a:r>
              <a:rPr lang="en-US" sz="2300" kern="1200" spc="-16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cloud-based </a:t>
            </a:r>
            <a:r>
              <a:rPr lang="en-US" sz="2300" kern="1200" spc="-5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security</a:t>
            </a:r>
            <a:r>
              <a:rPr lang="en-US" sz="2300" kern="1200" spc="-16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(55%).</a:t>
            </a:r>
            <a:endParaRPr lang="en-US" sz="23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40665" indent="-228600" algn="l" rtl="0">
              <a:lnSpc>
                <a:spcPct val="90000"/>
              </a:lnSpc>
              <a:spcBef>
                <a:spcPts val="1270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300" kern="1200" spc="-4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Faster</a:t>
            </a:r>
            <a:r>
              <a:rPr lang="en-US" sz="2300" kern="1200" spc="-17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45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deployment</a:t>
            </a:r>
            <a:r>
              <a:rPr lang="en-US" sz="2300" kern="1200" spc="-17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3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times</a:t>
            </a:r>
            <a:r>
              <a:rPr lang="en-US" sz="2300" kern="1200" spc="-17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(48%).</a:t>
            </a:r>
            <a:endParaRPr lang="en-US" sz="23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40665" indent="-228600" algn="l" rtl="0">
              <a:lnSpc>
                <a:spcPct val="90000"/>
              </a:lnSpc>
              <a:spcBef>
                <a:spcPts val="1275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300" kern="1200" spc="5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Cost</a:t>
            </a:r>
            <a:r>
              <a:rPr lang="en-US" sz="2300" kern="1200" spc="-17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savings</a:t>
            </a:r>
            <a:r>
              <a:rPr lang="en-US" sz="2300" kern="1200" spc="-16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75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from</a:t>
            </a:r>
            <a:r>
              <a:rPr lang="en-US" sz="2300" kern="1200" spc="-17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using</a:t>
            </a:r>
            <a:r>
              <a:rPr lang="en-US" sz="2300" kern="1200" spc="-16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cloud</a:t>
            </a:r>
            <a:r>
              <a:rPr lang="en-US" sz="2300" kern="1200" spc="-17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45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security</a:t>
            </a:r>
            <a:r>
              <a:rPr lang="en-US" sz="2300" kern="1200" spc="-17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solutions</a:t>
            </a:r>
            <a:r>
              <a:rPr lang="en-US" sz="2300" kern="1200" spc="-17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(40%).</a:t>
            </a:r>
            <a:endParaRPr lang="en-US" sz="23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40665" indent="-228600" algn="l" rtl="0">
              <a:lnSpc>
                <a:spcPct val="90000"/>
              </a:lnSpc>
              <a:spcBef>
                <a:spcPts val="1270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3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Reduced</a:t>
            </a:r>
            <a:r>
              <a:rPr lang="en-US" sz="2300" kern="1200" spc="-18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75">
                <a:solidFill>
                  <a:schemeClr val="tx1"/>
                </a:solidFill>
                <a:latin typeface="+mn-lt"/>
                <a:ea typeface="+mn-ea"/>
                <a:cs typeface="+mn-cs"/>
              </a:rPr>
              <a:t>efforts</a:t>
            </a:r>
            <a:r>
              <a:rPr lang="en-US" sz="2300" kern="1200" spc="-18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95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</a:t>
            </a:r>
            <a:r>
              <a:rPr lang="en-US" sz="2300" kern="1200" spc="-18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patches</a:t>
            </a:r>
            <a:r>
              <a:rPr lang="en-US" sz="2300" kern="1200" spc="-18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sz="2300" kern="1200" spc="-18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updates</a:t>
            </a:r>
            <a:r>
              <a:rPr lang="en-US" sz="2300" kern="1200" spc="-18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(38%).</a:t>
            </a:r>
            <a:endParaRPr lang="en-US" sz="23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40665" indent="-228600" algn="l" rtl="0">
              <a:lnSpc>
                <a:spcPct val="90000"/>
              </a:lnSpc>
              <a:spcBef>
                <a:spcPts val="1275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300" kern="1200" spc="-9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Better</a:t>
            </a:r>
            <a:r>
              <a:rPr lang="en-US" sz="2300" kern="1200" spc="-14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4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performance</a:t>
            </a:r>
            <a:r>
              <a:rPr lang="en-US" sz="2300" kern="1200" spc="-14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7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from</a:t>
            </a:r>
            <a:r>
              <a:rPr lang="en-US" sz="2300" kern="1200" spc="-13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cloud-</a:t>
            </a:r>
            <a:r>
              <a:rPr lang="en-US" sz="23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based</a:t>
            </a:r>
            <a:r>
              <a:rPr lang="en-US" sz="2300" kern="1200" spc="-12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solutions</a:t>
            </a:r>
            <a:r>
              <a:rPr lang="en-US" sz="2300" kern="1200" spc="-14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(35%).</a:t>
            </a:r>
            <a:endParaRPr lang="en-US" sz="23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91515" y="7350021"/>
            <a:ext cx="867537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58399" cy="77716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7126" y="438520"/>
            <a:ext cx="7620277" cy="134747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12700" algn="l" rtl="0">
              <a:lnSpc>
                <a:spcPct val="90000"/>
              </a:lnSpc>
              <a:spcBef>
                <a:spcPct val="0"/>
              </a:spcBef>
            </a:pPr>
            <a:r>
              <a:rPr lang="en-US" sz="4400" kern="1200" spc="-45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Barriers</a:t>
            </a:r>
            <a:r>
              <a:rPr lang="en-US" sz="4400" kern="1200" spc="-145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400" kern="1200" spc="-65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to</a:t>
            </a:r>
            <a:r>
              <a:rPr lang="en-US" sz="4400" kern="1200" spc="-14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Cloud-Based</a:t>
            </a:r>
            <a:r>
              <a:rPr lang="en-US" sz="4400" kern="1200" spc="-14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400" kern="1200" spc="-3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Security</a:t>
            </a:r>
            <a:r>
              <a:rPr lang="en-US" sz="4400" kern="1200" spc="-145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400" kern="1200" spc="-1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Adoption (Disadvantages)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2264817"/>
            <a:ext cx="9648432" cy="88646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496822"/>
            <a:ext cx="9391273" cy="47008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bject 3"/>
          <p:cNvSpPr txBox="1"/>
          <p:nvPr/>
        </p:nvSpPr>
        <p:spPr>
          <a:xfrm>
            <a:off x="654769" y="2946110"/>
            <a:ext cx="8368526" cy="38936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40665" marR="5080" indent="-228600" algn="l" rtl="0">
              <a:lnSpc>
                <a:spcPct val="90000"/>
              </a:lnSpc>
              <a:spcBef>
                <a:spcPts val="100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3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Lack</a:t>
            </a:r>
            <a:r>
              <a:rPr lang="en-US" sz="2300" kern="1200" spc="-15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7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</a:t>
            </a:r>
            <a:r>
              <a:rPr lang="en-US" sz="2300" kern="1200" spc="-15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expertise/training</a:t>
            </a:r>
            <a:r>
              <a:rPr lang="en-US" sz="2300" kern="1200" spc="-14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(53%)</a:t>
            </a:r>
            <a:r>
              <a:rPr lang="en-US" sz="2300" kern="1200" spc="-15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en-US" sz="2300" kern="1200" spc="-15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85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en-US" sz="2300" kern="1200" spc="-12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25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</a:t>
            </a:r>
            <a:r>
              <a:rPr lang="en-US" sz="2300" kern="1200" spc="-15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8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barrier</a:t>
            </a:r>
            <a:r>
              <a:rPr lang="en-US" sz="2300" kern="1200" spc="-14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8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</a:t>
            </a:r>
            <a:r>
              <a:rPr lang="en-US" sz="2300" kern="1200" spc="-15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adopting </a:t>
            </a:r>
            <a:r>
              <a:rPr lang="en-US" sz="2300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cloud-</a:t>
            </a:r>
            <a:r>
              <a:rPr lang="en-US" sz="23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based</a:t>
            </a:r>
            <a:r>
              <a:rPr lang="en-US" sz="2300" kern="1200" spc="-6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security.</a:t>
            </a:r>
            <a:endParaRPr lang="en-US" sz="23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40665" marR="559435" indent="-228600" algn="l" rtl="0">
              <a:lnSpc>
                <a:spcPct val="90000"/>
              </a:lnSpc>
              <a:spcBef>
                <a:spcPts val="805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3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Challenges</a:t>
            </a:r>
            <a:r>
              <a:rPr lang="en-US" sz="2300" kern="1200" spc="-17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6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</a:t>
            </a:r>
            <a:r>
              <a:rPr lang="en-US" sz="2300" kern="1200" spc="-17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9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integrating</a:t>
            </a:r>
            <a:r>
              <a:rPr lang="en-US" sz="2300" kern="1200" spc="-16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cloud</a:t>
            </a:r>
            <a:r>
              <a:rPr lang="en-US" sz="2300" kern="1200" spc="-17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5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security</a:t>
            </a:r>
            <a:r>
              <a:rPr lang="en-US" sz="2300" kern="1200" spc="-17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</a:t>
            </a:r>
            <a:r>
              <a:rPr lang="en-US" sz="2300" kern="1200" spc="-16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on-</a:t>
            </a:r>
            <a:r>
              <a:rPr lang="en-US" sz="23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premises </a:t>
            </a:r>
            <a:r>
              <a:rPr lang="en-US" sz="23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systems</a:t>
            </a:r>
            <a:r>
              <a:rPr lang="en-US" sz="2300" kern="1200" spc="-4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(37%).</a:t>
            </a:r>
            <a:endParaRPr lang="en-US" sz="23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40665" indent="-228600" algn="l" rtl="0">
              <a:lnSpc>
                <a:spcPct val="90000"/>
              </a:lnSpc>
              <a:spcBef>
                <a:spcPts val="1270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300" kern="1200" spc="-45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Budget</a:t>
            </a:r>
            <a:r>
              <a:rPr lang="en-US" sz="2300" kern="1200" spc="-16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25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constraints</a:t>
            </a:r>
            <a:r>
              <a:rPr lang="en-US" sz="2300" kern="1200" spc="-16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95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limit</a:t>
            </a:r>
            <a:r>
              <a:rPr lang="en-US" sz="2300" kern="1200" spc="-15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cloud</a:t>
            </a:r>
            <a:r>
              <a:rPr lang="en-US" sz="2300" kern="1200" spc="-16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5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security</a:t>
            </a:r>
            <a:r>
              <a:rPr lang="en-US" sz="2300" kern="1200" spc="-16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35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adoption</a:t>
            </a:r>
            <a:r>
              <a:rPr lang="en-US" sz="2300" kern="1200" spc="-16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(36%).</a:t>
            </a:r>
            <a:endParaRPr lang="en-US" sz="23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40665" indent="-228600" algn="l" rtl="0">
              <a:lnSpc>
                <a:spcPct val="90000"/>
              </a:lnSpc>
              <a:spcBef>
                <a:spcPts val="1275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300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</a:t>
            </a:r>
            <a:r>
              <a:rPr lang="en-US" sz="2300" kern="1200" spc="-13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6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privacy</a:t>
            </a:r>
            <a:r>
              <a:rPr lang="en-US" sz="2300" kern="1200" spc="-12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concerns</a:t>
            </a:r>
            <a:r>
              <a:rPr lang="en-US" sz="2300" kern="1200" spc="-13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(34%).</a:t>
            </a:r>
            <a:endParaRPr lang="en-US" sz="23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40665" indent="-228600" algn="l" rtl="0">
              <a:lnSpc>
                <a:spcPct val="90000"/>
              </a:lnSpc>
              <a:spcBef>
                <a:spcPts val="1275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300" kern="1200" spc="-5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Regulatory</a:t>
            </a:r>
            <a:r>
              <a:rPr lang="en-US" sz="2300" kern="1200" spc="-18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compliance</a:t>
            </a:r>
            <a:r>
              <a:rPr lang="en-US" sz="2300" kern="1200" spc="-18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55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issues</a:t>
            </a:r>
            <a:r>
              <a:rPr lang="en-US" sz="2300" kern="1200" spc="-18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5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hinder</a:t>
            </a:r>
            <a:r>
              <a:rPr lang="en-US" sz="2300" kern="1200" spc="-18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17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31%</a:t>
            </a:r>
            <a:r>
              <a:rPr lang="en-US" sz="2300" kern="1200" spc="-18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7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</a:t>
            </a:r>
            <a:r>
              <a:rPr lang="en-US" sz="2300" kern="1200" spc="-18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organizations.</a:t>
            </a:r>
            <a:endParaRPr lang="en-US" sz="23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58399" cy="77716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1378809"/>
            <a:ext cx="603502" cy="763255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8065" y="695814"/>
            <a:ext cx="8998676" cy="214666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60995" y="917884"/>
            <a:ext cx="8202741" cy="17617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 algn="l" rtl="0">
              <a:lnSpc>
                <a:spcPct val="90000"/>
              </a:lnSpc>
              <a:spcBef>
                <a:spcPct val="0"/>
              </a:spcBef>
            </a:pPr>
            <a:r>
              <a:rPr lang="en-US" sz="4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Cloud</a:t>
            </a:r>
            <a:r>
              <a:rPr lang="en-US" sz="4700" kern="1200" spc="-16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700" kern="1200" spc="-35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Security</a:t>
            </a:r>
            <a:r>
              <a:rPr lang="en-US" sz="4700" kern="1200" spc="-16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700" kern="1200" spc="-5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Tools</a:t>
            </a:r>
            <a:r>
              <a:rPr lang="en-US" sz="4700" kern="1200" spc="-165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and</a:t>
            </a:r>
            <a:r>
              <a:rPr lang="en-US" sz="4700" kern="1200" spc="-165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700" kern="1200" spc="-1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Solutions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62148" y="3419858"/>
            <a:ext cx="8201588" cy="35412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40665" marR="613410" indent="-228600" algn="l" rtl="0">
              <a:lnSpc>
                <a:spcPct val="90000"/>
              </a:lnSpc>
              <a:spcBef>
                <a:spcPts val="100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100" kern="1200" spc="17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81%</a:t>
            </a:r>
            <a:r>
              <a:rPr lang="en-US" sz="2100" kern="1200" spc="-19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7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</a:t>
            </a:r>
            <a:r>
              <a:rPr lang="en-US" sz="2100" kern="1200" spc="-18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8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traditional</a:t>
            </a:r>
            <a:r>
              <a:rPr lang="en-US" sz="2100" kern="1200" spc="-18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45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security</a:t>
            </a:r>
            <a:r>
              <a:rPr lang="en-US" sz="2100" kern="1200" spc="-18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tools</a:t>
            </a:r>
            <a:r>
              <a:rPr lang="en-US" sz="2100" kern="1200" spc="-18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95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don’t</a:t>
            </a:r>
            <a:r>
              <a:rPr lang="en-US" sz="2100" kern="1200" spc="-16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95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fully</a:t>
            </a:r>
            <a:r>
              <a:rPr lang="en-US" sz="2100" kern="1200" spc="-18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65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work</a:t>
            </a:r>
            <a:r>
              <a:rPr lang="en-US" sz="2100" kern="1200" spc="-19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55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</a:t>
            </a:r>
            <a:r>
              <a:rPr lang="en-US" sz="2100" kern="1200" spc="-17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85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en-US" sz="2100" kern="1200" spc="-18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cloud environment.</a:t>
            </a:r>
            <a:endParaRPr lang="en-US" sz="21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40665" marR="5080" indent="-228600" algn="l" rtl="0">
              <a:lnSpc>
                <a:spcPct val="90000"/>
              </a:lnSpc>
              <a:spcBef>
                <a:spcPts val="805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100" kern="1200" spc="17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19%</a:t>
            </a:r>
            <a:r>
              <a:rPr lang="en-US" sz="2100" kern="1200" spc="-17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85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report</a:t>
            </a:r>
            <a:r>
              <a:rPr lang="en-US" sz="2100" kern="1200" spc="-17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9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that</a:t>
            </a:r>
            <a:r>
              <a:rPr lang="en-US" sz="2100" kern="1200" spc="-17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8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traditional</a:t>
            </a:r>
            <a:r>
              <a:rPr lang="en-US" sz="2100" kern="1200" spc="-17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tools</a:t>
            </a:r>
            <a:r>
              <a:rPr lang="en-US" sz="2100" kern="1200" spc="-17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6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work</a:t>
            </a:r>
            <a:r>
              <a:rPr lang="en-US" sz="2100" kern="1200" spc="-15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95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</a:t>
            </a:r>
            <a:r>
              <a:rPr lang="en-US" sz="2100" kern="1200" spc="-17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8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limited</a:t>
            </a:r>
            <a:r>
              <a:rPr lang="en-US" sz="2100" kern="1200" spc="-15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7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functionality</a:t>
            </a:r>
            <a:r>
              <a:rPr lang="en-US" sz="2100" kern="1200" spc="-15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25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</a:t>
            </a:r>
            <a:r>
              <a:rPr lang="en-US" sz="2100" kern="1200" spc="-85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en-US" sz="2100" kern="1200" spc="-19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cloud.</a:t>
            </a:r>
            <a:endParaRPr lang="en-US" sz="21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40665" marR="474980" indent="-228600" algn="l" rtl="0">
              <a:lnSpc>
                <a:spcPct val="90000"/>
              </a:lnSpc>
              <a:spcBef>
                <a:spcPts val="800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1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Cloud-</a:t>
            </a:r>
            <a:r>
              <a:rPr lang="en-US" sz="2100" kern="1200" spc="-8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native</a:t>
            </a:r>
            <a:r>
              <a:rPr lang="en-US" sz="2100" kern="1200" spc="-15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45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security</a:t>
            </a:r>
            <a:r>
              <a:rPr lang="en-US" sz="2100" kern="1200" spc="-15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solutions</a:t>
            </a:r>
            <a:r>
              <a:rPr lang="en-US" sz="2100" kern="1200" spc="-15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65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provide</a:t>
            </a:r>
            <a:r>
              <a:rPr lang="en-US" sz="2100" kern="1200" spc="-15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105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better</a:t>
            </a:r>
            <a:r>
              <a:rPr lang="en-US" sz="2100" kern="1200" spc="-15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45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scalability</a:t>
            </a:r>
            <a:r>
              <a:rPr lang="en-US" sz="2100" kern="1200" spc="-14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25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</a:t>
            </a:r>
            <a:r>
              <a:rPr lang="en-US" sz="2100" kern="1200" spc="-5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flexibility.</a:t>
            </a:r>
            <a:endParaRPr lang="en-US" sz="21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40665" marR="333375" indent="-228600" algn="l" rtl="0">
              <a:lnSpc>
                <a:spcPct val="90000"/>
              </a:lnSpc>
              <a:spcBef>
                <a:spcPts val="805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1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Many</a:t>
            </a:r>
            <a:r>
              <a:rPr lang="en-US" sz="2100" kern="1200" spc="-16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4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organizations</a:t>
            </a:r>
            <a:r>
              <a:rPr lang="en-US" sz="2100" kern="1200" spc="-15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65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are</a:t>
            </a:r>
            <a:r>
              <a:rPr lang="en-US" sz="2100" kern="1200" spc="-16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6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transitioning</a:t>
            </a:r>
            <a:r>
              <a:rPr lang="en-US" sz="2100" kern="1200" spc="-15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8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</a:t>
            </a:r>
            <a:r>
              <a:rPr lang="en-US" sz="2100" kern="1200" spc="-16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cloud-specific</a:t>
            </a:r>
            <a:r>
              <a:rPr lang="en-US" sz="2100" kern="1200" spc="-15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security solutions.</a:t>
            </a:r>
            <a:endParaRPr lang="en-US" sz="21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40665" marR="702945" indent="-228600" algn="l" rtl="0">
              <a:lnSpc>
                <a:spcPct val="90000"/>
              </a:lnSpc>
              <a:spcBef>
                <a:spcPts val="795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1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Companies</a:t>
            </a:r>
            <a:r>
              <a:rPr lang="en-US" sz="2100" kern="1200" spc="-13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must</a:t>
            </a:r>
            <a:r>
              <a:rPr lang="en-US" sz="2100" kern="1200" spc="-14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45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replace</a:t>
            </a:r>
            <a:r>
              <a:rPr lang="en-US" sz="2100" kern="1200" spc="-15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6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outdated</a:t>
            </a:r>
            <a:r>
              <a:rPr lang="en-US" sz="2100" kern="1200" spc="-14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45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security</a:t>
            </a:r>
            <a:r>
              <a:rPr lang="en-US" sz="2100" kern="1200" spc="-13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tools</a:t>
            </a:r>
            <a:r>
              <a:rPr lang="en-US" sz="2100" kern="1200" spc="-12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8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</a:t>
            </a:r>
            <a:r>
              <a:rPr lang="en-US" sz="2100" kern="1200" spc="-14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handle cloud</a:t>
            </a:r>
            <a:r>
              <a:rPr lang="en-US" sz="2100" kern="1200" spc="-17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workloads.</a:t>
            </a:r>
            <a:endParaRPr lang="en-US" sz="21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91515" y="7350021"/>
            <a:ext cx="867537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58399" cy="77716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7126" y="438520"/>
            <a:ext cx="7620277" cy="134747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12700" algn="l" rtl="0">
              <a:lnSpc>
                <a:spcPct val="90000"/>
              </a:lnSpc>
              <a:spcBef>
                <a:spcPct val="0"/>
              </a:spcBef>
            </a:pPr>
            <a:r>
              <a:rPr lang="en-US" sz="4400" kern="1200" spc="-1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Misconfigurations</a:t>
            </a:r>
            <a:r>
              <a:rPr lang="en-US" sz="4400" kern="1200" spc="-165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400" kern="1200" spc="-7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</a:t>
            </a:r>
            <a:r>
              <a:rPr lang="en-US" sz="4400" kern="1200" spc="-135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Cloud</a:t>
            </a:r>
            <a:r>
              <a:rPr lang="en-US" sz="4400" kern="1200" spc="-155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400" kern="1200" spc="-1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Platforms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2264817"/>
            <a:ext cx="9648432" cy="886466"/>
            <a:chOff x="-2" y="1998368"/>
            <a:chExt cx="11695083" cy="782176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496822"/>
            <a:ext cx="9391273" cy="47008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bject 3"/>
          <p:cNvSpPr txBox="1"/>
          <p:nvPr/>
        </p:nvSpPr>
        <p:spPr>
          <a:xfrm>
            <a:off x="654769" y="2946110"/>
            <a:ext cx="8368526" cy="38936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40665" marR="497205" indent="-228600" algn="l" rtl="0">
              <a:lnSpc>
                <a:spcPct val="90000"/>
              </a:lnSpc>
              <a:spcBef>
                <a:spcPts val="100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300" kern="1200" spc="1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67%</a:t>
            </a:r>
            <a:r>
              <a:rPr lang="en-US" sz="2300" kern="1200" spc="-1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</a:t>
            </a:r>
            <a:r>
              <a:rPr lang="en-US" sz="2300" kern="1200" spc="-19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respondents</a:t>
            </a:r>
            <a:r>
              <a:rPr lang="en-US" sz="2300" kern="1200" spc="-1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report</a:t>
            </a:r>
            <a:r>
              <a:rPr lang="en-US" sz="2300" kern="1200" spc="-1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3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misconfigurations</a:t>
            </a:r>
            <a:r>
              <a:rPr lang="en-US" sz="2300" kern="1200" spc="-1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9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</a:t>
            </a:r>
            <a:r>
              <a:rPr lang="en-US" sz="2300" kern="1200" spc="-1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en-US" sz="2300" kern="1200" spc="-1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leading </a:t>
            </a:r>
            <a:r>
              <a:rPr lang="en-US" sz="2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cause</a:t>
            </a:r>
            <a:r>
              <a:rPr lang="en-US" sz="2300" kern="1200" spc="-1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</a:t>
            </a:r>
            <a:r>
              <a:rPr lang="en-US" sz="2300" kern="1200" spc="-14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cloud</a:t>
            </a:r>
            <a:r>
              <a:rPr lang="en-US" sz="2300" kern="1200" spc="-13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security</a:t>
            </a:r>
            <a:r>
              <a:rPr lang="en-US" sz="2300" kern="1200" spc="-13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breaches.</a:t>
            </a:r>
            <a:endParaRPr lang="en-US" sz="23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40665" marR="202565" indent="-228600" algn="l" rtl="0">
              <a:lnSpc>
                <a:spcPct val="90000"/>
              </a:lnSpc>
              <a:spcBef>
                <a:spcPts val="805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300" kern="1200" spc="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Common</a:t>
            </a:r>
            <a:r>
              <a:rPr lang="en-US" sz="2300" kern="1200" spc="-1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misconfigurations</a:t>
            </a:r>
            <a:r>
              <a:rPr lang="en-US" sz="2300" kern="1200" spc="-1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3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include</a:t>
            </a:r>
            <a:r>
              <a:rPr lang="en-US" sz="2300" kern="1200" spc="-1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improper</a:t>
            </a:r>
            <a:r>
              <a:rPr lang="en-US" sz="2300" kern="1200" spc="-1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access</a:t>
            </a:r>
            <a:r>
              <a:rPr lang="en-US" sz="2300" kern="1200" spc="-1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controls </a:t>
            </a:r>
            <a:r>
              <a:rPr lang="en-US" sz="2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sz="2300" kern="1200" spc="-1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publicly</a:t>
            </a:r>
            <a:r>
              <a:rPr lang="en-US" sz="2300" kern="1200" spc="-1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exposed</a:t>
            </a:r>
            <a:r>
              <a:rPr lang="en-US" sz="2300" kern="1200" spc="-1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3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sensitive</a:t>
            </a:r>
            <a:r>
              <a:rPr lang="en-US" sz="2300" kern="1200" spc="-1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data.</a:t>
            </a:r>
            <a:endParaRPr lang="en-US" sz="23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40665" marR="5080" indent="-228600" algn="l" rtl="0">
              <a:lnSpc>
                <a:spcPct val="90000"/>
              </a:lnSpc>
              <a:spcBef>
                <a:spcPts val="800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300" kern="1200" spc="-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Automated</a:t>
            </a:r>
            <a:r>
              <a:rPr lang="en-US" sz="2300" kern="1200" spc="-1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tools</a:t>
            </a:r>
            <a:r>
              <a:rPr lang="en-US" sz="2300" kern="1200" spc="-1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help</a:t>
            </a:r>
            <a:r>
              <a:rPr lang="en-US" sz="2300" kern="1200" spc="-1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9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identify</a:t>
            </a:r>
            <a:r>
              <a:rPr lang="en-US" sz="2300" kern="1200" spc="-1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sz="2300" kern="1200" spc="-1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4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fix</a:t>
            </a:r>
            <a:r>
              <a:rPr lang="en-US" sz="2300" kern="1200" spc="-1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misconfigurations</a:t>
            </a:r>
            <a:r>
              <a:rPr lang="en-US" sz="2300" kern="1200" spc="-1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</a:t>
            </a:r>
            <a:r>
              <a:rPr lang="en-US" sz="2300" kern="1200" spc="-1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cloud environments.</a:t>
            </a:r>
            <a:endParaRPr lang="en-US" sz="23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40665" marR="137160" indent="-228600" algn="l" rtl="0">
              <a:lnSpc>
                <a:spcPct val="90000"/>
              </a:lnSpc>
              <a:spcBef>
                <a:spcPts val="805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300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Misconfigurations</a:t>
            </a:r>
            <a:r>
              <a:rPr lang="en-US" sz="2300" kern="1200" spc="-1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</a:t>
            </a:r>
            <a:r>
              <a:rPr lang="en-US" sz="2300" kern="1200" spc="-16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result</a:t>
            </a:r>
            <a:r>
              <a:rPr lang="en-US" sz="2300" kern="1200" spc="-1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</a:t>
            </a:r>
            <a:r>
              <a:rPr lang="en-US" sz="2300" kern="1200" spc="-16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compliance</a:t>
            </a:r>
            <a:r>
              <a:rPr lang="en-US" sz="2300" kern="1200" spc="-16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3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violations</a:t>
            </a:r>
            <a:r>
              <a:rPr lang="en-US" sz="2300" kern="1200" spc="-1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sz="2300" kern="1200" spc="-16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 </a:t>
            </a:r>
            <a:r>
              <a:rPr lang="en-US" sz="23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breaches.</a:t>
            </a:r>
            <a:endParaRPr lang="en-US" sz="23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40665" marR="654685" indent="-228600" algn="l" rtl="0">
              <a:lnSpc>
                <a:spcPct val="90000"/>
              </a:lnSpc>
              <a:spcBef>
                <a:spcPts val="795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300" kern="1200" spc="-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Regular</a:t>
            </a:r>
            <a:r>
              <a:rPr lang="en-US" sz="2300" kern="1200" spc="-1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audits</a:t>
            </a:r>
            <a:r>
              <a:rPr lang="en-US" sz="2300" kern="1200" spc="-1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sz="2300" kern="1200" spc="-16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monitoring</a:t>
            </a:r>
            <a:r>
              <a:rPr lang="en-US" sz="2300" kern="1200" spc="-16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are</a:t>
            </a:r>
            <a:r>
              <a:rPr lang="en-US" sz="2300" kern="1200" spc="-1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critical</a:t>
            </a:r>
            <a:r>
              <a:rPr lang="en-US" sz="2300" kern="1200" spc="-1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</a:t>
            </a:r>
            <a:r>
              <a:rPr lang="en-US" sz="2300" kern="1200" spc="-1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mitigating</a:t>
            </a:r>
            <a:r>
              <a:rPr lang="en-US" sz="2300" kern="1200" spc="-1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</a:t>
            </a:r>
            <a:r>
              <a:rPr lang="en-US" sz="23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threat.</a:t>
            </a:r>
            <a:endParaRPr lang="en-US" sz="23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58399" cy="77716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1378809"/>
            <a:ext cx="603502" cy="763255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8065" y="695814"/>
            <a:ext cx="8998676" cy="214666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60995" y="917884"/>
            <a:ext cx="8202741" cy="17617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 algn="l" rtl="0">
              <a:lnSpc>
                <a:spcPct val="90000"/>
              </a:lnSpc>
              <a:spcBef>
                <a:spcPct val="0"/>
              </a:spcBef>
            </a:pPr>
            <a:r>
              <a:rPr lang="en-US" sz="4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</a:t>
            </a:r>
            <a:r>
              <a:rPr lang="en-US" sz="4700" kern="1200" spc="-16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700" kern="1200" spc="-7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Exfiltration</a:t>
            </a:r>
            <a:r>
              <a:rPr lang="en-US" sz="4700" kern="1200" spc="-15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700" kern="1200" spc="-3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Threats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62148" y="3419858"/>
            <a:ext cx="8201588" cy="35412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40665" indent="-228600" algn="l" rtl="0">
              <a:lnSpc>
                <a:spcPct val="90000"/>
              </a:lnSpc>
              <a:spcBef>
                <a:spcPts val="1370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300" kern="1200" spc="1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59%</a:t>
            </a:r>
            <a:r>
              <a:rPr lang="en-US" sz="2300" kern="1200" spc="-1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</a:t>
            </a:r>
            <a:r>
              <a:rPr lang="en-US" sz="2300" kern="1200" spc="-1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4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organizations</a:t>
            </a:r>
            <a:r>
              <a:rPr lang="en-US" sz="2300" kern="1200" spc="-1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report</a:t>
            </a:r>
            <a:r>
              <a:rPr lang="en-US" sz="2300" kern="1200" spc="-1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concerns</a:t>
            </a:r>
            <a:r>
              <a:rPr lang="en-US" sz="2300" kern="1200" spc="-1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3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about</a:t>
            </a:r>
            <a:r>
              <a:rPr lang="en-US" sz="2300" kern="1200" spc="-1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</a:t>
            </a:r>
            <a:r>
              <a:rPr lang="en-US" sz="2300" kern="1200" spc="-1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exfiltration.</a:t>
            </a:r>
            <a:endParaRPr lang="en-US" sz="23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40665" marR="27305" indent="-228600" algn="l" rtl="0">
              <a:lnSpc>
                <a:spcPct val="90000"/>
              </a:lnSpc>
              <a:spcBef>
                <a:spcPts val="805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300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</a:t>
            </a:r>
            <a:r>
              <a:rPr lang="en-US" sz="2300" kern="1200" spc="-1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6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loss</a:t>
            </a:r>
            <a:r>
              <a:rPr lang="en-US" sz="2300" kern="1200" spc="-1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prevention</a:t>
            </a:r>
            <a:r>
              <a:rPr lang="en-US" sz="2300" kern="1200" spc="-1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4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(DLP)</a:t>
            </a:r>
            <a:r>
              <a:rPr lang="en-US" sz="2300" kern="1200" spc="-1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tools</a:t>
            </a:r>
            <a:r>
              <a:rPr lang="en-US" sz="2300" kern="1200" spc="-1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are</a:t>
            </a:r>
            <a:r>
              <a:rPr lang="en-US" sz="2300" kern="1200" spc="-1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essential</a:t>
            </a:r>
            <a:r>
              <a:rPr lang="en-US" sz="2300" kern="1200" spc="-1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9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</a:t>
            </a:r>
            <a:r>
              <a:rPr lang="en-US" sz="2300" kern="1200" spc="-1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detecting</a:t>
            </a:r>
            <a:r>
              <a:rPr lang="en-US" sz="2300" kern="1200" spc="-1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</a:t>
            </a:r>
            <a:r>
              <a:rPr lang="en-US" sz="2300" kern="1200" spc="-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preventing</a:t>
            </a:r>
            <a:r>
              <a:rPr lang="en-US" sz="2300" kern="1200" spc="-1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unauthorized</a:t>
            </a:r>
            <a:r>
              <a:rPr lang="en-US" sz="2300" kern="1200" spc="-1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</a:t>
            </a:r>
            <a:r>
              <a:rPr lang="en-US" sz="2300" kern="1200" spc="-1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transfers.</a:t>
            </a:r>
            <a:endParaRPr lang="en-US" sz="23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40665" indent="-228600" algn="l" rtl="0">
              <a:lnSpc>
                <a:spcPct val="90000"/>
              </a:lnSpc>
              <a:spcBef>
                <a:spcPts val="1275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300" kern="1200" spc="-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Attackers</a:t>
            </a:r>
            <a:r>
              <a:rPr lang="en-US" sz="2300" kern="1200" spc="-1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often</a:t>
            </a:r>
            <a:r>
              <a:rPr lang="en-US" sz="2300" kern="1200" spc="-19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target</a:t>
            </a:r>
            <a:r>
              <a:rPr lang="en-US" sz="2300" kern="1200" spc="-19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3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sensitive</a:t>
            </a:r>
            <a:r>
              <a:rPr lang="en-US" sz="2300" kern="1200" spc="-19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</a:t>
            </a:r>
            <a:r>
              <a:rPr lang="en-US" sz="2300" kern="1200" spc="-19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3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stored</a:t>
            </a:r>
            <a:r>
              <a:rPr lang="en-US" sz="2300" kern="1200" spc="-19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</a:t>
            </a:r>
            <a:r>
              <a:rPr lang="en-US" sz="2300" kern="1200" spc="-19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cloud</a:t>
            </a:r>
            <a:r>
              <a:rPr lang="en-US" sz="2300" kern="1200" spc="-19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databases.</a:t>
            </a:r>
            <a:endParaRPr lang="en-US" sz="23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40665" indent="-228600" algn="l" rtl="0">
              <a:lnSpc>
                <a:spcPct val="90000"/>
              </a:lnSpc>
              <a:spcBef>
                <a:spcPts val="1270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300" kern="1200" spc="-4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Encryption</a:t>
            </a:r>
            <a:r>
              <a:rPr lang="en-US" sz="2300" kern="1200" spc="-1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en-US" sz="2300" kern="1200" spc="-1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critical</a:t>
            </a:r>
            <a:r>
              <a:rPr lang="en-US" sz="2300" kern="1200" spc="-1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</a:t>
            </a:r>
            <a:r>
              <a:rPr lang="en-US" sz="2300" kern="1200" spc="-1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protect</a:t>
            </a:r>
            <a:r>
              <a:rPr lang="en-US" sz="2300" kern="1200" spc="-1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</a:t>
            </a:r>
            <a:r>
              <a:rPr lang="en-US" sz="2300" kern="1200" spc="-1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9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at</a:t>
            </a:r>
            <a:r>
              <a:rPr lang="en-US" sz="2300" kern="1200" spc="-1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6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</a:t>
            </a:r>
            <a:r>
              <a:rPr lang="en-US" sz="2300" kern="1200" spc="-1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sz="2300" kern="1200" spc="-1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</a:t>
            </a:r>
            <a:r>
              <a:rPr lang="en-US" sz="2300" kern="1200" spc="-1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transit.</a:t>
            </a:r>
            <a:endParaRPr lang="en-US" sz="23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40665" marR="894715" indent="-228600" algn="l" rtl="0">
              <a:lnSpc>
                <a:spcPct val="90000"/>
              </a:lnSpc>
              <a:spcBef>
                <a:spcPts val="805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300" kern="1200" spc="-3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Organizations</a:t>
            </a:r>
            <a:r>
              <a:rPr lang="en-US" sz="2300" kern="1200" spc="-1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must</a:t>
            </a:r>
            <a:r>
              <a:rPr lang="en-US" sz="2300" kern="1200" spc="-1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implement</a:t>
            </a:r>
            <a:r>
              <a:rPr lang="en-US" sz="2300" kern="1200" spc="-1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strict</a:t>
            </a:r>
            <a:r>
              <a:rPr lang="en-US" sz="2300" kern="1200" spc="-1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access</a:t>
            </a:r>
            <a:r>
              <a:rPr lang="en-US" sz="2300" kern="1200" spc="-1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controls</a:t>
            </a:r>
            <a:r>
              <a:rPr lang="en-US" sz="2300" kern="1200" spc="-1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</a:t>
            </a:r>
            <a:r>
              <a:rPr lang="en-US" sz="2300" kern="1200" spc="-6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minimize</a:t>
            </a:r>
            <a:r>
              <a:rPr lang="en-US" sz="2300" kern="1200" spc="-1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exposure.</a:t>
            </a:r>
            <a:endParaRPr lang="en-US" sz="23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91515" y="7350021"/>
            <a:ext cx="867537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58399" cy="77716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1378809"/>
            <a:ext cx="603502" cy="763255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8065" y="695814"/>
            <a:ext cx="8998676" cy="214666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60995" y="917884"/>
            <a:ext cx="8202741" cy="17617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 algn="l" rtl="0">
              <a:lnSpc>
                <a:spcPct val="90000"/>
              </a:lnSpc>
              <a:spcBef>
                <a:spcPct val="0"/>
              </a:spcBef>
            </a:pPr>
            <a:r>
              <a:rPr lang="en-US" sz="4700" kern="1200" spc="-1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Insecure</a:t>
            </a:r>
            <a:r>
              <a:rPr lang="en-US" sz="4700" kern="1200" spc="-19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700" kern="1200" spc="5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APIs</a:t>
            </a:r>
            <a:r>
              <a:rPr lang="en-US" sz="4700" kern="1200" spc="-195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and</a:t>
            </a:r>
            <a:r>
              <a:rPr lang="en-US" sz="4700" kern="1200" spc="-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700" kern="1200" spc="-1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Interfaces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62148" y="3419858"/>
            <a:ext cx="8201588" cy="35412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40665" indent="-228600" algn="l" rtl="0">
              <a:lnSpc>
                <a:spcPct val="90000"/>
              </a:lnSpc>
              <a:spcBef>
                <a:spcPts val="1370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3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Insecure</a:t>
            </a:r>
            <a:r>
              <a:rPr lang="en-US" sz="2300" kern="1200" spc="-18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APIs</a:t>
            </a:r>
            <a:r>
              <a:rPr lang="en-US" sz="2300" kern="1200" spc="-17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7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are</a:t>
            </a:r>
            <a:r>
              <a:rPr lang="en-US" sz="2300" kern="1200" spc="-17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</a:t>
            </a:r>
            <a:r>
              <a:rPr lang="en-US" sz="2300" kern="1200" spc="-17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5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significant</a:t>
            </a:r>
            <a:r>
              <a:rPr lang="en-US" sz="2300" kern="1200" spc="-17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threat</a:t>
            </a:r>
            <a:r>
              <a:rPr lang="en-US" sz="2300" kern="1200" spc="-17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6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</a:t>
            </a:r>
            <a:r>
              <a:rPr lang="en-US" sz="2300" kern="1200" spc="-17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cloud</a:t>
            </a:r>
            <a:r>
              <a:rPr lang="en-US" sz="2300" kern="1200" spc="-17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environments.</a:t>
            </a:r>
            <a:endParaRPr lang="en-US" sz="23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40665" marR="133985" indent="-228600" algn="l" rtl="0">
              <a:lnSpc>
                <a:spcPct val="90000"/>
              </a:lnSpc>
              <a:spcBef>
                <a:spcPts val="805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3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APIs</a:t>
            </a:r>
            <a:r>
              <a:rPr lang="en-US" sz="2300" kern="1200" spc="-17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6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provide</a:t>
            </a:r>
            <a:r>
              <a:rPr lang="en-US" sz="2300" kern="1200" spc="-17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</a:t>
            </a:r>
            <a:r>
              <a:rPr lang="en-US" sz="2300" kern="1200" spc="-16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75">
                <a:solidFill>
                  <a:schemeClr val="tx1"/>
                </a:solidFill>
                <a:latin typeface="+mn-lt"/>
                <a:ea typeface="+mn-ea"/>
                <a:cs typeface="+mn-cs"/>
              </a:rPr>
              <a:t>gateway</a:t>
            </a:r>
            <a:r>
              <a:rPr lang="en-US" sz="2300" kern="1200" spc="-16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85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</a:t>
            </a:r>
            <a:r>
              <a:rPr lang="en-US" sz="2300" kern="1200" spc="-15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85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interact</a:t>
            </a:r>
            <a:r>
              <a:rPr lang="en-US" sz="2300" kern="1200" spc="-17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</a:t>
            </a:r>
            <a:r>
              <a:rPr lang="en-US" sz="2300" kern="1200" spc="-15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cloud</a:t>
            </a:r>
            <a:r>
              <a:rPr lang="en-US" sz="2300" kern="1200" spc="-17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3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services,</a:t>
            </a:r>
            <a:r>
              <a:rPr lang="en-US" sz="2300" kern="1200" spc="-17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making </a:t>
            </a:r>
            <a:r>
              <a:rPr lang="en-US" sz="2300" kern="1200" spc="-5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them</a:t>
            </a:r>
            <a:r>
              <a:rPr lang="en-US" sz="2300" kern="1200" spc="-19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</a:t>
            </a:r>
            <a:r>
              <a:rPr lang="en-US" sz="2300" kern="1200" spc="-18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5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target</a:t>
            </a:r>
            <a:r>
              <a:rPr lang="en-US" sz="2300" kern="1200" spc="-19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</a:t>
            </a:r>
            <a:r>
              <a:rPr lang="en-US" sz="2300" kern="1200" spc="-19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attackers.</a:t>
            </a:r>
            <a:endParaRPr lang="en-US" sz="23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40665" indent="-228600" algn="l" rtl="0">
              <a:lnSpc>
                <a:spcPct val="90000"/>
              </a:lnSpc>
              <a:spcBef>
                <a:spcPts val="1275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300" kern="1200" spc="17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29%</a:t>
            </a:r>
            <a:r>
              <a:rPr lang="en-US" sz="2300" kern="1200" spc="-17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7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</a:t>
            </a:r>
            <a:r>
              <a:rPr lang="en-US" sz="2300" kern="1200" spc="-17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4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organizations</a:t>
            </a:r>
            <a:r>
              <a:rPr lang="en-US" sz="2300" kern="1200" spc="-17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5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face</a:t>
            </a:r>
            <a:r>
              <a:rPr lang="en-US" sz="2300" kern="1200" spc="-16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challenges</a:t>
            </a:r>
            <a:r>
              <a:rPr lang="en-US" sz="2300" kern="1200" spc="-17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securing</a:t>
            </a:r>
            <a:r>
              <a:rPr lang="en-US" sz="2300" kern="1200" spc="-16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APIs.</a:t>
            </a:r>
            <a:endParaRPr lang="en-US" sz="23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40665" marR="159385" indent="-228600" algn="l" rtl="0">
              <a:lnSpc>
                <a:spcPct val="90000"/>
              </a:lnSpc>
              <a:spcBef>
                <a:spcPts val="805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300" kern="1200" spc="-45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Implementing</a:t>
            </a:r>
            <a:r>
              <a:rPr lang="en-US" sz="2300" kern="1200" spc="-17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API</a:t>
            </a:r>
            <a:r>
              <a:rPr lang="en-US" sz="2300" kern="1200" spc="-16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5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security</a:t>
            </a:r>
            <a:r>
              <a:rPr lang="en-US" sz="2300" kern="1200" spc="-17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measures</a:t>
            </a:r>
            <a:r>
              <a:rPr lang="en-US" sz="2300" kern="1200" spc="-17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6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such</a:t>
            </a:r>
            <a:r>
              <a:rPr lang="en-US" sz="2300" kern="1200" spc="-17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9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</a:t>
            </a:r>
            <a:r>
              <a:rPr lang="en-US" sz="2300" kern="1200" spc="-16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rate</a:t>
            </a:r>
            <a:r>
              <a:rPr lang="en-US" sz="2300" kern="1200" spc="-15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8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limiting</a:t>
            </a:r>
            <a:r>
              <a:rPr lang="en-US" sz="2300" kern="1200" spc="-16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25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</a:t>
            </a:r>
            <a:r>
              <a:rPr lang="en-US" sz="2300" kern="1200" spc="-35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strong</a:t>
            </a:r>
            <a:r>
              <a:rPr lang="en-US" sz="2300" kern="1200" spc="-15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55">
                <a:solidFill>
                  <a:schemeClr val="tx1"/>
                </a:solidFill>
                <a:latin typeface="+mn-lt"/>
                <a:ea typeface="+mn-ea"/>
                <a:cs typeface="+mn-cs"/>
              </a:rPr>
              <a:t>authentication</a:t>
            </a:r>
            <a:r>
              <a:rPr lang="en-US" sz="2300" kern="1200" spc="-15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en-US" sz="2300" kern="1200" spc="-15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essential.</a:t>
            </a:r>
            <a:endParaRPr lang="en-US" sz="23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40665" indent="-228600" algn="l" rtl="0">
              <a:lnSpc>
                <a:spcPct val="90000"/>
              </a:lnSpc>
              <a:spcBef>
                <a:spcPts val="1270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300" kern="1200" spc="-55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Regularly</a:t>
            </a:r>
            <a:r>
              <a:rPr lang="en-US" sz="2300" kern="1200" spc="-14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45">
                <a:solidFill>
                  <a:schemeClr val="tx1"/>
                </a:solidFill>
                <a:latin typeface="+mn-lt"/>
                <a:ea typeface="+mn-ea"/>
                <a:cs typeface="+mn-cs"/>
              </a:rPr>
              <a:t>updating</a:t>
            </a:r>
            <a:r>
              <a:rPr lang="en-US" sz="2300" kern="1200" spc="-15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sz="2300" kern="1200" spc="-15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4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patching</a:t>
            </a:r>
            <a:r>
              <a:rPr lang="en-US" sz="2300" kern="1200" spc="-14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APIs</a:t>
            </a:r>
            <a:r>
              <a:rPr lang="en-US" sz="2300" kern="1200" spc="-16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</a:t>
            </a:r>
            <a:r>
              <a:rPr lang="en-US" sz="2300" kern="1200" spc="-15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4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help</a:t>
            </a:r>
            <a:r>
              <a:rPr lang="en-US" sz="2300" kern="1200" spc="-16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9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prevent</a:t>
            </a:r>
            <a:r>
              <a:rPr lang="en-US" sz="2300" kern="1200" spc="-15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attacks.</a:t>
            </a:r>
            <a:endParaRPr lang="en-US" sz="23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91515" y="7350021"/>
            <a:ext cx="867537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58399" cy="77716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7126" y="438520"/>
            <a:ext cx="7620277" cy="134747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12700" algn="l" rtl="0">
              <a:lnSpc>
                <a:spcPct val="90000"/>
              </a:lnSpc>
              <a:spcBef>
                <a:spcPct val="0"/>
              </a:spcBef>
            </a:pPr>
            <a:r>
              <a:rPr lang="en-US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Cloud</a:t>
            </a:r>
            <a:r>
              <a:rPr lang="en-US" sz="4400" kern="1200" spc="-135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400" kern="1200" spc="-35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Security</a:t>
            </a:r>
            <a:r>
              <a:rPr lang="en-US" sz="4400" kern="1200" spc="-12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400" kern="1200" spc="-4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Monitoring</a:t>
            </a:r>
            <a:r>
              <a:rPr lang="en-US" sz="4400" kern="1200" spc="-13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400" kern="1200" spc="-1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Challenges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2264817"/>
            <a:ext cx="9648432" cy="88646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496822"/>
            <a:ext cx="9391273" cy="47008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bject 3"/>
          <p:cNvSpPr txBox="1"/>
          <p:nvPr/>
        </p:nvSpPr>
        <p:spPr>
          <a:xfrm>
            <a:off x="654769" y="2946110"/>
            <a:ext cx="8368526" cy="38936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40665" marR="777875" indent="-228600" algn="l" rtl="0">
              <a:lnSpc>
                <a:spcPct val="90000"/>
              </a:lnSpc>
              <a:spcBef>
                <a:spcPts val="100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300" kern="1200" spc="1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36%</a:t>
            </a:r>
            <a:r>
              <a:rPr lang="en-US" sz="2300" kern="1200" spc="-1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</a:t>
            </a:r>
            <a:r>
              <a:rPr lang="en-US" sz="2300" kern="1200" spc="-1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4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organizations</a:t>
            </a:r>
            <a:r>
              <a:rPr lang="en-US" sz="2300" kern="1200" spc="-1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struggle</a:t>
            </a:r>
            <a:r>
              <a:rPr lang="en-US" sz="2300" kern="1200" spc="-1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</a:t>
            </a:r>
            <a:r>
              <a:rPr lang="en-US" sz="2300" kern="1200" spc="-1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visibility</a:t>
            </a:r>
            <a:r>
              <a:rPr lang="en-US" sz="2300" kern="1200" spc="-1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into</a:t>
            </a:r>
            <a:r>
              <a:rPr lang="en-US" sz="2300" kern="1200" spc="-1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9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their</a:t>
            </a:r>
            <a:r>
              <a:rPr lang="en-US" sz="2300" kern="1200" spc="-1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cloud environments.</a:t>
            </a:r>
            <a:endParaRPr lang="en-US" sz="23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40665" indent="-228600" algn="l" rtl="0">
              <a:lnSpc>
                <a:spcPct val="90000"/>
              </a:lnSpc>
              <a:spcBef>
                <a:spcPts val="1270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300" kern="1200" spc="-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Monitoring</a:t>
            </a:r>
            <a:r>
              <a:rPr lang="en-US" sz="2300" kern="1200" spc="-13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tools</a:t>
            </a:r>
            <a:r>
              <a:rPr lang="en-US" sz="2300" kern="1200" spc="-1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must</a:t>
            </a:r>
            <a:r>
              <a:rPr lang="en-US" sz="2300" kern="1200" spc="-13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9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integrate</a:t>
            </a:r>
            <a:r>
              <a:rPr lang="en-US" sz="2300" kern="1200" spc="-1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across</a:t>
            </a:r>
            <a:r>
              <a:rPr lang="en-US" sz="2300" kern="1200" spc="-1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multiple</a:t>
            </a:r>
            <a:r>
              <a:rPr lang="en-US" sz="2300" kern="1200" spc="-1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cloud</a:t>
            </a:r>
            <a:r>
              <a:rPr lang="en-US" sz="2300" kern="1200" spc="-1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platforms.</a:t>
            </a:r>
            <a:endParaRPr lang="en-US" sz="23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40665" marR="711200" indent="-228600" algn="l" rtl="0">
              <a:lnSpc>
                <a:spcPct val="90000"/>
              </a:lnSpc>
              <a:spcBef>
                <a:spcPts val="805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300" kern="1200" spc="-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Real-</a:t>
            </a:r>
            <a:r>
              <a:rPr lang="en-US" sz="2300" kern="1200" spc="-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time</a:t>
            </a:r>
            <a:r>
              <a:rPr lang="en-US" sz="2300" kern="1200" spc="-1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alerts</a:t>
            </a:r>
            <a:r>
              <a:rPr lang="en-US" sz="2300" kern="1200" spc="-114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sz="2300" kern="1200" spc="-1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automated</a:t>
            </a:r>
            <a:r>
              <a:rPr lang="en-US" sz="2300" kern="1200" spc="-1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response</a:t>
            </a:r>
            <a:r>
              <a:rPr lang="en-US" sz="2300" kern="1200" spc="-1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mechanisms</a:t>
            </a:r>
            <a:r>
              <a:rPr lang="en-US" sz="2300" kern="1200" spc="-114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are </a:t>
            </a:r>
            <a:r>
              <a:rPr lang="en-US" sz="23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crucial.</a:t>
            </a:r>
            <a:endParaRPr lang="en-US" sz="23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40665" marR="430530" indent="-228600" algn="l" rtl="0">
              <a:lnSpc>
                <a:spcPct val="90000"/>
              </a:lnSpc>
              <a:spcBef>
                <a:spcPts val="810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300" kern="1200" spc="-4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Security</a:t>
            </a:r>
            <a:r>
              <a:rPr lang="en-US" sz="2300" kern="1200" spc="-1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Information</a:t>
            </a:r>
            <a:r>
              <a:rPr lang="en-US" sz="2300" kern="1200" spc="-1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sz="2300" kern="1200" spc="-16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Event</a:t>
            </a:r>
            <a:r>
              <a:rPr lang="en-US" sz="2300" kern="1200" spc="-1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Management</a:t>
            </a:r>
            <a:r>
              <a:rPr lang="en-US" sz="2300" kern="1200" spc="-1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(SIEM)</a:t>
            </a:r>
            <a:r>
              <a:rPr lang="en-US" sz="2300" kern="1200" spc="-1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solutions </a:t>
            </a:r>
            <a:r>
              <a:rPr lang="en-US" sz="2300" kern="1200" spc="-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help</a:t>
            </a:r>
            <a:r>
              <a:rPr lang="en-US" sz="2300" kern="1200" spc="-1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monitor</a:t>
            </a:r>
            <a:r>
              <a:rPr lang="en-US" sz="2300" kern="1200" spc="-1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cloud</a:t>
            </a:r>
            <a:r>
              <a:rPr lang="en-US" sz="2300" kern="1200" spc="-1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infrastructure.</a:t>
            </a:r>
          </a:p>
          <a:p>
            <a:pPr marL="240665" marR="430530" indent="-228600" algn="l" rtl="0">
              <a:lnSpc>
                <a:spcPct val="90000"/>
              </a:lnSpc>
              <a:spcBef>
                <a:spcPts val="810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Cloud</a:t>
            </a:r>
            <a:r>
              <a:rPr lang="en-US" sz="2300" kern="1200" spc="-1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security</a:t>
            </a:r>
            <a:r>
              <a:rPr lang="en-US" sz="2300" kern="1200" spc="-1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4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platforms</a:t>
            </a:r>
            <a:r>
              <a:rPr lang="en-US" sz="2300" kern="1200" spc="-1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should </a:t>
            </a:r>
            <a:r>
              <a:rPr lang="en-US" sz="2300" kern="1200" spc="-1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offer</a:t>
            </a:r>
            <a:r>
              <a:rPr lang="en-US" sz="2300" kern="1200" spc="-1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better</a:t>
            </a:r>
            <a:r>
              <a:rPr lang="en-US" sz="2300" kern="1200" spc="-1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visibility on Security of Data processing and Data </a:t>
            </a:r>
            <a:r>
              <a:rPr lang="en-US" sz="2300" kern="1200" spc="-75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ommunications</a:t>
            </a:r>
            <a:r>
              <a:rPr lang="en-US" sz="2300" kern="1200" spc="-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endParaRPr lang="en-US" sz="23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58399" cy="77716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1378809"/>
            <a:ext cx="603502" cy="763255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8065" y="695814"/>
            <a:ext cx="8998676" cy="214666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60995" y="917884"/>
            <a:ext cx="8202741" cy="17617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 algn="l" rtl="0">
              <a:lnSpc>
                <a:spcPct val="90000"/>
              </a:lnSpc>
              <a:spcBef>
                <a:spcPct val="0"/>
              </a:spcBef>
            </a:pPr>
            <a:r>
              <a:rPr lang="en-US" sz="4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Cloud</a:t>
            </a:r>
            <a:r>
              <a:rPr lang="en-US" sz="4700" kern="1200" spc="-145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700" kern="1200" spc="-4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Cryptojacking</a:t>
            </a:r>
            <a:r>
              <a:rPr lang="en-US" sz="4700" kern="1200" spc="-14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and</a:t>
            </a:r>
            <a:r>
              <a:rPr lang="en-US" sz="4700" kern="1200" spc="-145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700" kern="1200" spc="-1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Ransomware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62148" y="3419858"/>
            <a:ext cx="8201588" cy="35412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40665" marR="40005" indent="-228600" algn="l" rtl="0">
              <a:lnSpc>
                <a:spcPct val="90000"/>
              </a:lnSpc>
              <a:spcBef>
                <a:spcPts val="100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100" kern="1200" spc="-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Cryptojacking</a:t>
            </a:r>
            <a:r>
              <a:rPr lang="en-US" sz="2100" kern="1200" spc="-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sz="2100" kern="1200" spc="-19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ransomware</a:t>
            </a:r>
            <a:r>
              <a:rPr lang="en-US" sz="2100" kern="1200" spc="-204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3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attacks</a:t>
            </a:r>
            <a:r>
              <a:rPr lang="en-US" sz="2100" kern="1200" spc="-19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are</a:t>
            </a:r>
            <a:r>
              <a:rPr lang="en-US" sz="2100" kern="1200" spc="-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</a:t>
            </a:r>
            <a:r>
              <a:rPr lang="en-US" sz="2100" kern="1200" spc="-19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en-US" sz="2100" kern="1200" spc="-19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3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rise</a:t>
            </a:r>
            <a:r>
              <a:rPr lang="en-US" sz="2100" kern="1200" spc="-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</a:t>
            </a:r>
            <a:r>
              <a:rPr lang="en-US" sz="2100" kern="1200" spc="-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cloud environments.</a:t>
            </a:r>
            <a:endParaRPr lang="en-US" sz="21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40665" marR="53975" indent="-228600" algn="l" rtl="0">
              <a:lnSpc>
                <a:spcPct val="90000"/>
              </a:lnSpc>
              <a:spcBef>
                <a:spcPts val="805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100" kern="1200" spc="-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Attackers</a:t>
            </a:r>
            <a:r>
              <a:rPr lang="en-US" sz="2100" kern="1200" spc="-1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</a:t>
            </a:r>
            <a:r>
              <a:rPr lang="en-US" sz="2100" kern="1200" spc="-1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cloud</a:t>
            </a:r>
            <a:r>
              <a:rPr lang="en-US" sz="2100" kern="1200" spc="-1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resources</a:t>
            </a:r>
            <a:r>
              <a:rPr lang="en-US" sz="2100" kern="1200" spc="-16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</a:t>
            </a:r>
            <a:r>
              <a:rPr lang="en-US" sz="2100" kern="1200" spc="-1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4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mine</a:t>
            </a:r>
            <a:r>
              <a:rPr lang="en-US" sz="2100" kern="1200" spc="-16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cryptocurrency</a:t>
            </a:r>
            <a:r>
              <a:rPr lang="en-US" sz="2100" kern="1200" spc="-1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without </a:t>
            </a:r>
            <a:r>
              <a:rPr lang="en-US" sz="2100" kern="1200" spc="-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en-US" sz="2100" kern="1200" spc="-1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3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user’s</a:t>
            </a:r>
            <a:r>
              <a:rPr lang="en-US" sz="2100" kern="1200" spc="-1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knowledge.</a:t>
            </a:r>
            <a:endParaRPr lang="en-US" sz="21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40665" marR="262255" indent="-228600" algn="l" rtl="0">
              <a:lnSpc>
                <a:spcPct val="90000"/>
              </a:lnSpc>
              <a:spcBef>
                <a:spcPts val="805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Ransomware</a:t>
            </a:r>
            <a:r>
              <a:rPr lang="en-US" sz="2100" kern="1200" spc="-1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3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attacks</a:t>
            </a:r>
            <a:r>
              <a:rPr lang="en-US" sz="2100" kern="1200" spc="-16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1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target</a:t>
            </a:r>
            <a:r>
              <a:rPr lang="en-US" sz="2100" kern="1200" spc="-1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3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sensitive</a:t>
            </a:r>
            <a:r>
              <a:rPr lang="en-US" sz="2100" kern="1200" spc="-1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cloud</a:t>
            </a:r>
            <a:r>
              <a:rPr lang="en-US" sz="2100" kern="1200" spc="-1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data,</a:t>
            </a:r>
            <a:r>
              <a:rPr lang="en-US" sz="2100" kern="1200" spc="-1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demanding </a:t>
            </a:r>
            <a:r>
              <a:rPr lang="en-US" sz="2100" kern="1200" spc="-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payment</a:t>
            </a:r>
            <a:r>
              <a:rPr lang="en-US" sz="2100" kern="1200" spc="-19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1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</a:t>
            </a:r>
            <a:r>
              <a:rPr lang="en-US" sz="2100" kern="1200" spc="-1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4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its</a:t>
            </a:r>
            <a:r>
              <a:rPr lang="en-US" sz="2100" kern="1200" spc="-19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release.</a:t>
            </a:r>
            <a:endParaRPr lang="en-US" sz="21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40665" marR="5080" indent="-228600" algn="l" rtl="0">
              <a:lnSpc>
                <a:spcPct val="90000"/>
              </a:lnSpc>
              <a:spcBef>
                <a:spcPts val="805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100" kern="1200" spc="-3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Organizations</a:t>
            </a:r>
            <a:r>
              <a:rPr lang="en-US" sz="2100" kern="1200" spc="-1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must</a:t>
            </a:r>
            <a:r>
              <a:rPr lang="en-US" sz="2100" kern="1200" spc="-1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implement</a:t>
            </a:r>
            <a:r>
              <a:rPr lang="en-US" sz="2100" kern="1200" spc="-1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3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robust</a:t>
            </a:r>
            <a:r>
              <a:rPr lang="en-US" sz="2100" kern="1200" spc="-1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anti-</a:t>
            </a:r>
            <a:r>
              <a:rPr lang="en-US" sz="2100" kern="1200" spc="-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malware</a:t>
            </a:r>
            <a:r>
              <a:rPr lang="en-US" sz="2100" kern="1200" spc="-1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sz="2100" kern="1200" spc="-1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4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threat </a:t>
            </a:r>
            <a:r>
              <a:rPr lang="en-US" sz="2100" kern="1200" spc="-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detection</a:t>
            </a:r>
            <a:r>
              <a:rPr lang="en-US" sz="2100" kern="1200" spc="-1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tools.</a:t>
            </a:r>
            <a:endParaRPr lang="en-US" sz="21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40665" marR="1101725" indent="-228600" algn="l" rtl="0">
              <a:lnSpc>
                <a:spcPct val="90000"/>
              </a:lnSpc>
              <a:spcBef>
                <a:spcPts val="805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100" kern="1200" spc="-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Regular</a:t>
            </a:r>
            <a:r>
              <a:rPr lang="en-US" sz="2100" kern="1200" spc="-16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backups</a:t>
            </a:r>
            <a:r>
              <a:rPr lang="en-US" sz="2100" kern="1200" spc="-1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sz="2100" kern="1200" spc="-1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encryption</a:t>
            </a:r>
            <a:r>
              <a:rPr lang="en-US" sz="2100" kern="1200" spc="-1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are</a:t>
            </a:r>
            <a:r>
              <a:rPr lang="en-US" sz="2100" kern="1200" spc="-1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1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vital</a:t>
            </a:r>
            <a:r>
              <a:rPr lang="en-US" sz="2100" kern="1200" spc="-1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</a:t>
            </a:r>
            <a:r>
              <a:rPr lang="en-US" sz="2100" kern="1200" spc="-1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mitigating </a:t>
            </a:r>
            <a:r>
              <a:rPr lang="en-US" sz="2100" kern="1200" spc="-3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ransomware</a:t>
            </a:r>
            <a:r>
              <a:rPr lang="en-US" sz="2100" kern="1200" spc="-1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risks.</a:t>
            </a:r>
            <a:endParaRPr lang="en-US" sz="21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91515" y="7350021"/>
            <a:ext cx="867537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58399" cy="77716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7126" y="438520"/>
            <a:ext cx="7620277" cy="134747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12700" algn="l" rtl="0">
              <a:lnSpc>
                <a:spcPct val="90000"/>
              </a:lnSpc>
              <a:spcBef>
                <a:spcPct val="0"/>
              </a:spcBef>
            </a:pPr>
            <a:r>
              <a:rPr lang="en-US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Cloud</a:t>
            </a:r>
            <a:r>
              <a:rPr lang="en-US" sz="4400" kern="1200" spc="-1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400" kern="1200" spc="-3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Incident</a:t>
            </a:r>
            <a:r>
              <a:rPr lang="en-US" sz="4400" kern="1200" spc="-105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Response</a:t>
            </a:r>
            <a:r>
              <a:rPr lang="en-US" sz="4400" kern="1200" spc="-1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400" kern="1200" spc="-1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Concerns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2264817"/>
            <a:ext cx="9648432" cy="88646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496822"/>
            <a:ext cx="9391273" cy="47008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bject 3"/>
          <p:cNvSpPr txBox="1"/>
          <p:nvPr/>
        </p:nvSpPr>
        <p:spPr>
          <a:xfrm>
            <a:off x="654769" y="2946110"/>
            <a:ext cx="8368526" cy="38936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40665" marR="973455" indent="-228600" algn="l" rtl="0">
              <a:lnSpc>
                <a:spcPct val="90000"/>
              </a:lnSpc>
              <a:spcBef>
                <a:spcPts val="100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300" kern="1200" spc="17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44%</a:t>
            </a:r>
            <a:r>
              <a:rPr lang="en-US" sz="2300" kern="1200" spc="-17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7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</a:t>
            </a:r>
            <a:r>
              <a:rPr lang="en-US" sz="2300" kern="1200" spc="-18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respondents</a:t>
            </a:r>
            <a:r>
              <a:rPr lang="en-US" sz="2300" kern="1200" spc="-16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85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report</a:t>
            </a:r>
            <a:r>
              <a:rPr lang="en-US" sz="2300" kern="1200" spc="-17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concerns</a:t>
            </a:r>
            <a:r>
              <a:rPr lang="en-US" sz="2300" kern="1200" spc="-15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95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</a:t>
            </a:r>
            <a:r>
              <a:rPr lang="en-US" sz="2300" kern="1200" spc="-17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cloud</a:t>
            </a:r>
            <a:r>
              <a:rPr lang="en-US" sz="2300" kern="1200" spc="-17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incident response.</a:t>
            </a:r>
            <a:endParaRPr lang="en-US" sz="23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40665" marR="727075" indent="-228600" algn="l" rtl="0">
              <a:lnSpc>
                <a:spcPct val="90000"/>
              </a:lnSpc>
              <a:spcBef>
                <a:spcPts val="805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300" kern="1200" spc="-95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en-US" sz="2300" kern="1200" spc="-17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25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lack</a:t>
            </a:r>
            <a:r>
              <a:rPr lang="en-US" sz="2300" kern="1200" spc="-17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65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</a:t>
            </a:r>
            <a:r>
              <a:rPr lang="en-US" sz="2300" kern="1200" spc="-17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8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visibility</a:t>
            </a:r>
            <a:r>
              <a:rPr lang="en-US" sz="2300" kern="1200" spc="-17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sz="2300" kern="1200" spc="-17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slow</a:t>
            </a:r>
            <a:r>
              <a:rPr lang="en-US" sz="2300" kern="1200" spc="-17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response</a:t>
            </a:r>
            <a:r>
              <a:rPr lang="en-US" sz="2300" kern="1200" spc="-18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3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times</a:t>
            </a:r>
            <a:r>
              <a:rPr lang="en-US" sz="2300" kern="1200" spc="-17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6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contribute</a:t>
            </a:r>
            <a:r>
              <a:rPr lang="en-US" sz="2300" kern="1200" spc="-17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25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</a:t>
            </a:r>
            <a:r>
              <a:rPr lang="en-US" sz="2300" kern="1200" spc="-55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incident</a:t>
            </a:r>
            <a:r>
              <a:rPr lang="en-US" sz="2300" kern="1200" spc="-16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35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management</a:t>
            </a:r>
            <a:r>
              <a:rPr lang="en-US" sz="2300" kern="1200" spc="-15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challenges.</a:t>
            </a:r>
            <a:endParaRPr lang="en-US" sz="23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40665" marR="5080" indent="-228600" algn="l" rtl="0">
              <a:lnSpc>
                <a:spcPct val="90000"/>
              </a:lnSpc>
              <a:spcBef>
                <a:spcPts val="800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300" kern="1200" spc="-5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Automated</a:t>
            </a:r>
            <a:r>
              <a:rPr lang="en-US" sz="2300" kern="1200" spc="-17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55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incident</a:t>
            </a:r>
            <a:r>
              <a:rPr lang="en-US" sz="2300" kern="1200" spc="-17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response</a:t>
            </a:r>
            <a:r>
              <a:rPr lang="en-US" sz="2300" kern="1200" spc="-17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tools</a:t>
            </a:r>
            <a:r>
              <a:rPr lang="en-US" sz="2300" kern="1200" spc="-17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</a:t>
            </a:r>
            <a:r>
              <a:rPr lang="en-US" sz="2300" kern="1200" spc="-17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45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help</a:t>
            </a:r>
            <a:r>
              <a:rPr lang="en-US" sz="2300" kern="1200" spc="-17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75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detect</a:t>
            </a:r>
            <a:r>
              <a:rPr lang="en-US" sz="2300" kern="1200" spc="-17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sz="2300" kern="1200" spc="-16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3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mitigate </a:t>
            </a:r>
            <a:r>
              <a:rPr lang="en-US" sz="2300" kern="1200" spc="-65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threats</a:t>
            </a:r>
            <a:r>
              <a:rPr lang="en-US" sz="2300" kern="1200" spc="-18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faster.</a:t>
            </a:r>
            <a:endParaRPr lang="en-US" sz="23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40665" marR="355600" indent="-228600" algn="l" rtl="0">
              <a:lnSpc>
                <a:spcPct val="90000"/>
              </a:lnSpc>
              <a:spcBef>
                <a:spcPts val="805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300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Clear</a:t>
            </a:r>
            <a:r>
              <a:rPr lang="en-US" sz="2300" kern="1200" spc="-17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5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incident</a:t>
            </a:r>
            <a:r>
              <a:rPr lang="en-US" sz="2300" kern="1200" spc="-17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response</a:t>
            </a:r>
            <a:r>
              <a:rPr lang="en-US" sz="2300" kern="1200" spc="-17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protocols</a:t>
            </a:r>
            <a:r>
              <a:rPr lang="en-US" sz="2300" kern="1200" spc="-17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must</a:t>
            </a:r>
            <a:r>
              <a:rPr lang="en-US" sz="2300" kern="1200" spc="-17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3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</a:t>
            </a:r>
            <a:r>
              <a:rPr lang="en-US" sz="2300" kern="1200" spc="-17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55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</a:t>
            </a:r>
            <a:r>
              <a:rPr lang="en-US" sz="2300" kern="1200" spc="-17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place</a:t>
            </a:r>
            <a:r>
              <a:rPr lang="en-US" sz="2300" kern="1200" spc="-18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95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</a:t>
            </a:r>
            <a:r>
              <a:rPr lang="en-US" sz="2300" kern="1200" spc="-16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cloud- </a:t>
            </a:r>
            <a:r>
              <a:rPr lang="en-US" sz="23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based</a:t>
            </a:r>
            <a:r>
              <a:rPr lang="en-US" sz="2300" kern="1200" spc="-114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assets.</a:t>
            </a:r>
            <a:endParaRPr lang="en-US" sz="23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40665" marR="381635" indent="-228600" algn="l" rtl="0">
              <a:lnSpc>
                <a:spcPct val="90000"/>
              </a:lnSpc>
              <a:spcBef>
                <a:spcPts val="795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3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Continuous</a:t>
            </a:r>
            <a:r>
              <a:rPr lang="en-US" sz="2300" kern="1200" spc="-14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55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monitoring</a:t>
            </a:r>
            <a:r>
              <a:rPr lang="en-US" sz="2300" kern="1200" spc="-15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sz="2300" kern="1200" spc="-16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85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training</a:t>
            </a:r>
            <a:r>
              <a:rPr lang="en-US" sz="2300" kern="1200" spc="-15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65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are</a:t>
            </a:r>
            <a:r>
              <a:rPr lang="en-US" sz="2300" kern="1200" spc="-16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25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essential</a:t>
            </a:r>
            <a:r>
              <a:rPr lang="en-US" sz="2300" kern="1200" spc="-16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95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</a:t>
            </a:r>
            <a:r>
              <a:rPr lang="en-US" sz="2300" kern="1200" spc="-15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45">
                <a:solidFill>
                  <a:schemeClr val="tx1"/>
                </a:solidFill>
                <a:latin typeface="+mn-lt"/>
                <a:ea typeface="+mn-ea"/>
                <a:cs typeface="+mn-cs"/>
              </a:rPr>
              <a:t>effective </a:t>
            </a:r>
            <a:r>
              <a:rPr lang="en-US" sz="2300" kern="1200" spc="-55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incident</a:t>
            </a:r>
            <a:r>
              <a:rPr lang="en-US" sz="2300" kern="1200" spc="-16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response.</a:t>
            </a:r>
            <a:endParaRPr lang="en-US" sz="23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58399" cy="77716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1378809"/>
            <a:ext cx="603502" cy="763255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8065" y="695814"/>
            <a:ext cx="8998676" cy="214666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60995" y="917884"/>
            <a:ext cx="8202741" cy="17617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 algn="l" rtl="0">
              <a:lnSpc>
                <a:spcPct val="90000"/>
              </a:lnSpc>
              <a:spcBef>
                <a:spcPct val="0"/>
              </a:spcBef>
            </a:pPr>
            <a:r>
              <a:rPr lang="en-US" sz="4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</a:t>
            </a:r>
            <a:r>
              <a:rPr lang="en-US" sz="4700" kern="1200" spc="-16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700" kern="1200" spc="5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Loss</a:t>
            </a:r>
            <a:r>
              <a:rPr lang="en-US" sz="4700" kern="1200" spc="-17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700" kern="1200" spc="-7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Prevention</a:t>
            </a:r>
            <a:r>
              <a:rPr lang="en-US" sz="4700" kern="1200" spc="-16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700" kern="1200" spc="-65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(DLP)</a:t>
            </a:r>
            <a:r>
              <a:rPr lang="en-US" sz="4700" kern="1200" spc="-15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700" kern="1200" spc="-7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</a:t>
            </a:r>
            <a:r>
              <a:rPr lang="en-US" sz="4700" kern="1200" spc="-155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Cloud</a:t>
            </a:r>
            <a:r>
              <a:rPr lang="en-US" sz="4700" kern="1200" spc="-16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700" kern="1200" spc="-1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Environments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62148" y="3419858"/>
            <a:ext cx="8201588" cy="35412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40665" marR="141605" indent="-228600" algn="l" rtl="0">
              <a:lnSpc>
                <a:spcPct val="90000"/>
              </a:lnSpc>
              <a:spcBef>
                <a:spcPts val="100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DLP</a:t>
            </a:r>
            <a:r>
              <a:rPr lang="en-US" sz="2100" kern="1200" spc="-1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tools</a:t>
            </a:r>
            <a:r>
              <a:rPr lang="en-US" sz="2100" kern="1200" spc="-1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3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help</a:t>
            </a:r>
            <a:r>
              <a:rPr lang="en-US" sz="2100" kern="1200" spc="-1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monitor</a:t>
            </a:r>
            <a:r>
              <a:rPr lang="en-US" sz="2100" kern="1200" spc="-1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sz="2100" kern="1200" spc="-1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prevent</a:t>
            </a:r>
            <a:r>
              <a:rPr lang="en-US" sz="2100" kern="1200" spc="-1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unauthorized</a:t>
            </a:r>
            <a:r>
              <a:rPr lang="en-US" sz="2100" kern="1200" spc="-16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</a:t>
            </a:r>
            <a:r>
              <a:rPr lang="en-US" sz="2100" kern="1200" spc="-1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transfers </a:t>
            </a:r>
            <a:r>
              <a:rPr lang="en-US" sz="2100" kern="1200" spc="-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</a:t>
            </a:r>
            <a:r>
              <a:rPr lang="en-US" sz="2100" kern="1200" spc="-204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en-US" sz="2100" kern="1200" spc="-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cloud.</a:t>
            </a:r>
            <a:endParaRPr lang="en-US" sz="21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40665" marR="650240" indent="-228600" algn="l" rtl="0">
              <a:lnSpc>
                <a:spcPct val="90000"/>
              </a:lnSpc>
              <a:spcBef>
                <a:spcPts val="805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100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</a:t>
            </a:r>
            <a:r>
              <a:rPr lang="en-US" sz="2100" kern="1200" spc="-1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114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exfiltration,</a:t>
            </a:r>
            <a:r>
              <a:rPr lang="en-US" sz="2100" kern="1200" spc="-16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4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accidental</a:t>
            </a:r>
            <a:r>
              <a:rPr lang="en-US" sz="2100" kern="1200" spc="-16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4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sharing,</a:t>
            </a:r>
            <a:r>
              <a:rPr lang="en-US" sz="2100" kern="1200" spc="-16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sz="2100" kern="1200" spc="-1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3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insider</a:t>
            </a:r>
            <a:r>
              <a:rPr lang="en-US" sz="2100" kern="1200" spc="-16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threats</a:t>
            </a:r>
            <a:r>
              <a:rPr lang="en-US" sz="2100" kern="1200" spc="-16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are </a:t>
            </a:r>
            <a:r>
              <a:rPr lang="en-US" sz="2100" kern="1200" spc="-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mitigated</a:t>
            </a:r>
            <a:r>
              <a:rPr lang="en-US" sz="2100" kern="1200" spc="-1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9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</a:t>
            </a:r>
            <a:r>
              <a:rPr lang="en-US" sz="2100" kern="1200" spc="-1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DLP</a:t>
            </a:r>
            <a:r>
              <a:rPr lang="en-US" sz="2100" kern="1200" spc="-1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solutions.</a:t>
            </a:r>
            <a:endParaRPr lang="en-US" sz="21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40665" marR="5080" indent="-228600" algn="l" rtl="0">
              <a:lnSpc>
                <a:spcPct val="90000"/>
              </a:lnSpc>
              <a:spcBef>
                <a:spcPts val="805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DLP</a:t>
            </a:r>
            <a:r>
              <a:rPr lang="en-US" sz="2100" kern="1200" spc="-1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ensures</a:t>
            </a:r>
            <a:r>
              <a:rPr lang="en-US" sz="2100" kern="1200" spc="-1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compliance</a:t>
            </a:r>
            <a:r>
              <a:rPr lang="en-US" sz="2100" kern="1200" spc="-1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1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</a:t>
            </a:r>
            <a:r>
              <a:rPr lang="en-US" sz="2100" kern="1200" spc="-1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</a:t>
            </a:r>
            <a:r>
              <a:rPr lang="en-US" sz="2100" kern="1200" spc="-1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privacy</a:t>
            </a:r>
            <a:r>
              <a:rPr lang="en-US" sz="2100" kern="1200" spc="-1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regulations</a:t>
            </a:r>
            <a:r>
              <a:rPr lang="en-US" sz="2100" kern="1200" spc="-1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9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like</a:t>
            </a:r>
            <a:r>
              <a:rPr lang="en-US" sz="2100" kern="1200" spc="-16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GDPR </a:t>
            </a: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sz="2100" kern="1200" spc="-2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HIPAA.</a:t>
            </a:r>
            <a:endParaRPr lang="en-US" sz="21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40665" marR="1019810" indent="-228600" algn="l" rtl="0">
              <a:lnSpc>
                <a:spcPct val="90000"/>
              </a:lnSpc>
              <a:spcBef>
                <a:spcPts val="805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100" kern="1200" spc="-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Encryption,</a:t>
            </a:r>
            <a:r>
              <a:rPr lang="en-US" sz="2100" kern="1200" spc="-1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access</a:t>
            </a:r>
            <a:r>
              <a:rPr lang="en-US" sz="2100" kern="1200" spc="-1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4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controls,</a:t>
            </a:r>
            <a:r>
              <a:rPr lang="en-US" sz="2100" kern="1200" spc="-1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sz="2100" kern="1200" spc="-1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continuous</a:t>
            </a:r>
            <a:r>
              <a:rPr lang="en-US" sz="2100" kern="1200" spc="-1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1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monitoring </a:t>
            </a:r>
            <a:r>
              <a:rPr lang="en-US" sz="2100" kern="1200" spc="-3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complement</a:t>
            </a:r>
            <a:r>
              <a:rPr lang="en-US" sz="2100" kern="1200" spc="-1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DLP</a:t>
            </a:r>
            <a:r>
              <a:rPr lang="en-US" sz="2100" kern="1200" spc="-114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efforts.</a:t>
            </a:r>
            <a:endParaRPr lang="en-US" sz="21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40665" marR="1273810" indent="-228600" algn="l" rtl="0">
              <a:lnSpc>
                <a:spcPct val="90000"/>
              </a:lnSpc>
              <a:spcBef>
                <a:spcPts val="805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DLP</a:t>
            </a:r>
            <a:r>
              <a:rPr lang="en-US" sz="2100" kern="1200" spc="-1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</a:t>
            </a:r>
            <a:r>
              <a:rPr lang="en-US" sz="2100" kern="1200" spc="-1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</a:t>
            </a:r>
            <a:r>
              <a:rPr lang="en-US" sz="2100" kern="1200" spc="-1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9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integrated</a:t>
            </a:r>
            <a:r>
              <a:rPr lang="en-US" sz="2100" kern="1200" spc="-1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1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</a:t>
            </a:r>
            <a:r>
              <a:rPr lang="en-US" sz="2100" kern="1200" spc="-1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other</a:t>
            </a:r>
            <a:r>
              <a:rPr lang="en-US" sz="2100" kern="1200" spc="-1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security</a:t>
            </a:r>
            <a:r>
              <a:rPr lang="en-US" sz="2100" kern="1200" spc="-1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solutions</a:t>
            </a:r>
            <a:r>
              <a:rPr lang="en-US" sz="2100" kern="1200" spc="-1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comprehensive</a:t>
            </a:r>
            <a:r>
              <a:rPr lang="en-US" sz="2100" kern="1200" spc="-1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protection.</a:t>
            </a:r>
            <a:endParaRPr lang="en-US" sz="21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91515" y="7350021"/>
            <a:ext cx="867537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58399" cy="77716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7126" y="438520"/>
            <a:ext cx="7620277" cy="134747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12700" algn="l" rtl="0">
              <a:lnSpc>
                <a:spcPct val="90000"/>
              </a:lnSpc>
              <a:spcBef>
                <a:spcPct val="0"/>
              </a:spcBef>
            </a:pPr>
            <a:r>
              <a:rPr lang="en-US" sz="4400" kern="1200" spc="-45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Encryption</a:t>
            </a:r>
            <a:r>
              <a:rPr lang="en-US" sz="4400" kern="1200" spc="-16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400" kern="1200" spc="-7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</a:t>
            </a:r>
            <a:r>
              <a:rPr lang="en-US" sz="4400" kern="1200" spc="-145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Cloud</a:t>
            </a:r>
            <a:r>
              <a:rPr lang="en-US" sz="4400" kern="1200" spc="-145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400" kern="1200" spc="-1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Security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2264817"/>
            <a:ext cx="9648432" cy="88646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496822"/>
            <a:ext cx="9391273" cy="47008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bject 3"/>
          <p:cNvSpPr txBox="1"/>
          <p:nvPr/>
        </p:nvSpPr>
        <p:spPr>
          <a:xfrm>
            <a:off x="654769" y="2946110"/>
            <a:ext cx="8368526" cy="38936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40665" marR="5080" indent="-228600" algn="l" rtl="0">
              <a:lnSpc>
                <a:spcPct val="90000"/>
              </a:lnSpc>
              <a:spcBef>
                <a:spcPts val="100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300" kern="1200" spc="-4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Encryption</a:t>
            </a:r>
            <a:r>
              <a:rPr lang="en-US" sz="2300" kern="1200" spc="-18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en-US" sz="2300" kern="1200" spc="-17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</a:t>
            </a:r>
            <a:r>
              <a:rPr lang="en-US" sz="2300" kern="1200" spc="-18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65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critical</a:t>
            </a:r>
            <a:r>
              <a:rPr lang="en-US" sz="2300" kern="1200" spc="-16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8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layer</a:t>
            </a:r>
            <a:r>
              <a:rPr lang="en-US" sz="2300" kern="1200" spc="-18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65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</a:t>
            </a:r>
            <a:r>
              <a:rPr lang="en-US" sz="2300" kern="1200" spc="-18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25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defense</a:t>
            </a:r>
            <a:r>
              <a:rPr lang="en-US" sz="2300" kern="1200" spc="-18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</a:t>
            </a:r>
            <a:r>
              <a:rPr lang="en-US" sz="2300" kern="1200" spc="-18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65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protecting</a:t>
            </a:r>
            <a:r>
              <a:rPr lang="en-US" sz="2300" kern="1200" spc="-17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sensitive cloud</a:t>
            </a:r>
            <a:r>
              <a:rPr lang="en-US" sz="2300" kern="1200" spc="-17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data.</a:t>
            </a:r>
            <a:endParaRPr lang="en-US" sz="23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40665" marR="365760" indent="-228600" algn="l" rtl="0">
              <a:lnSpc>
                <a:spcPct val="90000"/>
              </a:lnSpc>
              <a:spcBef>
                <a:spcPts val="805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300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</a:t>
            </a:r>
            <a:r>
              <a:rPr lang="en-US" sz="2300" kern="1200" spc="-17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95">
                <a:solidFill>
                  <a:schemeClr val="tx1"/>
                </a:solidFill>
                <a:latin typeface="+mn-lt"/>
                <a:ea typeface="+mn-ea"/>
                <a:cs typeface="+mn-cs"/>
              </a:rPr>
              <a:t>at</a:t>
            </a:r>
            <a:r>
              <a:rPr lang="en-US" sz="2300" kern="1200" spc="-18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6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</a:t>
            </a:r>
            <a:r>
              <a:rPr lang="en-US" sz="2300" kern="1200" spc="-17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sz="2300" kern="1200" spc="-18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55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</a:t>
            </a:r>
            <a:r>
              <a:rPr lang="en-US" sz="2300" kern="1200" spc="-17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7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transit</a:t>
            </a:r>
            <a:r>
              <a:rPr lang="en-US" sz="2300" kern="1200" spc="-18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should</a:t>
            </a:r>
            <a:r>
              <a:rPr lang="en-US" sz="2300" kern="1200" spc="-18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3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</a:t>
            </a:r>
            <a:r>
              <a:rPr lang="en-US" sz="2300" kern="1200" spc="-17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55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encrypted</a:t>
            </a:r>
            <a:r>
              <a:rPr lang="en-US" sz="2300" kern="1200" spc="-17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using</a:t>
            </a:r>
            <a:r>
              <a:rPr lang="en-US" sz="2300" kern="1200" spc="-17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strong algorithms.</a:t>
            </a:r>
            <a:endParaRPr lang="en-US" sz="23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40665" marR="113030" indent="-228600" algn="l" rtl="0">
              <a:lnSpc>
                <a:spcPct val="90000"/>
              </a:lnSpc>
              <a:spcBef>
                <a:spcPts val="800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3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Cloud</a:t>
            </a:r>
            <a:r>
              <a:rPr lang="en-US" sz="2300" kern="1200" spc="-15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5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providers</a:t>
            </a:r>
            <a:r>
              <a:rPr lang="en-US" sz="2300" kern="1200" spc="-13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95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offer</a:t>
            </a:r>
            <a:r>
              <a:rPr lang="en-US" sz="2300" kern="1200" spc="-15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8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built-</a:t>
            </a:r>
            <a:r>
              <a:rPr lang="en-US" sz="2300" kern="1200" spc="-55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</a:t>
            </a:r>
            <a:r>
              <a:rPr lang="en-US" sz="2300" kern="1200" spc="-14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5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encryption</a:t>
            </a:r>
            <a:r>
              <a:rPr lang="en-US" sz="2300" kern="1200" spc="-14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solutions</a:t>
            </a:r>
            <a:r>
              <a:rPr lang="en-US" sz="2300" kern="1200" spc="-13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95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</a:t>
            </a:r>
            <a:r>
              <a:rPr lang="en-US" sz="2300" kern="1200" spc="-14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storage </a:t>
            </a:r>
            <a:r>
              <a:rPr lang="en-US" sz="23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sz="2300" kern="1200" spc="-2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communication.</a:t>
            </a:r>
            <a:endParaRPr lang="en-US" sz="23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40665" marR="21590" indent="-228600" algn="l" rtl="0">
              <a:lnSpc>
                <a:spcPct val="90000"/>
              </a:lnSpc>
              <a:spcBef>
                <a:spcPts val="805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300" kern="1200" spc="-35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Organizations</a:t>
            </a:r>
            <a:r>
              <a:rPr lang="en-US" sz="2300" kern="1200" spc="-18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must</a:t>
            </a:r>
            <a:r>
              <a:rPr lang="en-US" sz="2300" kern="1200" spc="-17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manage</a:t>
            </a:r>
            <a:r>
              <a:rPr lang="en-US" sz="2300" kern="1200" spc="-18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4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encryption</a:t>
            </a:r>
            <a:r>
              <a:rPr lang="en-US" sz="2300" kern="1200" spc="-18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3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keys</a:t>
            </a:r>
            <a:r>
              <a:rPr lang="en-US" sz="2300" kern="1200" spc="-18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35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securely</a:t>
            </a:r>
            <a:r>
              <a:rPr lang="en-US" sz="2300" kern="1200" spc="-18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8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</a:t>
            </a:r>
            <a:r>
              <a:rPr lang="en-US" sz="2300" kern="1200" spc="-18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avoid </a:t>
            </a:r>
            <a:r>
              <a:rPr lang="en-US" sz="2300" kern="1200" spc="-55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</a:t>
            </a:r>
            <a:r>
              <a:rPr lang="en-US" sz="2300" kern="1200" spc="-19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compromise.</a:t>
            </a:r>
            <a:endParaRPr lang="en-US" sz="23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40665" marR="621030" indent="-228600" algn="l" rtl="0">
              <a:lnSpc>
                <a:spcPct val="90000"/>
              </a:lnSpc>
              <a:spcBef>
                <a:spcPts val="795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300" kern="1200" spc="-4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Encryption</a:t>
            </a:r>
            <a:r>
              <a:rPr lang="en-US" sz="2300" kern="1200" spc="-16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ensures</a:t>
            </a:r>
            <a:r>
              <a:rPr lang="en-US" sz="2300" kern="1200" spc="-16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compliance</a:t>
            </a:r>
            <a:r>
              <a:rPr lang="en-US" sz="2300" kern="1200" spc="-18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</a:t>
            </a:r>
            <a:r>
              <a:rPr lang="en-US" sz="2300" kern="1200" spc="-14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65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legal</a:t>
            </a:r>
            <a:r>
              <a:rPr lang="en-US" sz="2300" kern="1200" spc="-16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sz="2300" kern="1200" spc="-16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4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regulatory </a:t>
            </a:r>
            <a:r>
              <a:rPr lang="en-US" sz="23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frameworks.</a:t>
            </a:r>
            <a:endParaRPr lang="en-US" sz="23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58399" cy="77716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1378809"/>
            <a:ext cx="603502" cy="763255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8065" y="695814"/>
            <a:ext cx="8998676" cy="214666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60995" y="917884"/>
            <a:ext cx="8202741" cy="17617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 algn="l" rtl="0">
              <a:lnSpc>
                <a:spcPct val="90000"/>
              </a:lnSpc>
              <a:spcBef>
                <a:spcPct val="0"/>
              </a:spcBef>
            </a:pPr>
            <a:r>
              <a:rPr lang="en-US" sz="4000" kern="1200" spc="-65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Identity</a:t>
            </a:r>
            <a:r>
              <a:rPr lang="en-US" sz="4000" kern="1200" spc="-175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and</a:t>
            </a:r>
            <a:r>
              <a:rPr lang="en-US" sz="4000" kern="1200" spc="-165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kern="1200" spc="55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Access</a:t>
            </a:r>
            <a:r>
              <a:rPr lang="en-US" sz="4000" kern="1200" spc="-175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kern="1200" spc="-1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Management</a:t>
            </a:r>
            <a:r>
              <a:rPr lang="en-US" sz="4000" kern="1200" spc="-17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kern="1200" spc="-5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(IAM)</a:t>
            </a:r>
            <a:r>
              <a:rPr lang="en-US" sz="4000" kern="1200" spc="-175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kern="1200" spc="-65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</a:t>
            </a:r>
            <a:r>
              <a:rPr lang="en-US" sz="4000" kern="1200" spc="-175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Cloud</a:t>
            </a:r>
            <a:r>
              <a:rPr lang="en-US" sz="4000" kern="1200" spc="-175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kern="1200" spc="-1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Security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62148" y="3419858"/>
            <a:ext cx="8201588" cy="35412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40665" marR="375285" indent="-228600" algn="l" rtl="0">
              <a:lnSpc>
                <a:spcPct val="90000"/>
              </a:lnSpc>
              <a:spcBef>
                <a:spcPts val="100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IAM</a:t>
            </a:r>
            <a:r>
              <a:rPr lang="en-US" sz="2100" kern="1200" spc="-1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systems</a:t>
            </a:r>
            <a:r>
              <a:rPr lang="en-US" sz="2100" kern="1200" spc="-1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control</a:t>
            </a:r>
            <a:r>
              <a:rPr lang="en-US" sz="2100" kern="1200" spc="-1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on </a:t>
            </a:r>
            <a:r>
              <a:rPr lang="en-US" sz="2100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who</a:t>
            </a:r>
            <a:r>
              <a:rPr lang="en-US" sz="2100" kern="1200" spc="-14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6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has</a:t>
            </a:r>
            <a:r>
              <a:rPr lang="en-US" sz="2100" kern="1200" spc="-1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access</a:t>
            </a:r>
            <a:r>
              <a:rPr lang="en-US" sz="2100" kern="1200" spc="-1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</a:t>
            </a:r>
            <a:r>
              <a:rPr lang="en-US" sz="2100" kern="1200" spc="-1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cloud</a:t>
            </a:r>
            <a:r>
              <a:rPr lang="en-US" sz="2100" kern="1200" spc="-1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resources</a:t>
            </a:r>
            <a:r>
              <a:rPr lang="en-US" sz="2100" kern="1200" spc="-1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</a:t>
            </a:r>
            <a:r>
              <a:rPr lang="en-US" sz="2100" kern="1200" spc="-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what</a:t>
            </a:r>
            <a:r>
              <a:rPr lang="en-US" sz="2100" kern="1200" spc="-1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9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they</a:t>
            </a:r>
            <a:r>
              <a:rPr lang="en-US" sz="2100" kern="1200" spc="-1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</a:t>
            </a:r>
            <a:r>
              <a:rPr lang="en-US" sz="2100" kern="1200" spc="-1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do.</a:t>
            </a:r>
            <a:endParaRPr lang="en-US" sz="21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40665" marR="137795" indent="-228600" algn="l" rtl="0">
              <a:lnSpc>
                <a:spcPct val="90000"/>
              </a:lnSpc>
              <a:spcBef>
                <a:spcPts val="805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100" kern="1200" spc="-3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Role-</a:t>
            </a: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based</a:t>
            </a:r>
            <a:r>
              <a:rPr lang="en-US" sz="2100" kern="1200" spc="-10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access</a:t>
            </a:r>
            <a:r>
              <a:rPr lang="en-US" sz="2100" kern="1200" spc="-1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control</a:t>
            </a:r>
            <a:r>
              <a:rPr lang="en-US" sz="2100" kern="1200" spc="-1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(RBAC)</a:t>
            </a:r>
            <a:r>
              <a:rPr lang="en-US" sz="2100" kern="1200" spc="-1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limits</a:t>
            </a:r>
            <a:r>
              <a:rPr lang="en-US" sz="2100" kern="1200" spc="-1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users'</a:t>
            </a:r>
            <a:r>
              <a:rPr lang="en-US" sz="2100" kern="1200" spc="-114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permissions</a:t>
            </a:r>
            <a:r>
              <a:rPr lang="en-US" sz="2100" kern="1200" spc="-10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</a:t>
            </a:r>
            <a:r>
              <a:rPr lang="en-US" sz="2100" kern="1200" spc="-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en-US" sz="2100" kern="1200" spc="-1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minimum</a:t>
            </a:r>
            <a:r>
              <a:rPr lang="en-US" sz="2100" kern="1200" spc="-1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required.</a:t>
            </a:r>
            <a:endParaRPr lang="en-US" sz="21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40665" marR="5080" indent="-228600" algn="l" rtl="0">
              <a:lnSpc>
                <a:spcPct val="90000"/>
              </a:lnSpc>
              <a:spcBef>
                <a:spcPts val="800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100" kern="1200" spc="-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Multi-</a:t>
            </a:r>
            <a:r>
              <a:rPr lang="en-US" sz="2100" kern="1200" spc="-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factor</a:t>
            </a:r>
            <a:r>
              <a:rPr lang="en-US" sz="2100" kern="1200" spc="-1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authentication</a:t>
            </a:r>
            <a:r>
              <a:rPr lang="en-US" sz="2100" kern="1200" spc="-1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6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(MFA)</a:t>
            </a:r>
            <a:r>
              <a:rPr lang="en-US" sz="2100" kern="1200" spc="-1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adds</a:t>
            </a:r>
            <a:r>
              <a:rPr lang="en-US" sz="2100" kern="1200" spc="-1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</a:t>
            </a:r>
            <a:r>
              <a:rPr lang="en-US" sz="2100" kern="1200" spc="-1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1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extra</a:t>
            </a:r>
            <a:r>
              <a:rPr lang="en-US" sz="2100" kern="1200" spc="-1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layer</a:t>
            </a:r>
            <a:r>
              <a:rPr lang="en-US" sz="2100" kern="1200" spc="-1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</a:t>
            </a:r>
            <a:r>
              <a:rPr lang="en-US" sz="2100" kern="1200" spc="-1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security </a:t>
            </a:r>
            <a:r>
              <a:rPr lang="en-US" sz="2100" kern="1200" spc="-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</a:t>
            </a:r>
            <a:r>
              <a:rPr lang="en-US" sz="2100" kern="1200" spc="-1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prevent</a:t>
            </a:r>
            <a:r>
              <a:rPr lang="en-US" sz="2100" kern="1200" spc="-1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unauthorized</a:t>
            </a:r>
            <a:r>
              <a:rPr lang="en-US" sz="2100" kern="1200" spc="-1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access.</a:t>
            </a:r>
            <a:endParaRPr lang="en-US" sz="21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40665" marR="839469" indent="-228600" algn="l" rtl="0">
              <a:lnSpc>
                <a:spcPct val="90000"/>
              </a:lnSpc>
              <a:spcBef>
                <a:spcPts val="805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100" kern="1200" spc="-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Identity</a:t>
            </a:r>
            <a:r>
              <a:rPr lang="en-US" sz="2100" kern="1200" spc="-1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federation</a:t>
            </a:r>
            <a:r>
              <a:rPr lang="en-US" sz="2100" kern="1200" spc="-16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allows</a:t>
            </a:r>
            <a:r>
              <a:rPr lang="en-US" sz="2100" kern="1200" spc="-1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users</a:t>
            </a:r>
            <a:r>
              <a:rPr lang="en-US" sz="2100" kern="1200" spc="-16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</a:t>
            </a:r>
            <a:r>
              <a:rPr lang="en-US" sz="2100" kern="1200" spc="-16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access</a:t>
            </a:r>
            <a:r>
              <a:rPr lang="en-US" sz="2100" kern="1200" spc="-1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multiple</a:t>
            </a:r>
            <a:r>
              <a:rPr lang="en-US" sz="2100" kern="1200" spc="-16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cloud </a:t>
            </a: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services</a:t>
            </a:r>
            <a:r>
              <a:rPr lang="en-US" sz="2100" kern="1200" spc="-19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9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</a:t>
            </a:r>
            <a:r>
              <a:rPr lang="en-US" sz="2100" kern="1200" spc="-19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</a:t>
            </a:r>
            <a:r>
              <a:rPr lang="en-US" sz="2100" kern="1200" spc="-19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single</a:t>
            </a:r>
            <a:r>
              <a:rPr lang="en-US" sz="2100" kern="1200" spc="-19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sign-on</a:t>
            </a:r>
            <a:r>
              <a:rPr lang="en-US" sz="2100" kern="1200" spc="-19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(SSO).</a:t>
            </a:r>
            <a:endParaRPr lang="en-US" sz="21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40665" marR="387350" indent="-228600" algn="l" rtl="0">
              <a:lnSpc>
                <a:spcPct val="90000"/>
              </a:lnSpc>
              <a:spcBef>
                <a:spcPts val="795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100" kern="1200" spc="-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Monitoring</a:t>
            </a:r>
            <a:r>
              <a:rPr lang="en-US" sz="2100" kern="1200" spc="-1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sz="2100" kern="1200" spc="-1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auditing</a:t>
            </a:r>
            <a:r>
              <a:rPr lang="en-US" sz="2100" kern="1200" spc="-1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IAM</a:t>
            </a:r>
            <a:r>
              <a:rPr lang="en-US" sz="2100" kern="1200" spc="-1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policies</a:t>
            </a:r>
            <a:r>
              <a:rPr lang="en-US" sz="2100" kern="1200" spc="-1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are</a:t>
            </a:r>
            <a:r>
              <a:rPr lang="en-US" sz="2100" kern="1200" spc="-1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essential</a:t>
            </a:r>
            <a:r>
              <a:rPr lang="en-US" sz="2100" kern="1200" spc="-1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</a:t>
            </a:r>
            <a:r>
              <a:rPr lang="en-US" sz="2100" kern="1200" spc="-1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prevent </a:t>
            </a:r>
            <a:r>
              <a:rPr lang="en-US" sz="2100" kern="1200" spc="-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security</a:t>
            </a:r>
            <a:r>
              <a:rPr lang="en-US" sz="2100" kern="1200" spc="-1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breaches.</a:t>
            </a:r>
            <a:endParaRPr lang="en-US" sz="21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91515" y="7350021"/>
            <a:ext cx="867537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58399" cy="77716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1378809"/>
            <a:ext cx="603502" cy="763255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8065" y="695814"/>
            <a:ext cx="8998676" cy="214666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60995" y="917884"/>
            <a:ext cx="8202741" cy="17617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 algn="l" rtl="0">
              <a:lnSpc>
                <a:spcPct val="90000"/>
              </a:lnSpc>
              <a:spcBef>
                <a:spcPct val="0"/>
              </a:spcBef>
            </a:pPr>
            <a:r>
              <a:rPr lang="en-US" sz="4700" kern="1200" spc="-25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Multi-</a:t>
            </a:r>
            <a:r>
              <a:rPr lang="en-US" sz="4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Cloud</a:t>
            </a:r>
            <a:r>
              <a:rPr lang="en-US" sz="4700" kern="1200" spc="-135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700" kern="1200" spc="-3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Security</a:t>
            </a:r>
            <a:r>
              <a:rPr lang="en-US" sz="4700" kern="1200" spc="-14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700" kern="1200" spc="-1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Challenges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62148" y="3419858"/>
            <a:ext cx="8201588" cy="35412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40665" indent="-228600" algn="l" rtl="0">
              <a:lnSpc>
                <a:spcPct val="90000"/>
              </a:lnSpc>
              <a:spcBef>
                <a:spcPts val="1375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300" kern="1200" spc="-5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Multi-</a:t>
            </a:r>
            <a:r>
              <a:rPr lang="en-US" sz="23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cloud</a:t>
            </a:r>
            <a:r>
              <a:rPr lang="en-US" sz="2300" kern="1200" spc="-15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4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environments</a:t>
            </a:r>
            <a:r>
              <a:rPr lang="en-US" sz="2300" kern="1200" spc="-15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5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present</a:t>
            </a:r>
            <a:r>
              <a:rPr lang="en-US" sz="2300" kern="1200" spc="-15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25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unique</a:t>
            </a:r>
            <a:r>
              <a:rPr lang="en-US" sz="2300" kern="1200" spc="-15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45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security</a:t>
            </a:r>
            <a:r>
              <a:rPr lang="en-US" sz="2300" kern="1200" spc="-14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challenges.</a:t>
            </a:r>
            <a:endParaRPr lang="en-US" sz="23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40665" marR="5080" indent="-228600" algn="l" rtl="0">
              <a:lnSpc>
                <a:spcPct val="90000"/>
              </a:lnSpc>
              <a:spcBef>
                <a:spcPts val="805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3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Each</a:t>
            </a:r>
            <a:r>
              <a:rPr lang="en-US" sz="2300" kern="1200" spc="-17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cloud</a:t>
            </a:r>
            <a:r>
              <a:rPr lang="en-US" sz="2300" kern="1200" spc="-15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7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provider</a:t>
            </a:r>
            <a:r>
              <a:rPr lang="en-US" sz="2300" kern="1200" spc="-18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6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has</a:t>
            </a:r>
            <a:r>
              <a:rPr lang="en-US" sz="2300" kern="1200" spc="-16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5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its</a:t>
            </a:r>
            <a:r>
              <a:rPr lang="en-US" sz="2300" kern="1200" spc="-17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25">
                <a:solidFill>
                  <a:schemeClr val="tx1"/>
                </a:solidFill>
                <a:latin typeface="+mn-lt"/>
                <a:ea typeface="+mn-ea"/>
                <a:cs typeface="+mn-cs"/>
              </a:rPr>
              <a:t>own</a:t>
            </a:r>
            <a:r>
              <a:rPr lang="en-US" sz="2300" kern="1200" spc="-17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45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security</a:t>
            </a:r>
            <a:r>
              <a:rPr lang="en-US" sz="2300" kern="1200" spc="-17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55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model,</a:t>
            </a:r>
            <a:r>
              <a:rPr lang="en-US" sz="2300" kern="1200" spc="-16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3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making</a:t>
            </a:r>
            <a:r>
              <a:rPr lang="en-US" sz="2300" kern="1200" spc="-16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unified </a:t>
            </a:r>
            <a:r>
              <a:rPr lang="en-US" sz="2300" kern="1200" spc="-25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management</a:t>
            </a:r>
            <a:r>
              <a:rPr lang="en-US" sz="2300" kern="1200" spc="-2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difficult.</a:t>
            </a:r>
            <a:endParaRPr lang="en-US" sz="23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40665" marR="434340" indent="-228600" algn="l" rtl="0">
              <a:lnSpc>
                <a:spcPct val="90000"/>
              </a:lnSpc>
              <a:spcBef>
                <a:spcPts val="805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300" kern="1200" spc="-55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Centralized</a:t>
            </a:r>
            <a:r>
              <a:rPr lang="en-US" sz="2300" kern="1200" spc="-15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5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security</a:t>
            </a:r>
            <a:r>
              <a:rPr lang="en-US" sz="2300" kern="1200" spc="-16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4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platforms</a:t>
            </a:r>
            <a:r>
              <a:rPr lang="en-US" sz="2300" kern="1200" spc="-16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4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help</a:t>
            </a:r>
            <a:r>
              <a:rPr lang="en-US" sz="2300" kern="1200" spc="-15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manage</a:t>
            </a:r>
            <a:r>
              <a:rPr lang="en-US" sz="2300" kern="1200" spc="-16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5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security</a:t>
            </a:r>
            <a:r>
              <a:rPr lang="en-US" sz="2300" kern="1200" spc="-15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across </a:t>
            </a:r>
            <a:r>
              <a:rPr lang="en-US" sz="2300" kern="1200" spc="-65">
                <a:solidFill>
                  <a:schemeClr val="tx1"/>
                </a:solidFill>
                <a:latin typeface="+mn-lt"/>
                <a:ea typeface="+mn-ea"/>
                <a:cs typeface="+mn-cs"/>
              </a:rPr>
              <a:t>multiple</a:t>
            </a:r>
            <a:r>
              <a:rPr lang="en-US" sz="2300" kern="1200" spc="-16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clouds.</a:t>
            </a:r>
            <a:endParaRPr lang="en-US" sz="23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40665" marR="89535" indent="-228600" algn="l" rtl="0">
              <a:lnSpc>
                <a:spcPct val="90000"/>
              </a:lnSpc>
              <a:spcBef>
                <a:spcPts val="810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3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Consistent</a:t>
            </a:r>
            <a:r>
              <a:rPr lang="en-US" sz="2300" kern="1200" spc="-16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45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security</a:t>
            </a:r>
            <a:r>
              <a:rPr lang="en-US" sz="2300" kern="1200" spc="-15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policies</a:t>
            </a:r>
            <a:r>
              <a:rPr lang="en-US" sz="2300" kern="1200" spc="-15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must</a:t>
            </a:r>
            <a:r>
              <a:rPr lang="en-US" sz="2300" kern="1200" spc="-15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25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</a:t>
            </a:r>
            <a:r>
              <a:rPr lang="en-US" sz="2300" kern="1200" spc="-16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5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enforced</a:t>
            </a:r>
            <a:r>
              <a:rPr lang="en-US" sz="2300" kern="1200" spc="-15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across</a:t>
            </a:r>
            <a:r>
              <a:rPr lang="en-US" sz="2300" kern="1200" spc="-15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7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</a:t>
            </a:r>
            <a:r>
              <a:rPr lang="en-US" sz="2300" kern="1200" spc="-15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cloud environments.</a:t>
            </a:r>
            <a:endParaRPr lang="en-US" sz="23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40665" marR="92710" indent="-228600" algn="l" rtl="0">
              <a:lnSpc>
                <a:spcPct val="90000"/>
              </a:lnSpc>
              <a:spcBef>
                <a:spcPts val="800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300" kern="1200" spc="-7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Visibility</a:t>
            </a:r>
            <a:r>
              <a:rPr lang="en-US" sz="2300" kern="1200" spc="-17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sz="2300" kern="1200" spc="-17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compliance</a:t>
            </a:r>
            <a:r>
              <a:rPr lang="en-US" sz="2300" kern="1200" spc="-17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65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are</a:t>
            </a:r>
            <a:r>
              <a:rPr lang="en-US" sz="2300" kern="1200" spc="-17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65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critical</a:t>
            </a:r>
            <a:r>
              <a:rPr lang="en-US" sz="2300" kern="1200" spc="-17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challenges</a:t>
            </a:r>
            <a:r>
              <a:rPr lang="en-US" sz="2300" kern="1200" spc="-17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55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</a:t>
            </a:r>
            <a:r>
              <a:rPr lang="en-US" sz="2300" kern="1200" spc="-15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65">
                <a:solidFill>
                  <a:schemeClr val="tx1"/>
                </a:solidFill>
                <a:latin typeface="+mn-lt"/>
                <a:ea typeface="+mn-ea"/>
                <a:cs typeface="+mn-cs"/>
              </a:rPr>
              <a:t>multi-</a:t>
            </a:r>
            <a:r>
              <a:rPr lang="en-US" sz="23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cloud security.</a:t>
            </a:r>
            <a:endParaRPr lang="en-US" sz="23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91515" y="7350021"/>
            <a:ext cx="867537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58399" cy="77716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7126" y="438520"/>
            <a:ext cx="7620277" cy="134747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12700" algn="l" rtl="0">
              <a:lnSpc>
                <a:spcPct val="90000"/>
              </a:lnSpc>
              <a:spcBef>
                <a:spcPct val="0"/>
              </a:spcBef>
            </a:pPr>
            <a:r>
              <a: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Cloud</a:t>
            </a:r>
            <a:r>
              <a:rPr lang="en-US" sz="4800" kern="1200" spc="-9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800" kern="1200" spc="-35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Security</a:t>
            </a:r>
            <a:r>
              <a:rPr lang="en-US" sz="4800" kern="1200" spc="-8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Skills</a:t>
            </a:r>
            <a:r>
              <a:rPr lang="en-US" sz="4800" kern="1200" spc="-9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800" kern="1200" spc="-25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Gap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2264817"/>
            <a:ext cx="9648432" cy="88646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496822"/>
            <a:ext cx="9391273" cy="47008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bject 3"/>
          <p:cNvSpPr txBox="1"/>
          <p:nvPr/>
        </p:nvSpPr>
        <p:spPr>
          <a:xfrm>
            <a:off x="654769" y="2946110"/>
            <a:ext cx="8368526" cy="38936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40665" marR="311150" indent="-228600" algn="l" rtl="0">
              <a:lnSpc>
                <a:spcPct val="90000"/>
              </a:lnSpc>
              <a:spcBef>
                <a:spcPts val="100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300" kern="1200" spc="1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49%</a:t>
            </a:r>
            <a:r>
              <a:rPr lang="en-US" sz="2300" kern="1200" spc="-19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</a:t>
            </a:r>
            <a:r>
              <a:rPr lang="en-US" sz="2300" kern="1200" spc="-19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4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organizations</a:t>
            </a:r>
            <a:r>
              <a:rPr lang="en-US" sz="2300" kern="1200" spc="-19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report</a:t>
            </a:r>
            <a:r>
              <a:rPr lang="en-US" sz="2300" kern="1200" spc="-1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</a:t>
            </a:r>
            <a:r>
              <a:rPr lang="en-US" sz="2300" kern="1200" spc="-19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lack</a:t>
            </a:r>
            <a:r>
              <a:rPr lang="en-US" sz="2300" kern="1200" spc="-1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</a:t>
            </a:r>
            <a:r>
              <a:rPr lang="en-US" sz="2300" kern="1200" spc="-1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6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qualified</a:t>
            </a:r>
            <a:r>
              <a:rPr lang="en-US" sz="2300" kern="1200" spc="-19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cloud</a:t>
            </a:r>
            <a:r>
              <a:rPr lang="en-US" sz="2300" kern="1200" spc="-1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security staff.</a:t>
            </a:r>
            <a:endParaRPr lang="en-US" sz="23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40665" marR="185420" indent="-228600" algn="l" rtl="0">
              <a:lnSpc>
                <a:spcPct val="90000"/>
              </a:lnSpc>
              <a:spcBef>
                <a:spcPts val="805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300" kern="1200" spc="-9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en-US" sz="2300" kern="1200" spc="-19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skills</a:t>
            </a:r>
            <a:r>
              <a:rPr lang="en-US" sz="2300" kern="1200" spc="-19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gap</a:t>
            </a:r>
            <a:r>
              <a:rPr lang="en-US" sz="2300" kern="1200" spc="-19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impacts</a:t>
            </a:r>
            <a:r>
              <a:rPr lang="en-US" sz="2300" kern="1200" spc="-19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en-US" sz="2300" kern="1200" spc="-19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9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ability</a:t>
            </a:r>
            <a:r>
              <a:rPr lang="en-US" sz="2300" kern="1200" spc="-1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</a:t>
            </a:r>
            <a:r>
              <a:rPr lang="en-US" sz="2300" kern="1200" spc="-1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manage</a:t>
            </a:r>
            <a:r>
              <a:rPr lang="en-US" sz="2300" kern="1200" spc="-19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sz="2300" kern="1200" spc="-1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secure</a:t>
            </a:r>
            <a:r>
              <a:rPr lang="en-US" sz="2300" kern="1200" spc="-19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cloud </a:t>
            </a:r>
            <a:r>
              <a:rPr lang="en-US" sz="2300" kern="1200" spc="-4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environments</a:t>
            </a:r>
            <a:r>
              <a:rPr lang="en-US" sz="2300" kern="1200" spc="-114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3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effectively.</a:t>
            </a:r>
            <a:endParaRPr lang="en-US" sz="23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40665" marR="5080" indent="-228600" algn="l" rtl="0">
              <a:lnSpc>
                <a:spcPct val="90000"/>
              </a:lnSpc>
              <a:spcBef>
                <a:spcPts val="800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300" kern="1200" spc="-10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Training</a:t>
            </a:r>
            <a:r>
              <a:rPr lang="en-US" sz="2300" kern="1200" spc="-1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sz="2300" kern="1200" spc="-1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certification</a:t>
            </a:r>
            <a:r>
              <a:rPr lang="en-US" sz="2300" kern="1200" spc="-14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programs</a:t>
            </a:r>
            <a:r>
              <a:rPr lang="en-US" sz="2300" kern="1200" spc="-1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are</a:t>
            </a:r>
            <a:r>
              <a:rPr lang="en-US" sz="2300" kern="1200" spc="-1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essential</a:t>
            </a:r>
            <a:r>
              <a:rPr lang="en-US" sz="2300" kern="1200" spc="-16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</a:t>
            </a:r>
            <a:r>
              <a:rPr lang="en-US" sz="2300" kern="1200" spc="-1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address</a:t>
            </a:r>
            <a:r>
              <a:rPr lang="en-US" sz="2300" kern="1200" spc="-1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</a:t>
            </a:r>
            <a:r>
              <a:rPr lang="en-US" sz="23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skills</a:t>
            </a:r>
            <a:r>
              <a:rPr lang="en-US" sz="2300" kern="1200" spc="-1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gap.</a:t>
            </a:r>
            <a:endParaRPr lang="en-US" sz="23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40665" marR="113030" indent="-228600" algn="l" rtl="0">
              <a:lnSpc>
                <a:spcPct val="90000"/>
              </a:lnSpc>
              <a:spcBef>
                <a:spcPts val="805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300" kern="1200" spc="-3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Organizations</a:t>
            </a:r>
            <a:r>
              <a:rPr lang="en-US" sz="2300" kern="1200" spc="-1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are</a:t>
            </a:r>
            <a:r>
              <a:rPr lang="en-US" sz="2300" kern="1200" spc="-1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investing</a:t>
            </a:r>
            <a:r>
              <a:rPr lang="en-US" sz="2300" kern="1200" spc="-1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</a:t>
            </a:r>
            <a:r>
              <a:rPr lang="en-US" sz="2300" kern="1200" spc="-1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security</a:t>
            </a:r>
            <a:r>
              <a:rPr lang="en-US" sz="2300" kern="1200" spc="-1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certifications</a:t>
            </a:r>
            <a:r>
              <a:rPr lang="en-US" sz="2300" kern="1200" spc="-1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9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like</a:t>
            </a:r>
            <a:r>
              <a:rPr lang="en-US" sz="2300" kern="1200" spc="-1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13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CCSP </a:t>
            </a:r>
            <a:r>
              <a:rPr lang="en-US" sz="2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sz="2300" kern="1200" spc="-2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CISSP.</a:t>
            </a:r>
            <a:endParaRPr lang="en-US" sz="23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40665" marR="464820" indent="-228600" algn="l" rtl="0">
              <a:lnSpc>
                <a:spcPct val="90000"/>
              </a:lnSpc>
              <a:spcBef>
                <a:spcPts val="795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Closing</a:t>
            </a:r>
            <a:r>
              <a:rPr lang="en-US" sz="2300" kern="1200" spc="-1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en-US" sz="2300" kern="1200" spc="-1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skills</a:t>
            </a:r>
            <a:r>
              <a:rPr lang="en-US" sz="2300" kern="1200" spc="-1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3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gap</a:t>
            </a:r>
            <a:r>
              <a:rPr lang="en-US" sz="2300" kern="1200" spc="-1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en-US" sz="2300" kern="1200" spc="-1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critical</a:t>
            </a:r>
            <a:r>
              <a:rPr lang="en-US" sz="2300" kern="1200" spc="-1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9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</a:t>
            </a:r>
            <a:r>
              <a:rPr lang="en-US" sz="2300" kern="1200" spc="-16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improving</a:t>
            </a:r>
            <a:r>
              <a:rPr lang="en-US" sz="2300" kern="1200" spc="-1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cloud</a:t>
            </a:r>
            <a:r>
              <a:rPr lang="en-US" sz="2300" kern="1200" spc="-1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security posture.</a:t>
            </a:r>
            <a:endParaRPr lang="en-US" sz="23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58399" cy="77716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1378809"/>
            <a:ext cx="603502" cy="763255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8065" y="695814"/>
            <a:ext cx="8998676" cy="214666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60995" y="917884"/>
            <a:ext cx="8202741" cy="17617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 algn="l" rtl="0">
              <a:lnSpc>
                <a:spcPct val="90000"/>
              </a:lnSpc>
              <a:spcBef>
                <a:spcPct val="0"/>
              </a:spcBef>
            </a:pPr>
            <a:r>
              <a:rPr lang="en-US" sz="4700" kern="1200" spc="-35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Security</a:t>
            </a:r>
            <a:r>
              <a:rPr lang="en-US" sz="4700" kern="1200" spc="-14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700" kern="1200" spc="-4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Automation</a:t>
            </a:r>
            <a:r>
              <a:rPr lang="en-US" sz="4700" kern="1200" spc="-14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700" kern="1200" spc="-7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</a:t>
            </a:r>
            <a:r>
              <a:rPr lang="en-US" sz="4700" kern="1200" spc="-15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Cloud</a:t>
            </a:r>
            <a:r>
              <a:rPr lang="en-US" sz="4700" kern="1200" spc="-165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700" kern="1200" spc="-1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Environments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62148" y="3419858"/>
            <a:ext cx="8201588" cy="35412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40665" marR="560070" indent="-228600" algn="l" rtl="0">
              <a:lnSpc>
                <a:spcPct val="90000"/>
              </a:lnSpc>
              <a:spcBef>
                <a:spcPts val="100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100" kern="1200" spc="-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Automation</a:t>
            </a:r>
            <a:r>
              <a:rPr lang="en-US" sz="2100" kern="1200" spc="-1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helps</a:t>
            </a:r>
            <a:r>
              <a:rPr lang="en-US" sz="2100" kern="1200" spc="-19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3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reduce</a:t>
            </a:r>
            <a:r>
              <a:rPr lang="en-US" sz="2100" kern="1200" spc="-1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manual</a:t>
            </a:r>
            <a:r>
              <a:rPr lang="en-US" sz="2100" kern="1200" spc="-1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errors</a:t>
            </a:r>
            <a:r>
              <a:rPr lang="en-US" sz="2100" kern="1200" spc="-1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sz="2100" kern="1200" spc="-1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3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improves</a:t>
            </a:r>
            <a:r>
              <a:rPr lang="en-US" sz="2100" kern="1200" spc="-1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cloud security.</a:t>
            </a:r>
            <a:endParaRPr lang="en-US" sz="21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40665" marR="578485" indent="-228600" algn="l" rtl="0">
              <a:lnSpc>
                <a:spcPct val="90000"/>
              </a:lnSpc>
              <a:spcBef>
                <a:spcPts val="805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100" kern="1200" spc="-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Automated</a:t>
            </a:r>
            <a:r>
              <a:rPr lang="en-US" sz="2100" kern="1200" spc="-16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tools</a:t>
            </a:r>
            <a:r>
              <a:rPr lang="en-US" sz="2100" kern="1200" spc="-1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</a:t>
            </a:r>
            <a:r>
              <a:rPr lang="en-US" sz="2100" kern="1200" spc="-1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9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identify</a:t>
            </a:r>
            <a:r>
              <a:rPr lang="en-US" sz="2100" kern="1200" spc="-1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3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misconfigurations</a:t>
            </a:r>
            <a:r>
              <a:rPr lang="en-US" sz="2100" kern="1200" spc="-1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sz="2100" kern="1200" spc="-16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enforce </a:t>
            </a:r>
            <a:r>
              <a:rPr lang="en-US" sz="2100" kern="1200" spc="-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security</a:t>
            </a:r>
            <a:r>
              <a:rPr lang="en-US" sz="2100" kern="1200" spc="-1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policies.</a:t>
            </a:r>
            <a:endParaRPr lang="en-US" sz="21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40665" marR="5080" indent="-228600" algn="l" rtl="0">
              <a:lnSpc>
                <a:spcPct val="90000"/>
              </a:lnSpc>
              <a:spcBef>
                <a:spcPts val="800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100" kern="1200" spc="-4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Security</a:t>
            </a:r>
            <a:r>
              <a:rPr lang="en-US" sz="2100" kern="1200" spc="-1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automation</a:t>
            </a:r>
            <a:r>
              <a:rPr lang="en-US" sz="2100" kern="1200" spc="-1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4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platforms</a:t>
            </a:r>
            <a:r>
              <a:rPr lang="en-US" sz="2100" kern="1200" spc="-1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6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provide</a:t>
            </a:r>
            <a:r>
              <a:rPr lang="en-US" sz="2100" kern="1200" spc="-1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real-</a:t>
            </a:r>
            <a:r>
              <a:rPr lang="en-US" sz="2100" kern="1200" spc="-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time</a:t>
            </a:r>
            <a:r>
              <a:rPr lang="en-US" sz="2100" kern="1200" spc="-1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1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threat</a:t>
            </a:r>
            <a:r>
              <a:rPr lang="en-US" sz="2100" kern="1200" spc="-1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detection </a:t>
            </a: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sz="2100" kern="1200" spc="-2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response.</a:t>
            </a:r>
            <a:endParaRPr lang="en-US" sz="21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40665" marR="311150" indent="-228600" algn="l" rtl="0">
              <a:lnSpc>
                <a:spcPct val="90000"/>
              </a:lnSpc>
              <a:spcBef>
                <a:spcPts val="805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100" kern="1200" spc="-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Automation</a:t>
            </a:r>
            <a:r>
              <a:rPr lang="en-US" sz="2100" kern="1200" spc="-19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reduces</a:t>
            </a:r>
            <a:r>
              <a:rPr lang="en-US" sz="2100" kern="1200" spc="-19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en-US" sz="2100" kern="1200" spc="-19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4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burden</a:t>
            </a:r>
            <a:r>
              <a:rPr lang="en-US" sz="2100" kern="1200" spc="-19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</a:t>
            </a:r>
            <a:r>
              <a:rPr lang="en-US" sz="2100" kern="1200" spc="-19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security</a:t>
            </a:r>
            <a:r>
              <a:rPr lang="en-US" sz="2100" kern="1200" spc="-1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teams</a:t>
            </a:r>
            <a:r>
              <a:rPr lang="en-US" sz="2100" kern="1200" spc="-1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6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by</a:t>
            </a:r>
            <a:r>
              <a:rPr lang="en-US" sz="2100" kern="1200" spc="-19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handling </a:t>
            </a:r>
            <a:r>
              <a:rPr lang="en-US" sz="2100" kern="1200" spc="-1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repetitive</a:t>
            </a:r>
            <a:r>
              <a:rPr lang="en-US" sz="2100" kern="1200" spc="-13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tasks.</a:t>
            </a:r>
            <a:endParaRPr lang="en-US" sz="21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40665" marR="598170" indent="-228600" algn="l" rtl="0">
              <a:lnSpc>
                <a:spcPct val="90000"/>
              </a:lnSpc>
              <a:spcBef>
                <a:spcPts val="795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Continuous</a:t>
            </a:r>
            <a:r>
              <a:rPr lang="en-US" sz="2100" kern="1200" spc="-1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security</a:t>
            </a:r>
            <a:r>
              <a:rPr lang="en-US" sz="2100" kern="1200" spc="-1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monitoring</a:t>
            </a:r>
            <a:r>
              <a:rPr lang="en-US" sz="2100" kern="1200" spc="-1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sz="2100" kern="1200" spc="-114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compliance</a:t>
            </a:r>
            <a:r>
              <a:rPr lang="en-US" sz="2100" kern="1200" spc="-14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checks</a:t>
            </a:r>
            <a:r>
              <a:rPr lang="en-US" sz="2100" kern="1200" spc="-1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are </a:t>
            </a:r>
            <a:r>
              <a:rPr lang="en-US" sz="2100" kern="1200" spc="-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automated</a:t>
            </a:r>
            <a:r>
              <a:rPr lang="en-US" sz="2100" kern="1200" spc="-1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</a:t>
            </a:r>
            <a:r>
              <a:rPr lang="en-US" sz="2100" kern="1200" spc="-1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3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modern</a:t>
            </a:r>
            <a:r>
              <a:rPr lang="en-US" sz="2100" kern="1200" spc="-1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cloud</a:t>
            </a:r>
            <a:r>
              <a:rPr lang="en-US" sz="2100" kern="1200" spc="-1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solutions.</a:t>
            </a:r>
            <a:endParaRPr lang="en-US" sz="21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91515" y="7350021"/>
            <a:ext cx="867537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58399" cy="77716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7126" y="438520"/>
            <a:ext cx="7620277" cy="1347477"/>
          </a:xfrm>
          <a:prstGeom prst="rect">
            <a:avLst/>
          </a:prstGeom>
        </p:spPr>
        <p:txBody>
          <a:bodyPr vert="horz" lIns="0" tIns="12065" rIns="0" bIns="0" rtlCol="0" anchor="b">
            <a:normAutofit/>
          </a:bodyPr>
          <a:lstStyle/>
          <a:p>
            <a:pPr marL="12700">
              <a:lnSpc>
                <a:spcPct val="90000"/>
              </a:lnSpc>
              <a:spcBef>
                <a:spcPts val="95"/>
              </a:spcBef>
            </a:pPr>
            <a:r>
              <a:rPr lang="en-GB" sz="4800" spc="-40" dirty="0"/>
              <a:t>Regulatory</a:t>
            </a:r>
            <a:r>
              <a:rPr lang="en-GB" sz="4800" spc="-125" dirty="0"/>
              <a:t> </a:t>
            </a:r>
            <a:r>
              <a:rPr lang="en-GB" sz="4800" dirty="0"/>
              <a:t>Compliance</a:t>
            </a:r>
            <a:r>
              <a:rPr lang="en-GB" sz="4800" spc="-120" dirty="0"/>
              <a:t> </a:t>
            </a:r>
            <a:r>
              <a:rPr lang="en-GB" sz="4800" spc="-70" dirty="0"/>
              <a:t>in</a:t>
            </a:r>
            <a:r>
              <a:rPr lang="en-GB" sz="4800" spc="-120" dirty="0"/>
              <a:t> </a:t>
            </a:r>
            <a:r>
              <a:rPr lang="en-GB" sz="4800" dirty="0"/>
              <a:t>Cloud</a:t>
            </a:r>
            <a:r>
              <a:rPr lang="en-GB" sz="4800" spc="-125" dirty="0"/>
              <a:t> </a:t>
            </a:r>
            <a:r>
              <a:rPr lang="en-GB" sz="4800" spc="-10" dirty="0"/>
              <a:t>Security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2264817"/>
            <a:ext cx="9648432" cy="88646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496822"/>
            <a:ext cx="9391273" cy="47008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654769" y="2946110"/>
            <a:ext cx="8368526" cy="3893602"/>
          </a:xfrm>
          <a:prstGeom prst="rect">
            <a:avLst/>
          </a:prstGeom>
        </p:spPr>
        <p:txBody>
          <a:bodyPr vert="horz" lIns="0" tIns="12700" rIns="0" bIns="0" rtlCol="0" anchor="ctr">
            <a:normAutofit/>
          </a:bodyPr>
          <a:lstStyle/>
          <a:p>
            <a:pPr marL="240665" marR="5080" indent="-228600">
              <a:lnSpc>
                <a:spcPct val="90000"/>
              </a:lnSpc>
              <a:spcBef>
                <a:spcPts val="100"/>
              </a:spcBef>
              <a:buSzPct val="45454"/>
              <a:buFont typeface="Symbol"/>
              <a:buChar char=""/>
              <a:tabLst>
                <a:tab pos="240665" algn="l"/>
              </a:tabLst>
            </a:pPr>
            <a:r>
              <a:rPr lang="en-GB" sz="2300" dirty="0"/>
              <a:t>Compliance</a:t>
            </a:r>
            <a:r>
              <a:rPr lang="en-GB" sz="2300" spc="-145" dirty="0"/>
              <a:t> </a:t>
            </a:r>
            <a:r>
              <a:rPr lang="en-GB" sz="2300" spc="-90" dirty="0"/>
              <a:t>with</a:t>
            </a:r>
            <a:r>
              <a:rPr lang="en-GB" sz="2300" spc="-160" dirty="0"/>
              <a:t> </a:t>
            </a:r>
            <a:r>
              <a:rPr lang="en-GB" sz="2300" spc="-45" dirty="0"/>
              <a:t>regulations</a:t>
            </a:r>
            <a:r>
              <a:rPr lang="en-GB" sz="2300" spc="-155" dirty="0"/>
              <a:t> </a:t>
            </a:r>
            <a:r>
              <a:rPr lang="en-GB" sz="2300" spc="-90" dirty="0"/>
              <a:t>like</a:t>
            </a:r>
            <a:r>
              <a:rPr lang="en-GB" sz="2300" spc="-160" dirty="0"/>
              <a:t> </a:t>
            </a:r>
            <a:r>
              <a:rPr lang="en-GB" sz="2300" dirty="0"/>
              <a:t>GDPR,</a:t>
            </a:r>
            <a:r>
              <a:rPr lang="en-GB" sz="2300" spc="-145" dirty="0"/>
              <a:t> </a:t>
            </a:r>
            <a:r>
              <a:rPr lang="en-GB" sz="2300" spc="-40" dirty="0"/>
              <a:t>HIPAA,</a:t>
            </a:r>
            <a:r>
              <a:rPr lang="en-GB" sz="2300" spc="-155" dirty="0"/>
              <a:t> </a:t>
            </a:r>
            <a:r>
              <a:rPr lang="en-GB" sz="2300" dirty="0"/>
              <a:t>and</a:t>
            </a:r>
            <a:r>
              <a:rPr lang="en-GB" sz="2300" spc="-155" dirty="0"/>
              <a:t> </a:t>
            </a:r>
            <a:r>
              <a:rPr lang="en-GB" sz="2300" dirty="0"/>
              <a:t>PCI-</a:t>
            </a:r>
            <a:r>
              <a:rPr lang="en-GB" sz="2300" spc="160" dirty="0"/>
              <a:t>DSS</a:t>
            </a:r>
            <a:r>
              <a:rPr lang="en-GB" sz="2300" spc="-155" dirty="0"/>
              <a:t> </a:t>
            </a:r>
            <a:r>
              <a:rPr lang="en-GB" sz="2300" dirty="0"/>
              <a:t>is</a:t>
            </a:r>
            <a:r>
              <a:rPr lang="en-GB" sz="2300" spc="-140" dirty="0"/>
              <a:t> </a:t>
            </a:r>
            <a:r>
              <a:rPr lang="en-GB" sz="2300" spc="-50" dirty="0"/>
              <a:t>a </a:t>
            </a:r>
            <a:r>
              <a:rPr lang="en-GB" sz="2300" spc="-60" dirty="0"/>
              <a:t>top</a:t>
            </a:r>
            <a:r>
              <a:rPr lang="en-GB" sz="2300" spc="-204" dirty="0"/>
              <a:t> </a:t>
            </a:r>
            <a:r>
              <a:rPr lang="en-GB" sz="2300" spc="-10" dirty="0"/>
              <a:t>priority.</a:t>
            </a:r>
          </a:p>
          <a:p>
            <a:pPr marL="240665" marR="791210" indent="-228600">
              <a:lnSpc>
                <a:spcPct val="90000"/>
              </a:lnSpc>
              <a:spcBef>
                <a:spcPts val="805"/>
              </a:spcBef>
              <a:buSzPct val="45454"/>
              <a:buFont typeface="Symbol"/>
              <a:buChar char=""/>
              <a:tabLst>
                <a:tab pos="240665" algn="l"/>
              </a:tabLst>
            </a:pPr>
            <a:r>
              <a:rPr lang="en-GB" sz="2300" dirty="0"/>
              <a:t>Cloud</a:t>
            </a:r>
            <a:r>
              <a:rPr lang="en-GB" sz="2300" spc="-160" dirty="0"/>
              <a:t> </a:t>
            </a:r>
            <a:r>
              <a:rPr lang="en-GB" sz="2300" spc="-40" dirty="0"/>
              <a:t>environments</a:t>
            </a:r>
            <a:r>
              <a:rPr lang="en-GB" sz="2300" spc="-160" dirty="0"/>
              <a:t> </a:t>
            </a:r>
            <a:r>
              <a:rPr lang="en-GB" sz="2300" dirty="0"/>
              <a:t>must</a:t>
            </a:r>
            <a:r>
              <a:rPr lang="en-GB" sz="2300" spc="-160" dirty="0"/>
              <a:t> </a:t>
            </a:r>
            <a:r>
              <a:rPr lang="en-GB" sz="2300" spc="-60" dirty="0"/>
              <a:t>meet</a:t>
            </a:r>
            <a:r>
              <a:rPr lang="en-GB" sz="2300" spc="-160" dirty="0"/>
              <a:t> </a:t>
            </a:r>
            <a:r>
              <a:rPr lang="en-GB" sz="2300" spc="-65" dirty="0"/>
              <a:t>stringent</a:t>
            </a:r>
            <a:r>
              <a:rPr lang="en-GB" sz="2300" spc="-155" dirty="0"/>
              <a:t> </a:t>
            </a:r>
            <a:r>
              <a:rPr lang="en-GB" sz="2300" spc="-55" dirty="0"/>
              <a:t>data</a:t>
            </a:r>
            <a:r>
              <a:rPr lang="en-GB" sz="2300" spc="-160" dirty="0"/>
              <a:t> </a:t>
            </a:r>
            <a:r>
              <a:rPr lang="en-GB" sz="2300" spc="-55" dirty="0"/>
              <a:t>privacy</a:t>
            </a:r>
            <a:r>
              <a:rPr lang="en-GB" sz="2300" spc="-160" dirty="0"/>
              <a:t> </a:t>
            </a:r>
            <a:r>
              <a:rPr lang="en-GB" sz="2300" spc="-25" dirty="0"/>
              <a:t>and </a:t>
            </a:r>
            <a:r>
              <a:rPr lang="en-GB" sz="2300" spc="-50" dirty="0"/>
              <a:t>security</a:t>
            </a:r>
            <a:r>
              <a:rPr lang="en-GB" sz="2300" spc="-165" dirty="0"/>
              <a:t> </a:t>
            </a:r>
            <a:r>
              <a:rPr lang="en-GB" sz="2300" spc="-10" dirty="0"/>
              <a:t>requirements.</a:t>
            </a:r>
          </a:p>
          <a:p>
            <a:pPr marL="240665" marR="1009650" indent="-228600">
              <a:lnSpc>
                <a:spcPct val="90000"/>
              </a:lnSpc>
              <a:spcBef>
                <a:spcPts val="800"/>
              </a:spcBef>
              <a:buSzPct val="45454"/>
              <a:buFont typeface="Symbol"/>
              <a:buChar char=""/>
              <a:tabLst>
                <a:tab pos="240665" algn="l"/>
              </a:tabLst>
            </a:pPr>
            <a:r>
              <a:rPr lang="en-GB" sz="2300" spc="-65" dirty="0"/>
              <a:t>Failure</a:t>
            </a:r>
            <a:r>
              <a:rPr lang="en-GB" sz="2300" spc="-185" dirty="0"/>
              <a:t> </a:t>
            </a:r>
            <a:r>
              <a:rPr lang="en-GB" sz="2300" spc="-80" dirty="0"/>
              <a:t>to</a:t>
            </a:r>
            <a:r>
              <a:rPr lang="en-GB" sz="2300" spc="-165" dirty="0"/>
              <a:t> </a:t>
            </a:r>
            <a:r>
              <a:rPr lang="en-GB" sz="2300" spc="-10" dirty="0"/>
              <a:t>comply</a:t>
            </a:r>
            <a:r>
              <a:rPr lang="en-GB" sz="2300" spc="-180" dirty="0"/>
              <a:t> </a:t>
            </a:r>
            <a:r>
              <a:rPr lang="en-GB" sz="2300" spc="-100" dirty="0"/>
              <a:t>with</a:t>
            </a:r>
            <a:r>
              <a:rPr lang="en-GB" sz="2300" spc="-175" dirty="0"/>
              <a:t> </a:t>
            </a:r>
            <a:r>
              <a:rPr lang="en-GB" sz="2300" spc="-40" dirty="0"/>
              <a:t>regulations</a:t>
            </a:r>
            <a:r>
              <a:rPr lang="en-GB" sz="2300" spc="-175" dirty="0"/>
              <a:t> </a:t>
            </a:r>
            <a:r>
              <a:rPr lang="en-GB" sz="2300" dirty="0"/>
              <a:t>can</a:t>
            </a:r>
            <a:r>
              <a:rPr lang="en-GB" sz="2300" spc="-180" dirty="0"/>
              <a:t> </a:t>
            </a:r>
            <a:r>
              <a:rPr lang="en-GB" sz="2300" spc="-55" dirty="0"/>
              <a:t>result</a:t>
            </a:r>
            <a:r>
              <a:rPr lang="en-GB" sz="2300" spc="-175" dirty="0"/>
              <a:t> </a:t>
            </a:r>
            <a:r>
              <a:rPr lang="en-GB" sz="2300" spc="-55" dirty="0"/>
              <a:t>in</a:t>
            </a:r>
            <a:r>
              <a:rPr lang="en-GB" sz="2300" spc="-175" dirty="0"/>
              <a:t> </a:t>
            </a:r>
            <a:r>
              <a:rPr lang="en-GB" sz="2300" spc="-35" dirty="0"/>
              <a:t>fines</a:t>
            </a:r>
            <a:r>
              <a:rPr lang="en-GB" sz="2300" spc="-180" dirty="0"/>
              <a:t> </a:t>
            </a:r>
            <a:r>
              <a:rPr lang="en-GB" sz="2300" spc="-25" dirty="0"/>
              <a:t>and </a:t>
            </a:r>
            <a:r>
              <a:rPr lang="en-GB" sz="2300" spc="-65" dirty="0"/>
              <a:t>reputational</a:t>
            </a:r>
            <a:r>
              <a:rPr lang="en-GB" sz="2300" spc="-125" dirty="0"/>
              <a:t> </a:t>
            </a:r>
            <a:r>
              <a:rPr lang="en-GB" sz="2300" spc="-10" dirty="0"/>
              <a:t>damage.</a:t>
            </a:r>
          </a:p>
          <a:p>
            <a:pPr marL="240665" marR="507365" indent="-228600">
              <a:lnSpc>
                <a:spcPct val="90000"/>
              </a:lnSpc>
              <a:spcBef>
                <a:spcPts val="805"/>
              </a:spcBef>
              <a:buSzPct val="45454"/>
              <a:buFont typeface="Symbol"/>
              <a:buChar char=""/>
              <a:tabLst>
                <a:tab pos="240665" algn="l"/>
              </a:tabLst>
            </a:pPr>
            <a:r>
              <a:rPr lang="en-GB" sz="2300" spc="-40" dirty="0"/>
              <a:t>Security</a:t>
            </a:r>
            <a:r>
              <a:rPr lang="en-GB" sz="2300" spc="-175" dirty="0"/>
              <a:t> </a:t>
            </a:r>
            <a:r>
              <a:rPr lang="en-GB" sz="2300" dirty="0"/>
              <a:t>teams</a:t>
            </a:r>
            <a:r>
              <a:rPr lang="en-GB" sz="2300" spc="-175" dirty="0"/>
              <a:t> </a:t>
            </a:r>
            <a:r>
              <a:rPr lang="en-GB" sz="2300" dirty="0"/>
              <a:t>must</a:t>
            </a:r>
            <a:r>
              <a:rPr lang="en-GB" sz="2300" spc="-175" dirty="0"/>
              <a:t> </a:t>
            </a:r>
            <a:r>
              <a:rPr lang="en-GB" sz="2300" spc="-50" dirty="0"/>
              <a:t>implement</a:t>
            </a:r>
            <a:r>
              <a:rPr lang="en-GB" sz="2300" spc="-175" dirty="0"/>
              <a:t> </a:t>
            </a:r>
            <a:r>
              <a:rPr lang="en-GB" sz="2300" spc="-55" dirty="0"/>
              <a:t>proper</a:t>
            </a:r>
            <a:r>
              <a:rPr lang="en-GB" sz="2300" spc="-170" dirty="0"/>
              <a:t> </a:t>
            </a:r>
            <a:r>
              <a:rPr lang="en-GB" sz="2300" spc="-60" dirty="0"/>
              <a:t>encryption,</a:t>
            </a:r>
            <a:r>
              <a:rPr lang="en-GB" sz="2300" spc="-175" dirty="0"/>
              <a:t> </a:t>
            </a:r>
            <a:r>
              <a:rPr lang="en-GB" sz="2300" spc="-90" dirty="0"/>
              <a:t>DLP,</a:t>
            </a:r>
            <a:r>
              <a:rPr lang="en-GB" sz="2300" spc="-175" dirty="0"/>
              <a:t> </a:t>
            </a:r>
            <a:r>
              <a:rPr lang="en-GB" sz="2300" spc="-25" dirty="0"/>
              <a:t>and </a:t>
            </a:r>
            <a:r>
              <a:rPr lang="en-GB" sz="2300" spc="65" dirty="0"/>
              <a:t>access</a:t>
            </a:r>
            <a:r>
              <a:rPr lang="en-GB" sz="2300" spc="-210" dirty="0"/>
              <a:t> </a:t>
            </a:r>
            <a:r>
              <a:rPr lang="en-GB" sz="2300" spc="-10" dirty="0"/>
              <a:t>controls.</a:t>
            </a:r>
          </a:p>
          <a:p>
            <a:pPr marL="240665" marR="244475" indent="-228600">
              <a:lnSpc>
                <a:spcPct val="90000"/>
              </a:lnSpc>
              <a:spcBef>
                <a:spcPts val="795"/>
              </a:spcBef>
              <a:buSzPct val="45454"/>
              <a:buFont typeface="Symbol"/>
              <a:buChar char=""/>
              <a:tabLst>
                <a:tab pos="240665" algn="l"/>
              </a:tabLst>
            </a:pPr>
            <a:r>
              <a:rPr lang="en-GB" sz="2300" dirty="0"/>
              <a:t>Cloud</a:t>
            </a:r>
            <a:r>
              <a:rPr lang="en-GB" sz="2300" spc="-150" dirty="0"/>
              <a:t> </a:t>
            </a:r>
            <a:r>
              <a:rPr lang="en-GB" sz="2300" spc="-50" dirty="0"/>
              <a:t>providers</a:t>
            </a:r>
            <a:r>
              <a:rPr lang="en-GB" sz="2300" spc="-135" dirty="0"/>
              <a:t> </a:t>
            </a:r>
            <a:r>
              <a:rPr lang="en-GB" sz="2300" dirty="0"/>
              <a:t>must</a:t>
            </a:r>
            <a:r>
              <a:rPr lang="en-GB" sz="2300" spc="-150" dirty="0"/>
              <a:t> </a:t>
            </a:r>
            <a:r>
              <a:rPr lang="en-GB" sz="2300" spc="-95" dirty="0"/>
              <a:t>offer</a:t>
            </a:r>
            <a:r>
              <a:rPr lang="en-GB" sz="2300" spc="-155" dirty="0"/>
              <a:t> </a:t>
            </a:r>
            <a:r>
              <a:rPr lang="en-GB" sz="2300" spc="-10" dirty="0"/>
              <a:t>compliance</a:t>
            </a:r>
            <a:r>
              <a:rPr lang="en-GB" sz="2300" spc="-160" dirty="0"/>
              <a:t> </a:t>
            </a:r>
            <a:r>
              <a:rPr lang="en-GB" sz="2300" spc="-55" dirty="0"/>
              <a:t>certifications</a:t>
            </a:r>
            <a:r>
              <a:rPr lang="en-GB" sz="2300" spc="-145" dirty="0"/>
              <a:t> </a:t>
            </a:r>
            <a:r>
              <a:rPr lang="en-GB" sz="2300" spc="-80" dirty="0"/>
              <a:t>to</a:t>
            </a:r>
            <a:r>
              <a:rPr lang="en-GB" sz="2300" spc="-135" dirty="0"/>
              <a:t> </a:t>
            </a:r>
            <a:r>
              <a:rPr lang="en-GB" sz="2300" spc="-10" dirty="0"/>
              <a:t>assure customers.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58399" cy="77716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1378809"/>
            <a:ext cx="603502" cy="763255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8065" y="695814"/>
            <a:ext cx="8998676" cy="214666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60995" y="917884"/>
            <a:ext cx="8202741" cy="17617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 algn="l" rtl="0">
              <a:lnSpc>
                <a:spcPct val="90000"/>
              </a:lnSpc>
              <a:spcBef>
                <a:spcPct val="0"/>
              </a:spcBef>
            </a:pPr>
            <a:r>
              <a:rPr lang="en-US" sz="4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Cloud</a:t>
            </a:r>
            <a:r>
              <a:rPr lang="en-US" sz="4700" kern="1200" spc="-15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700" kern="1200" spc="-2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Service</a:t>
            </a:r>
            <a:r>
              <a:rPr lang="en-US" sz="4700" kern="1200" spc="-15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700" kern="1200" spc="-7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Provider</a:t>
            </a:r>
            <a:r>
              <a:rPr lang="en-US" sz="4700" kern="1200" spc="-15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700" kern="1200" spc="-1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Security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62148" y="3419858"/>
            <a:ext cx="8201588" cy="35412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40665" marR="83820" indent="-228600" algn="l" rtl="0">
              <a:lnSpc>
                <a:spcPct val="90000"/>
              </a:lnSpc>
              <a:spcBef>
                <a:spcPts val="100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Cloud</a:t>
            </a:r>
            <a:r>
              <a:rPr lang="en-US" sz="2100" kern="1200" spc="-1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providers</a:t>
            </a:r>
            <a:r>
              <a:rPr lang="en-US" sz="2100" kern="1200" spc="-1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are</a:t>
            </a:r>
            <a:r>
              <a:rPr lang="en-US" sz="2100" kern="1200" spc="-1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responsible</a:t>
            </a:r>
            <a:r>
              <a:rPr lang="en-US" sz="2100" kern="1200" spc="-1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1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</a:t>
            </a:r>
            <a:r>
              <a:rPr lang="en-US" sz="2100" kern="1200" spc="-1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securing</a:t>
            </a:r>
            <a:r>
              <a:rPr lang="en-US" sz="2100" kern="1200" spc="-1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9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their</a:t>
            </a:r>
            <a:r>
              <a:rPr lang="en-US" sz="2100" kern="1200" spc="-1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4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infrastructure </a:t>
            </a: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sz="2100" kern="1200" spc="-1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offering</a:t>
            </a:r>
            <a:r>
              <a:rPr lang="en-US" sz="2100" kern="1200" spc="-16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security</a:t>
            </a:r>
            <a:r>
              <a:rPr lang="en-US" sz="2100" kern="1200" spc="-1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tools.</a:t>
            </a:r>
            <a:endParaRPr lang="en-US" sz="21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40665" marR="20320" indent="-228600" algn="l" rtl="0">
              <a:lnSpc>
                <a:spcPct val="90000"/>
              </a:lnSpc>
              <a:spcBef>
                <a:spcPts val="805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1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Shared</a:t>
            </a:r>
            <a:r>
              <a:rPr lang="en-US" sz="2100" kern="1200" spc="-1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responsibility</a:t>
            </a:r>
            <a:r>
              <a:rPr lang="en-US" sz="2100" kern="1200" spc="-14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models</a:t>
            </a:r>
            <a:r>
              <a:rPr lang="en-US" sz="2100" kern="1200" spc="-14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define</a:t>
            </a:r>
            <a:r>
              <a:rPr lang="en-US" sz="2100" kern="1200" spc="-1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what</a:t>
            </a:r>
            <a:r>
              <a:rPr lang="en-US" sz="2100" kern="1200" spc="-14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security</a:t>
            </a:r>
            <a:r>
              <a:rPr lang="en-US" sz="2100" kern="1200" spc="-1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measures</a:t>
            </a:r>
            <a:r>
              <a:rPr lang="en-US" sz="2100" kern="1200" spc="-14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</a:t>
            </a:r>
            <a:r>
              <a:rPr lang="en-US" sz="2100" kern="1200" spc="-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provider</a:t>
            </a:r>
            <a:r>
              <a:rPr lang="en-US" sz="2100" kern="1200" spc="-1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sz="2100" kern="1200" spc="-1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customer</a:t>
            </a:r>
            <a:r>
              <a:rPr lang="en-US" sz="2100" kern="1200" spc="-1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handle.</a:t>
            </a:r>
            <a:endParaRPr lang="en-US" sz="21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40665" marR="302260" indent="-228600" algn="l" rtl="0">
              <a:lnSpc>
                <a:spcPct val="90000"/>
              </a:lnSpc>
              <a:spcBef>
                <a:spcPts val="800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100" kern="1200" spc="-3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Organizations</a:t>
            </a:r>
            <a:r>
              <a:rPr lang="en-US" sz="2100" kern="1200" spc="-1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must</a:t>
            </a:r>
            <a:r>
              <a:rPr lang="en-US" sz="2100" kern="1200" spc="-1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configure</a:t>
            </a:r>
            <a:r>
              <a:rPr lang="en-US" sz="2100" kern="1200" spc="-1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cloud</a:t>
            </a:r>
            <a:r>
              <a:rPr lang="en-US" sz="2100" kern="1200" spc="-1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services</a:t>
            </a:r>
            <a:r>
              <a:rPr lang="en-US" sz="2100" kern="1200" spc="-1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properly</a:t>
            </a:r>
            <a:r>
              <a:rPr lang="en-US" sz="2100" kern="1200" spc="-1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</a:t>
            </a:r>
            <a:r>
              <a:rPr lang="en-US" sz="2100" kern="1200" spc="-1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avoid </a:t>
            </a:r>
            <a:r>
              <a:rPr lang="en-US" sz="2100" kern="1200" spc="-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security</a:t>
            </a:r>
            <a:r>
              <a:rPr lang="en-US" sz="2100" kern="1200" spc="-1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breaches.</a:t>
            </a:r>
            <a:endParaRPr lang="en-US" sz="21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40665" marR="114935" indent="-228600" algn="l" rtl="0">
              <a:lnSpc>
                <a:spcPct val="90000"/>
              </a:lnSpc>
              <a:spcBef>
                <a:spcPts val="805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100" kern="1200" spc="-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Providers</a:t>
            </a:r>
            <a:r>
              <a:rPr lang="en-US" sz="2100" kern="1200" spc="-1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9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offer</a:t>
            </a:r>
            <a:r>
              <a:rPr lang="en-US" sz="2100" kern="1200" spc="-1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built-</a:t>
            </a:r>
            <a:r>
              <a:rPr lang="en-US" sz="2100" kern="1200" spc="-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</a:t>
            </a:r>
            <a:r>
              <a:rPr lang="en-US" sz="2100" kern="1200" spc="-1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security</a:t>
            </a:r>
            <a:r>
              <a:rPr lang="en-US" sz="2100" kern="1200" spc="-1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6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features</a:t>
            </a:r>
            <a:r>
              <a:rPr lang="en-US" sz="2100" kern="1200" spc="-1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9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like</a:t>
            </a:r>
            <a:r>
              <a:rPr lang="en-US" sz="2100" kern="1200" spc="-1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encryption</a:t>
            </a:r>
            <a:r>
              <a:rPr lang="en-US" sz="2100" kern="1200" spc="-1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sz="2100" kern="1200" spc="-1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IAM </a:t>
            </a:r>
            <a:r>
              <a:rPr lang="en-US" sz="21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tools.</a:t>
            </a:r>
            <a:endParaRPr lang="en-US" sz="21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40665" marR="5080" indent="-228600" algn="l" rtl="0">
              <a:lnSpc>
                <a:spcPct val="90000"/>
              </a:lnSpc>
              <a:spcBef>
                <a:spcPts val="795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Customers</a:t>
            </a:r>
            <a:r>
              <a:rPr lang="en-US" sz="2100" kern="1200" spc="-16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are</a:t>
            </a:r>
            <a:r>
              <a:rPr lang="en-US" sz="2100" kern="1200" spc="-16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responsible</a:t>
            </a:r>
            <a:r>
              <a:rPr lang="en-US" sz="2100" kern="1200" spc="-1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1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</a:t>
            </a:r>
            <a:r>
              <a:rPr lang="en-US" sz="2100" kern="1200" spc="-1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securing</a:t>
            </a:r>
            <a:r>
              <a:rPr lang="en-US" sz="2100" kern="1200" spc="-1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9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their</a:t>
            </a:r>
            <a:r>
              <a:rPr lang="en-US" sz="2100" kern="1200" spc="-1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</a:t>
            </a:r>
            <a:r>
              <a:rPr lang="en-US" sz="2100" kern="1200" spc="-1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sz="2100" kern="1200" spc="-1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managing access.</a:t>
            </a:r>
            <a:endParaRPr lang="en-US" sz="21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91515" y="7350021"/>
            <a:ext cx="867537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58399" cy="77716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1378809"/>
            <a:ext cx="603502" cy="763255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8065" y="695814"/>
            <a:ext cx="8998676" cy="214666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60995" y="917884"/>
            <a:ext cx="8202741" cy="17617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 algn="l" rtl="0">
              <a:lnSpc>
                <a:spcPct val="90000"/>
              </a:lnSpc>
              <a:spcBef>
                <a:spcPct val="0"/>
              </a:spcBef>
            </a:pPr>
            <a:r>
              <a:rPr lang="en-US" sz="4700" kern="1200" spc="-105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Threat</a:t>
            </a:r>
            <a:r>
              <a:rPr lang="en-US" sz="4700" kern="1200" spc="-16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700" kern="1200" spc="-35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Intelligence</a:t>
            </a:r>
            <a:r>
              <a:rPr lang="en-US" sz="4700" kern="1200" spc="-16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and</a:t>
            </a:r>
            <a:r>
              <a:rPr lang="en-US" sz="4700" kern="1200" spc="-16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Cloud</a:t>
            </a:r>
            <a:r>
              <a:rPr lang="en-US" sz="4700" kern="1200" spc="-16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700" kern="1200" spc="-1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Security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62148" y="3419858"/>
            <a:ext cx="8201588" cy="35412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40665" marR="853440" indent="-228600" algn="l" rtl="0">
              <a:lnSpc>
                <a:spcPct val="90000"/>
              </a:lnSpc>
              <a:spcBef>
                <a:spcPts val="100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100" kern="1200" spc="-1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Threat</a:t>
            </a:r>
            <a:r>
              <a:rPr lang="en-US" sz="2100" kern="1200" spc="-1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intelligence</a:t>
            </a:r>
            <a:r>
              <a:rPr lang="en-US" sz="2100" kern="1200" spc="-1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helps</a:t>
            </a:r>
            <a:r>
              <a:rPr lang="en-US" sz="2100" kern="1200" spc="-1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9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identify</a:t>
            </a:r>
            <a:r>
              <a:rPr lang="en-US" sz="2100" kern="1200" spc="-1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sz="2100" kern="1200" spc="-1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respond</a:t>
            </a:r>
            <a:r>
              <a:rPr lang="en-US" sz="2100" kern="1200" spc="-1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</a:t>
            </a:r>
            <a:r>
              <a:rPr lang="en-US" sz="2100" kern="1200" spc="-1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emerging </a:t>
            </a:r>
            <a:r>
              <a:rPr lang="en-US" sz="2100" kern="1200" spc="-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threats</a:t>
            </a:r>
            <a:r>
              <a:rPr lang="en-US" sz="2100" kern="1200" spc="-19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</a:t>
            </a:r>
            <a:r>
              <a:rPr lang="en-US" sz="2100" kern="1200" spc="-1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cloud</a:t>
            </a:r>
            <a:r>
              <a:rPr lang="en-US" sz="2100" kern="1200" spc="-19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environments.</a:t>
            </a:r>
            <a:endParaRPr lang="en-US" sz="21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40665" marR="653415" indent="-228600" algn="l" rtl="0">
              <a:lnSpc>
                <a:spcPct val="90000"/>
              </a:lnSpc>
              <a:spcBef>
                <a:spcPts val="805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Cloud-based</a:t>
            </a:r>
            <a:r>
              <a:rPr lang="en-US" sz="2100" kern="1200" spc="-1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10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threat</a:t>
            </a:r>
            <a:r>
              <a:rPr lang="en-US" sz="2100" kern="1200" spc="-1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intelligence</a:t>
            </a:r>
            <a:r>
              <a:rPr lang="en-US" sz="2100" kern="1200" spc="-1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4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platforms</a:t>
            </a:r>
            <a:r>
              <a:rPr lang="en-US" sz="2100" kern="1200" spc="-1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6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provide</a:t>
            </a:r>
            <a:r>
              <a:rPr lang="en-US" sz="2100" kern="1200" spc="-1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real-</a:t>
            </a:r>
            <a:r>
              <a:rPr lang="en-US" sz="2100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time insights</a:t>
            </a:r>
            <a:r>
              <a:rPr lang="en-US" sz="2100" kern="1200" spc="-1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into</a:t>
            </a:r>
            <a:r>
              <a:rPr lang="en-US" sz="2100" kern="1200" spc="-16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4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global</a:t>
            </a:r>
            <a:r>
              <a:rPr lang="en-US" sz="2100" kern="1200" spc="-1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threats.</a:t>
            </a:r>
            <a:endParaRPr lang="en-US" sz="21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40665" marR="487045" indent="-228600" algn="l" rtl="0">
              <a:lnSpc>
                <a:spcPct val="90000"/>
              </a:lnSpc>
              <a:spcBef>
                <a:spcPts val="800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100" kern="1200" spc="-4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Security</a:t>
            </a:r>
            <a:r>
              <a:rPr lang="en-US" sz="2100" kern="1200" spc="-1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teams</a:t>
            </a:r>
            <a:r>
              <a:rPr lang="en-US" sz="2100" kern="1200" spc="-1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</a:t>
            </a:r>
            <a:r>
              <a:rPr lang="en-US" sz="2100" kern="1200" spc="-1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</a:t>
            </a:r>
            <a:r>
              <a:rPr lang="en-US" sz="2100" kern="1200" spc="-1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1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threat</a:t>
            </a:r>
            <a:r>
              <a:rPr lang="en-US" sz="2100" kern="1200" spc="-1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intelligence</a:t>
            </a:r>
            <a:r>
              <a:rPr lang="en-US" sz="2100" kern="1200" spc="-1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</a:t>
            </a:r>
            <a:r>
              <a:rPr lang="en-US" sz="2100" kern="1200" spc="-1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strengthen</a:t>
            </a:r>
            <a:r>
              <a:rPr lang="en-US" sz="2100" kern="1200" spc="-1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their </a:t>
            </a: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defenses</a:t>
            </a:r>
            <a:r>
              <a:rPr lang="en-US" sz="2100" kern="1200" spc="-19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against</a:t>
            </a:r>
            <a:r>
              <a:rPr lang="en-US" sz="2100" kern="1200" spc="-19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attacks.</a:t>
            </a:r>
            <a:endParaRPr lang="en-US" sz="21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40665" marR="5080" indent="-228600" algn="l" rtl="0">
              <a:lnSpc>
                <a:spcPct val="90000"/>
              </a:lnSpc>
              <a:spcBef>
                <a:spcPts val="805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100" kern="1200" spc="-3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Collaboration</a:t>
            </a:r>
            <a:r>
              <a:rPr lang="en-US" sz="2100" kern="1200" spc="-16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between</a:t>
            </a:r>
            <a:r>
              <a:rPr lang="en-US" sz="2100" kern="1200" spc="-1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cloud</a:t>
            </a:r>
            <a:r>
              <a:rPr lang="en-US" sz="2100" kern="1200" spc="-1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providers</a:t>
            </a:r>
            <a:r>
              <a:rPr lang="en-US" sz="2100" kern="1200" spc="-1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sz="2100" kern="1200" spc="-1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customers</a:t>
            </a:r>
            <a:r>
              <a:rPr lang="en-US" sz="2100" kern="1200" spc="-1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enhances </a:t>
            </a:r>
            <a:r>
              <a:rPr lang="en-US" sz="2100" kern="1200" spc="-10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threat</a:t>
            </a:r>
            <a:r>
              <a:rPr lang="en-US" sz="2100" kern="1200" spc="-1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intelligence</a:t>
            </a:r>
            <a:r>
              <a:rPr lang="en-US" sz="2100" kern="1200" spc="-1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sharing.</a:t>
            </a:r>
            <a:endParaRPr lang="en-US" sz="21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40665" marR="259715" indent="-228600" algn="l" rtl="0">
              <a:lnSpc>
                <a:spcPct val="90000"/>
              </a:lnSpc>
              <a:spcBef>
                <a:spcPts val="795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100" kern="1200" spc="-1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Threat</a:t>
            </a:r>
            <a:r>
              <a:rPr lang="en-US" sz="2100" kern="1200" spc="-1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intelligence</a:t>
            </a:r>
            <a:r>
              <a:rPr lang="en-US" sz="2100" kern="1200" spc="-1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3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feeds</a:t>
            </a:r>
            <a:r>
              <a:rPr lang="en-US" sz="2100" kern="1200" spc="-1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</a:t>
            </a:r>
            <a:r>
              <a:rPr lang="en-US" sz="2100" kern="1200" spc="-1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3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</a:t>
            </a:r>
            <a:r>
              <a:rPr lang="en-US" sz="2100" kern="1200" spc="-1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9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integrated</a:t>
            </a:r>
            <a:r>
              <a:rPr lang="en-US" sz="2100" kern="1200" spc="-1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1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</a:t>
            </a:r>
            <a:r>
              <a:rPr lang="en-US" sz="2100" kern="1200" spc="-1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SIEM</a:t>
            </a:r>
            <a:r>
              <a:rPr lang="en-US" sz="2100" kern="1200" spc="-1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sz="2100" kern="1200" spc="-1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other </a:t>
            </a:r>
            <a:r>
              <a:rPr lang="en-US" sz="2100" kern="1200" spc="-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security</a:t>
            </a:r>
            <a:r>
              <a:rPr lang="en-US" sz="2100" kern="1200" spc="-1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tools.</a:t>
            </a:r>
            <a:endParaRPr lang="en-US" sz="21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91515" y="7350021"/>
            <a:ext cx="867537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58399" cy="77716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1378809"/>
            <a:ext cx="603502" cy="763255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8065" y="695814"/>
            <a:ext cx="8998676" cy="214666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60995" y="917884"/>
            <a:ext cx="8202741" cy="17617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 algn="l" rtl="0">
              <a:lnSpc>
                <a:spcPct val="90000"/>
              </a:lnSpc>
              <a:spcBef>
                <a:spcPct val="0"/>
              </a:spcBef>
            </a:pPr>
            <a:r>
              <a:rPr lang="en-US" sz="4700" kern="1200" spc="-45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Visibility</a:t>
            </a:r>
            <a:r>
              <a:rPr lang="en-US" sz="4700" kern="1200" spc="-155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and</a:t>
            </a:r>
            <a:r>
              <a:rPr lang="en-US" sz="4700" kern="1200" spc="-17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700" kern="1200" spc="-25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Control</a:t>
            </a:r>
            <a:r>
              <a:rPr lang="en-US" sz="4700" kern="1200" spc="-15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700" kern="1200" spc="-7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</a:t>
            </a:r>
            <a:r>
              <a:rPr lang="en-US" sz="4700" kern="1200" spc="-165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Cloud</a:t>
            </a:r>
            <a:r>
              <a:rPr lang="en-US" sz="4700" kern="1200" spc="-18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700" kern="1200" spc="-1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Security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62148" y="3419858"/>
            <a:ext cx="8201588" cy="35412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40665" indent="-228600" algn="l" rtl="0">
              <a:lnSpc>
                <a:spcPct val="90000"/>
              </a:lnSpc>
              <a:spcBef>
                <a:spcPts val="1375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3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Lack</a:t>
            </a:r>
            <a:r>
              <a:rPr lang="en-US" sz="2300" kern="1200" spc="-17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7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</a:t>
            </a:r>
            <a:r>
              <a:rPr lang="en-US" sz="2300" kern="1200" spc="-16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75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visibility</a:t>
            </a:r>
            <a:r>
              <a:rPr lang="en-US" sz="2300" kern="1200" spc="-16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en-US" sz="2300" kern="1200" spc="-16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</a:t>
            </a:r>
            <a:r>
              <a:rPr lang="en-US" sz="2300" kern="1200" spc="-16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common</a:t>
            </a:r>
            <a:r>
              <a:rPr lang="en-US" sz="2300" kern="1200" spc="-16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4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challenge</a:t>
            </a:r>
            <a:r>
              <a:rPr lang="en-US" sz="2300" kern="1200" spc="-17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55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</a:t>
            </a:r>
            <a:r>
              <a:rPr lang="en-US" sz="2300" kern="1200" spc="-16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cloud</a:t>
            </a:r>
            <a:r>
              <a:rPr lang="en-US" sz="2300" kern="1200" spc="-16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security.</a:t>
            </a:r>
            <a:endParaRPr lang="en-US" sz="23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40665" marR="219710" indent="-228600" algn="l" rtl="0">
              <a:lnSpc>
                <a:spcPct val="90000"/>
              </a:lnSpc>
              <a:spcBef>
                <a:spcPts val="805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300" kern="1200" spc="-4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Security</a:t>
            </a:r>
            <a:r>
              <a:rPr lang="en-US" sz="2300" kern="1200" spc="-18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teams</a:t>
            </a:r>
            <a:r>
              <a:rPr lang="en-US" sz="2300" kern="1200" spc="-18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3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need</a:t>
            </a:r>
            <a:r>
              <a:rPr lang="en-US" sz="2300" kern="1200" spc="-18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tools</a:t>
            </a:r>
            <a:r>
              <a:rPr lang="en-US" sz="2300" kern="1200" spc="-18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95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that</a:t>
            </a:r>
            <a:r>
              <a:rPr lang="en-US" sz="2300" kern="1200" spc="-18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65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provide</a:t>
            </a:r>
            <a:r>
              <a:rPr lang="en-US" sz="2300" kern="1200" spc="-18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8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real-</a:t>
            </a:r>
            <a:r>
              <a:rPr lang="en-US" sz="2300" kern="1200" spc="-65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time</a:t>
            </a:r>
            <a:r>
              <a:rPr lang="en-US" sz="2300" kern="1200" spc="-19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75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visibility</a:t>
            </a:r>
            <a:r>
              <a:rPr lang="en-US" sz="2300" kern="1200" spc="-18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into </a:t>
            </a:r>
            <a:r>
              <a:rPr lang="en-US" sz="23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cloud</a:t>
            </a:r>
            <a:r>
              <a:rPr lang="en-US" sz="2300" kern="1200" spc="-17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environments.</a:t>
            </a:r>
            <a:endParaRPr lang="en-US" sz="23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40665" marR="141605" indent="-228600" algn="l" rtl="0">
              <a:lnSpc>
                <a:spcPct val="90000"/>
              </a:lnSpc>
              <a:spcBef>
                <a:spcPts val="805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300" kern="1200" spc="-55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Centralized</a:t>
            </a:r>
            <a:r>
              <a:rPr lang="en-US" sz="2300" kern="1200" spc="-10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dashboards</a:t>
            </a:r>
            <a:r>
              <a:rPr lang="en-US" sz="2300" kern="1200" spc="-9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45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help</a:t>
            </a:r>
            <a:r>
              <a:rPr lang="en-US" sz="2300" kern="1200" spc="-114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5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monitor</a:t>
            </a:r>
            <a:r>
              <a:rPr lang="en-US" sz="2300" kern="1200" spc="-1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45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security</a:t>
            </a:r>
            <a:r>
              <a:rPr lang="en-US" sz="2300" kern="1200" spc="-114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across</a:t>
            </a:r>
            <a:r>
              <a:rPr lang="en-US" sz="2300" kern="1200" spc="-1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multiple clouds.</a:t>
            </a:r>
            <a:endParaRPr lang="en-US" sz="23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40665" marR="5080" indent="-228600" algn="l" rtl="0">
              <a:lnSpc>
                <a:spcPct val="90000"/>
              </a:lnSpc>
              <a:spcBef>
                <a:spcPts val="810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300" kern="1200" spc="-7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Visibility</a:t>
            </a:r>
            <a:r>
              <a:rPr lang="en-US" sz="2300" kern="1200" spc="-15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en-US" sz="2300" kern="1200" spc="-14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65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critical</a:t>
            </a:r>
            <a:r>
              <a:rPr lang="en-US" sz="2300" kern="1200" spc="-14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95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</a:t>
            </a:r>
            <a:r>
              <a:rPr lang="en-US" sz="2300" kern="1200" spc="-15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7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detecting</a:t>
            </a:r>
            <a:r>
              <a:rPr lang="en-US" sz="2300" kern="1200" spc="-14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85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threats,</a:t>
            </a:r>
            <a:r>
              <a:rPr lang="en-US" sz="2300" kern="1200" spc="-14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4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misconfigurations,</a:t>
            </a:r>
            <a:r>
              <a:rPr lang="en-US" sz="2300" kern="1200" spc="-13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25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</a:t>
            </a:r>
            <a:r>
              <a:rPr lang="en-US" sz="23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compliance</a:t>
            </a:r>
            <a:r>
              <a:rPr lang="en-US" sz="2300" kern="1200" spc="-17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violations.</a:t>
            </a:r>
            <a:endParaRPr lang="en-US" sz="23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40665" marR="294640" indent="-228600" algn="l" rtl="0">
              <a:lnSpc>
                <a:spcPct val="90000"/>
              </a:lnSpc>
              <a:spcBef>
                <a:spcPts val="800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3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Cloud</a:t>
            </a:r>
            <a:r>
              <a:rPr lang="en-US" sz="2300" kern="1200" spc="-16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45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security</a:t>
            </a:r>
            <a:r>
              <a:rPr lang="en-US" sz="2300" kern="1200" spc="-15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4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platforms</a:t>
            </a:r>
            <a:r>
              <a:rPr lang="en-US" sz="2300" kern="1200" spc="-14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offer</a:t>
            </a:r>
            <a:r>
              <a:rPr lang="en-US" sz="2300" kern="1200" spc="-15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55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granular</a:t>
            </a:r>
            <a:r>
              <a:rPr lang="en-US" sz="2300" kern="1200" spc="-15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55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control</a:t>
            </a:r>
            <a:r>
              <a:rPr lang="en-US" sz="2300" kern="1200" spc="-14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75">
                <a:solidFill>
                  <a:schemeClr val="tx1"/>
                </a:solidFill>
                <a:latin typeface="+mn-lt"/>
                <a:ea typeface="+mn-ea"/>
                <a:cs typeface="+mn-cs"/>
              </a:rPr>
              <a:t>over</a:t>
            </a:r>
            <a:r>
              <a:rPr lang="en-US" sz="2300" kern="1200" spc="-15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55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</a:t>
            </a:r>
            <a:r>
              <a:rPr lang="en-US" sz="2300" kern="1200" spc="-15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25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</a:t>
            </a:r>
            <a:r>
              <a:rPr lang="en-US" sz="23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access.</a:t>
            </a:r>
            <a:endParaRPr lang="en-US" sz="23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91515" y="7350021"/>
            <a:ext cx="867537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58399" cy="77716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7126" y="438520"/>
            <a:ext cx="7620277" cy="134747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12700" algn="l" rtl="0">
              <a:lnSpc>
                <a:spcPct val="90000"/>
              </a:lnSpc>
              <a:spcBef>
                <a:spcPct val="0"/>
              </a:spcBef>
            </a:pPr>
            <a:r>
              <a:rPr lang="en-US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Cloud</a:t>
            </a:r>
            <a:r>
              <a:rPr lang="en-US" sz="4400" kern="1200" spc="-16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400" kern="1200" spc="-35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Security</a:t>
            </a:r>
            <a:r>
              <a:rPr lang="en-US" sz="4400" kern="1200" spc="-145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and</a:t>
            </a:r>
            <a:r>
              <a:rPr lang="en-US" sz="4400" kern="1200" spc="-155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400" kern="1200" spc="-3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Incident</a:t>
            </a:r>
            <a:r>
              <a:rPr lang="en-US" sz="4400" kern="1200" spc="-16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400" kern="1200" spc="-1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Response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2264817"/>
            <a:ext cx="9648432" cy="88646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496822"/>
            <a:ext cx="9391273" cy="47008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bject 3"/>
          <p:cNvSpPr txBox="1"/>
          <p:nvPr/>
        </p:nvSpPr>
        <p:spPr>
          <a:xfrm>
            <a:off x="654769" y="2946110"/>
            <a:ext cx="8368526" cy="38936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40665" marR="123825" indent="-228600" algn="l" rtl="0">
              <a:lnSpc>
                <a:spcPct val="90000"/>
              </a:lnSpc>
              <a:spcBef>
                <a:spcPts val="100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300" kern="1200" spc="-45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Incident</a:t>
            </a:r>
            <a:r>
              <a:rPr lang="en-US" sz="2300" kern="1200" spc="-17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response</a:t>
            </a:r>
            <a:r>
              <a:rPr lang="en-US" sz="2300" kern="1200" spc="-17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55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</a:t>
            </a:r>
            <a:r>
              <a:rPr lang="en-US" sz="2300" kern="1200" spc="-17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cloud</a:t>
            </a:r>
            <a:r>
              <a:rPr lang="en-US" sz="2300" kern="1200" spc="-17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4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environments</a:t>
            </a:r>
            <a:r>
              <a:rPr lang="en-US" sz="2300" kern="1200" spc="-16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5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requires</a:t>
            </a:r>
            <a:r>
              <a:rPr lang="en-US" sz="2300" kern="1200" spc="-17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55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fast</a:t>
            </a:r>
            <a:r>
              <a:rPr lang="en-US" sz="2300" kern="1200" spc="-17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detection </a:t>
            </a:r>
            <a:r>
              <a:rPr lang="en-US" sz="23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sz="2300" kern="1200" spc="-2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mitigation.</a:t>
            </a:r>
            <a:endParaRPr lang="en-US" sz="23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40665" indent="-228600" algn="l" rtl="0">
              <a:lnSpc>
                <a:spcPct val="90000"/>
              </a:lnSpc>
              <a:spcBef>
                <a:spcPts val="1270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300" kern="1200" spc="-5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Automated</a:t>
            </a:r>
            <a:r>
              <a:rPr lang="en-US" sz="2300" kern="1200" spc="-16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55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incident</a:t>
            </a:r>
            <a:r>
              <a:rPr lang="en-US" sz="2300" kern="1200" spc="-15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response</a:t>
            </a:r>
            <a:r>
              <a:rPr lang="en-US" sz="2300" kern="1200" spc="-16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tools</a:t>
            </a:r>
            <a:r>
              <a:rPr lang="en-US" sz="2300" kern="1200" spc="-15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4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help</a:t>
            </a:r>
            <a:r>
              <a:rPr lang="en-US" sz="2300" kern="1200" spc="-15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3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reduce</a:t>
            </a:r>
            <a:r>
              <a:rPr lang="en-US" sz="2300" kern="1200" spc="-15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response</a:t>
            </a:r>
            <a:r>
              <a:rPr lang="en-US" sz="2300" kern="1200" spc="-16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times.</a:t>
            </a:r>
            <a:endParaRPr lang="en-US" sz="23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40665" marR="71755" indent="-228600" algn="l" rtl="0">
              <a:lnSpc>
                <a:spcPct val="90000"/>
              </a:lnSpc>
              <a:spcBef>
                <a:spcPts val="805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300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Clear</a:t>
            </a:r>
            <a:r>
              <a:rPr lang="en-US" sz="2300" kern="1200" spc="-17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5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incident</a:t>
            </a:r>
            <a:r>
              <a:rPr lang="en-US" sz="2300" kern="1200" spc="-17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response</a:t>
            </a:r>
            <a:r>
              <a:rPr lang="en-US" sz="2300" kern="1200" spc="-17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protocols</a:t>
            </a:r>
            <a:r>
              <a:rPr lang="en-US" sz="2300" kern="1200" spc="-17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must</a:t>
            </a:r>
            <a:r>
              <a:rPr lang="en-US" sz="2300" kern="1200" spc="-17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3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</a:t>
            </a:r>
            <a:r>
              <a:rPr lang="en-US" sz="2300" kern="1200" spc="-16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established</a:t>
            </a:r>
            <a:r>
              <a:rPr lang="en-US" sz="2300" kern="1200" spc="-17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95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</a:t>
            </a:r>
            <a:r>
              <a:rPr lang="en-US" sz="2300" kern="1200" spc="-17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cloud assets.</a:t>
            </a:r>
            <a:endParaRPr lang="en-US" sz="23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40665" marR="359410" indent="-228600" algn="l" rtl="0">
              <a:lnSpc>
                <a:spcPct val="90000"/>
              </a:lnSpc>
              <a:spcBef>
                <a:spcPts val="810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300" kern="1200" spc="-35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Organizations</a:t>
            </a:r>
            <a:r>
              <a:rPr lang="en-US" sz="2300" kern="1200" spc="-16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must</a:t>
            </a:r>
            <a:r>
              <a:rPr lang="en-US" sz="2300" kern="1200" spc="-14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continuously</a:t>
            </a:r>
            <a:r>
              <a:rPr lang="en-US" sz="2300" kern="1200" spc="-15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5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monitor</a:t>
            </a:r>
            <a:r>
              <a:rPr lang="en-US" sz="2300" kern="1200" spc="-15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cloud</a:t>
            </a:r>
            <a:r>
              <a:rPr lang="en-US" sz="2300" kern="1200" spc="-15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environments </a:t>
            </a:r>
            <a:r>
              <a:rPr lang="en-US" sz="2300" kern="1200" spc="-95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</a:t>
            </a:r>
            <a:r>
              <a:rPr lang="en-US" sz="2300" kern="1200" spc="-19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5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security</a:t>
            </a:r>
            <a:r>
              <a:rPr lang="en-US" sz="2300" kern="1200" spc="-18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incidents.</a:t>
            </a:r>
            <a:endParaRPr lang="en-US" sz="23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40665" marR="5080" indent="-228600" algn="l" rtl="0">
              <a:lnSpc>
                <a:spcPct val="90000"/>
              </a:lnSpc>
              <a:spcBef>
                <a:spcPts val="800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300" kern="1200" spc="-35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Collaboration</a:t>
            </a:r>
            <a:r>
              <a:rPr lang="en-US" sz="2300" kern="1200" spc="-16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65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between</a:t>
            </a:r>
            <a:r>
              <a:rPr lang="en-US" sz="2300" kern="1200" spc="-15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cloud</a:t>
            </a:r>
            <a:r>
              <a:rPr lang="en-US" sz="2300" kern="1200" spc="-15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5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providers</a:t>
            </a:r>
            <a:r>
              <a:rPr lang="en-US" sz="2300" kern="1200" spc="-15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sz="2300" kern="1200" spc="-15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customers</a:t>
            </a:r>
            <a:r>
              <a:rPr lang="en-US" sz="2300" kern="1200" spc="-15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enhances </a:t>
            </a:r>
            <a:r>
              <a:rPr lang="en-US" sz="2300" kern="1200" spc="-55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incident</a:t>
            </a:r>
            <a:r>
              <a:rPr lang="en-US" sz="2300" kern="1200" spc="-16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response.</a:t>
            </a:r>
            <a:endParaRPr lang="en-US" sz="23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58399" cy="77716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1378809"/>
            <a:ext cx="603502" cy="763255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8065" y="695814"/>
            <a:ext cx="8998676" cy="214666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60995" y="917884"/>
            <a:ext cx="8202741" cy="17617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 algn="l" rtl="0">
              <a:lnSpc>
                <a:spcPct val="90000"/>
              </a:lnSpc>
              <a:spcBef>
                <a:spcPct val="0"/>
              </a:spcBef>
            </a:pPr>
            <a:r>
              <a:rPr lang="en-US" sz="4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Cloud</a:t>
            </a:r>
            <a:r>
              <a:rPr lang="en-US" sz="4700" kern="1200" spc="-16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700" kern="1200" spc="65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Access</a:t>
            </a:r>
            <a:r>
              <a:rPr lang="en-US" sz="4700" kern="1200" spc="-16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700" kern="1200" spc="-1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Controls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62148" y="3419858"/>
            <a:ext cx="8201588" cy="35412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40665" marR="720725" indent="-228600" algn="l" rtl="0">
              <a:lnSpc>
                <a:spcPct val="90000"/>
              </a:lnSpc>
              <a:spcBef>
                <a:spcPts val="100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100" kern="1200" spc="-3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Strong</a:t>
            </a:r>
            <a:r>
              <a:rPr lang="en-US" sz="2100" kern="1200" spc="-13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access</a:t>
            </a:r>
            <a:r>
              <a:rPr lang="en-US" sz="2100" kern="1200" spc="-13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control</a:t>
            </a:r>
            <a:r>
              <a:rPr lang="en-US" sz="2100" kern="1200" spc="-13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mechanisms</a:t>
            </a:r>
            <a:r>
              <a:rPr lang="en-US" sz="2100" kern="1200" spc="-1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are</a:t>
            </a:r>
            <a:r>
              <a:rPr lang="en-US" sz="2100" kern="1200" spc="-14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essential</a:t>
            </a:r>
            <a:r>
              <a:rPr lang="en-US" sz="2100" kern="1200" spc="-14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</a:t>
            </a:r>
            <a:r>
              <a:rPr lang="en-US" sz="2100" kern="1200" spc="-13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cloud environments.</a:t>
            </a:r>
            <a:endParaRPr lang="en-US" sz="21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40665" marR="331470" indent="-228600" algn="l" rtl="0">
              <a:lnSpc>
                <a:spcPct val="90000"/>
              </a:lnSpc>
              <a:spcBef>
                <a:spcPts val="805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100" kern="1200" spc="-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Identity</a:t>
            </a:r>
            <a:r>
              <a:rPr lang="en-US" sz="2100" kern="1200" spc="-1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sz="2100" kern="1200" spc="-1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access</a:t>
            </a:r>
            <a:r>
              <a:rPr lang="en-US" sz="2100" kern="1200" spc="-1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3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management</a:t>
            </a:r>
            <a:r>
              <a:rPr lang="en-US" sz="2100" kern="1200" spc="-1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(IAM)</a:t>
            </a:r>
            <a:r>
              <a:rPr lang="en-US" sz="2100" kern="1200" spc="-16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systems</a:t>
            </a:r>
            <a:r>
              <a:rPr lang="en-US" sz="2100" kern="1200" spc="-1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help</a:t>
            </a:r>
            <a:r>
              <a:rPr lang="en-US" sz="2100" kern="1200" spc="-1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control </a:t>
            </a:r>
            <a:r>
              <a:rPr lang="en-US" sz="2100" kern="1200" spc="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access</a:t>
            </a:r>
            <a:r>
              <a:rPr lang="en-US" sz="2100" kern="1200" spc="-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</a:t>
            </a:r>
            <a:r>
              <a:rPr lang="en-US" sz="2100" kern="1200" spc="-19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cloud</a:t>
            </a:r>
            <a:r>
              <a:rPr lang="en-US" sz="2100" kern="1200" spc="-19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resources.</a:t>
            </a:r>
            <a:endParaRPr lang="en-US" sz="21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40665" marR="476884" indent="-228600" algn="l" rtl="0">
              <a:lnSpc>
                <a:spcPct val="90000"/>
              </a:lnSpc>
              <a:spcBef>
                <a:spcPts val="800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100" kern="1200" spc="-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Multi-</a:t>
            </a:r>
            <a:r>
              <a:rPr lang="en-US" sz="2100" kern="1200" spc="-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factor</a:t>
            </a:r>
            <a:r>
              <a:rPr lang="en-US" sz="2100" kern="1200" spc="-1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authentication</a:t>
            </a:r>
            <a:r>
              <a:rPr lang="en-US" sz="2100" kern="1200" spc="-1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6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(MFA)</a:t>
            </a:r>
            <a:r>
              <a:rPr lang="en-US" sz="2100" kern="1200" spc="-1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adds</a:t>
            </a:r>
            <a:r>
              <a:rPr lang="en-US" sz="2100" kern="1200" spc="-1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</a:t>
            </a:r>
            <a:r>
              <a:rPr lang="en-US" sz="2100" kern="1200" spc="-1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layer</a:t>
            </a:r>
            <a:r>
              <a:rPr lang="en-US" sz="2100" kern="1200" spc="-1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</a:t>
            </a:r>
            <a:r>
              <a:rPr lang="en-US" sz="2100" kern="1200" spc="-1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security</a:t>
            </a:r>
            <a:r>
              <a:rPr lang="en-US" sz="2100" kern="1200" spc="-1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</a:t>
            </a:r>
            <a:r>
              <a:rPr lang="en-US" sz="2100" kern="1200" spc="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access</a:t>
            </a:r>
            <a:r>
              <a:rPr lang="en-US" sz="2100" kern="1200" spc="-2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controls.</a:t>
            </a:r>
            <a:endParaRPr lang="en-US" sz="21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40665" marR="600710" indent="-228600" algn="l" rtl="0">
              <a:lnSpc>
                <a:spcPct val="90000"/>
              </a:lnSpc>
              <a:spcBef>
                <a:spcPts val="805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100" kern="1200" spc="-3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Role-</a:t>
            </a: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based</a:t>
            </a:r>
            <a:r>
              <a:rPr lang="en-US" sz="2100" kern="1200" spc="-1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access</a:t>
            </a:r>
            <a:r>
              <a:rPr lang="en-US" sz="2100" kern="1200" spc="-16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control</a:t>
            </a:r>
            <a:r>
              <a:rPr lang="en-US" sz="2100" kern="1200" spc="-16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(RBAC)</a:t>
            </a:r>
            <a:r>
              <a:rPr lang="en-US" sz="2100" kern="1200" spc="-1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limits</a:t>
            </a:r>
            <a:r>
              <a:rPr lang="en-US" sz="2100" kern="1200" spc="-1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users</a:t>
            </a:r>
            <a:r>
              <a:rPr lang="en-US" sz="2100" kern="1200" spc="-1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</a:t>
            </a:r>
            <a:r>
              <a:rPr lang="en-US" sz="2100" kern="1200" spc="-1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en-US" sz="2100" kern="1200" spc="-1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least </a:t>
            </a:r>
            <a:r>
              <a:rPr lang="en-US" sz="2100" kern="1200" spc="-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privilege</a:t>
            </a:r>
            <a:r>
              <a:rPr lang="en-US" sz="2100" kern="1200" spc="-1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necessary.</a:t>
            </a:r>
            <a:endParaRPr lang="en-US" sz="21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40665" marR="5080" indent="-228600" algn="l" rtl="0">
              <a:lnSpc>
                <a:spcPct val="90000"/>
              </a:lnSpc>
              <a:spcBef>
                <a:spcPts val="795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100" kern="1200" spc="-4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Logging</a:t>
            </a:r>
            <a:r>
              <a:rPr lang="en-US" sz="2100" kern="1200" spc="-1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sz="2100" kern="1200" spc="-1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6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auditing</a:t>
            </a:r>
            <a:r>
              <a:rPr lang="en-US" sz="2100" kern="1200" spc="-1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access</a:t>
            </a:r>
            <a:r>
              <a:rPr lang="en-US" sz="2100" kern="1200" spc="-1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6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activities</a:t>
            </a:r>
            <a:r>
              <a:rPr lang="en-US" sz="2100" kern="1200" spc="-1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are</a:t>
            </a:r>
            <a:r>
              <a:rPr lang="en-US" sz="2100" kern="1200" spc="-1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critical</a:t>
            </a:r>
            <a:r>
              <a:rPr lang="en-US" sz="2100" kern="1200" spc="-1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9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</a:t>
            </a:r>
            <a:r>
              <a:rPr lang="en-US" sz="2100" kern="1200" spc="-1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3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preventing </a:t>
            </a:r>
            <a:r>
              <a:rPr lang="en-US" sz="2100" kern="1200" spc="-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unauthorized</a:t>
            </a:r>
            <a:r>
              <a:rPr lang="en-US" sz="2100" kern="1200" spc="-10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access.</a:t>
            </a:r>
            <a:endParaRPr lang="en-US" sz="21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91515" y="7350021"/>
            <a:ext cx="867537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58399" cy="77716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7126" y="438520"/>
            <a:ext cx="7620277" cy="134747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12700" algn="l" rtl="0">
              <a:lnSpc>
                <a:spcPct val="90000"/>
              </a:lnSpc>
              <a:spcBef>
                <a:spcPct val="0"/>
              </a:spcBef>
            </a:pPr>
            <a:r>
              <a:rPr lang="en-US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Cloud</a:t>
            </a:r>
            <a:r>
              <a:rPr lang="en-US" sz="5200" kern="1200" spc="-13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</a:t>
            </a:r>
            <a:r>
              <a:rPr lang="en-US" sz="5200" kern="1200" spc="-13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5200" kern="1200" spc="-25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Encryption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2264817"/>
            <a:ext cx="9648432" cy="88646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496822"/>
            <a:ext cx="9391273" cy="47008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bject 3"/>
          <p:cNvSpPr txBox="1"/>
          <p:nvPr/>
        </p:nvSpPr>
        <p:spPr>
          <a:xfrm>
            <a:off x="654769" y="2946110"/>
            <a:ext cx="8368526" cy="38936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40665" marR="437515" indent="-228600" algn="l" rtl="0">
              <a:lnSpc>
                <a:spcPct val="90000"/>
              </a:lnSpc>
              <a:spcBef>
                <a:spcPts val="100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300" kern="1200" spc="-4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Encryption</a:t>
            </a:r>
            <a:r>
              <a:rPr lang="en-US" sz="2300" kern="1200" spc="-1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protects</a:t>
            </a:r>
            <a:r>
              <a:rPr lang="en-US" sz="2300" kern="1200" spc="-1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3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sensitive</a:t>
            </a:r>
            <a:r>
              <a:rPr lang="en-US" sz="2300" kern="1200" spc="-1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</a:t>
            </a:r>
            <a:r>
              <a:rPr lang="en-US" sz="2300" kern="1200" spc="-1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3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stored</a:t>
            </a:r>
            <a:r>
              <a:rPr lang="en-US" sz="2300" kern="1200" spc="-1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</a:t>
            </a:r>
            <a:r>
              <a:rPr lang="en-US" sz="2300" kern="1200" spc="-1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sz="2300" kern="1200" spc="-1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3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transmitted </a:t>
            </a:r>
            <a:r>
              <a:rPr lang="en-US" sz="2300" kern="1200" spc="-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through</a:t>
            </a:r>
            <a:r>
              <a:rPr lang="en-US" sz="2300" kern="1200" spc="-1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en-US" sz="2300" kern="1200" spc="-1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cloud.</a:t>
            </a:r>
            <a:endParaRPr lang="en-US" sz="23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40665" marR="142240" indent="-228600" algn="l" rtl="0">
              <a:lnSpc>
                <a:spcPct val="90000"/>
              </a:lnSpc>
              <a:spcBef>
                <a:spcPts val="805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300" kern="1200" spc="-3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Organizations</a:t>
            </a:r>
            <a:r>
              <a:rPr lang="en-US" sz="2300" kern="1200" spc="-1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must</a:t>
            </a:r>
            <a:r>
              <a:rPr lang="en-US" sz="2300" kern="1200" spc="-1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implement</a:t>
            </a:r>
            <a:r>
              <a:rPr lang="en-US" sz="2300" kern="1200" spc="-1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encryption</a:t>
            </a:r>
            <a:r>
              <a:rPr lang="en-US" sz="2300" kern="1200" spc="-1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9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</a:t>
            </a:r>
            <a:r>
              <a:rPr lang="en-US" sz="2300" kern="1200" spc="-1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4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both</a:t>
            </a:r>
            <a:r>
              <a:rPr lang="en-US" sz="2300" kern="1200" spc="-1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</a:t>
            </a:r>
            <a:r>
              <a:rPr lang="en-US" sz="2300" kern="1200" spc="-1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9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at</a:t>
            </a:r>
            <a:r>
              <a:rPr lang="en-US" sz="2300" kern="1200" spc="-1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rest </a:t>
            </a:r>
            <a:r>
              <a:rPr lang="en-US" sz="2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sz="2300" kern="1200" spc="-204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</a:t>
            </a:r>
            <a:r>
              <a:rPr lang="en-US" sz="2300" kern="1200" spc="-204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</a:t>
            </a:r>
            <a:r>
              <a:rPr lang="en-US" sz="2300" kern="1200" spc="-19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transit.</a:t>
            </a:r>
            <a:endParaRPr lang="en-US" sz="23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40665" marR="5080" indent="-228600" algn="l" rtl="0">
              <a:lnSpc>
                <a:spcPct val="90000"/>
              </a:lnSpc>
              <a:spcBef>
                <a:spcPts val="800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300" kern="1200" spc="-3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Strong</a:t>
            </a:r>
            <a:r>
              <a:rPr lang="en-US" sz="2300" kern="1200" spc="-1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encryption</a:t>
            </a:r>
            <a:r>
              <a:rPr lang="en-US" sz="2300" kern="1200" spc="-1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algorithms,</a:t>
            </a:r>
            <a:r>
              <a:rPr lang="en-US" sz="2300" kern="1200" spc="-14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such</a:t>
            </a:r>
            <a:r>
              <a:rPr lang="en-US" sz="2300" kern="1200" spc="-1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9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</a:t>
            </a:r>
            <a:r>
              <a:rPr lang="en-US" sz="2300" kern="1200" spc="-1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AES-</a:t>
            </a:r>
            <a:r>
              <a:rPr lang="en-US" sz="2300" kern="1200" spc="-4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256,</a:t>
            </a:r>
            <a:r>
              <a:rPr lang="en-US" sz="2300" kern="1200" spc="-1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should</a:t>
            </a:r>
            <a:r>
              <a:rPr lang="en-US" sz="2300" kern="1200" spc="-1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3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</a:t>
            </a:r>
            <a:r>
              <a:rPr lang="en-US" sz="2300" kern="1200" spc="-1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used </a:t>
            </a:r>
            <a:r>
              <a:rPr lang="en-US" sz="2300" kern="1200" spc="-9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</a:t>
            </a:r>
            <a:r>
              <a:rPr lang="en-US" sz="2300" kern="1200" spc="-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</a:t>
            </a:r>
            <a:r>
              <a:rPr lang="en-US" sz="2300" kern="1200" spc="-19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protection.</a:t>
            </a:r>
            <a:endParaRPr lang="en-US" sz="23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40665" marR="153670" indent="-228600" algn="l" rtl="0">
              <a:lnSpc>
                <a:spcPct val="90000"/>
              </a:lnSpc>
              <a:spcBef>
                <a:spcPts val="805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300" kern="1200" spc="-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Key</a:t>
            </a:r>
            <a:r>
              <a:rPr lang="en-US" sz="2300" kern="1200" spc="-19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management</a:t>
            </a:r>
            <a:r>
              <a:rPr lang="en-US" sz="2300" kern="1200" spc="-1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en-US" sz="2300" kern="1200" spc="-1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3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crucial</a:t>
            </a:r>
            <a:r>
              <a:rPr lang="en-US" sz="2300" kern="1200" spc="-1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</a:t>
            </a:r>
            <a:r>
              <a:rPr lang="en-US" sz="2300" kern="1200" spc="-1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ensure</a:t>
            </a:r>
            <a:r>
              <a:rPr lang="en-US" sz="2300" kern="1200" spc="-19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en-US" sz="2300" kern="1200" spc="-1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security</a:t>
            </a:r>
            <a:r>
              <a:rPr lang="en-US" sz="2300" kern="1200" spc="-1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</a:t>
            </a:r>
            <a:r>
              <a:rPr lang="en-US" sz="2300" kern="1200" spc="-1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encrypted data.</a:t>
            </a:r>
            <a:endParaRPr lang="en-US" sz="23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40665" marR="467359" indent="-228600" algn="l" rtl="0">
              <a:lnSpc>
                <a:spcPct val="90000"/>
              </a:lnSpc>
              <a:spcBef>
                <a:spcPts val="795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Cloud</a:t>
            </a:r>
            <a:r>
              <a:rPr lang="en-US" sz="2300" kern="1200" spc="-16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providers</a:t>
            </a:r>
            <a:r>
              <a:rPr lang="en-US" sz="2300" kern="1200" spc="-1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often</a:t>
            </a:r>
            <a:r>
              <a:rPr lang="en-US" sz="2300" kern="1200" spc="-16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9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offer</a:t>
            </a:r>
            <a:r>
              <a:rPr lang="en-US" sz="2300" kern="1200" spc="-16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built-</a:t>
            </a:r>
            <a:r>
              <a:rPr lang="en-US" sz="2300" kern="1200" spc="-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</a:t>
            </a:r>
            <a:r>
              <a:rPr lang="en-US" sz="2300" kern="1200" spc="-1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encryption</a:t>
            </a:r>
            <a:r>
              <a:rPr lang="en-US" sz="2300" kern="1200" spc="-16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tools</a:t>
            </a:r>
            <a:r>
              <a:rPr lang="en-US" sz="2300" kern="1200" spc="-1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</a:t>
            </a:r>
            <a:r>
              <a:rPr lang="en-US" sz="2300" kern="1200" spc="-1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easy </a:t>
            </a:r>
            <a:r>
              <a:rPr lang="en-US" sz="23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implementation.</a:t>
            </a:r>
            <a:endParaRPr lang="en-US" sz="23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58399" cy="77716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1378809"/>
            <a:ext cx="603502" cy="763255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8065" y="695814"/>
            <a:ext cx="8998676" cy="214666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60995" y="917884"/>
            <a:ext cx="8202741" cy="17617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 algn="l" rtl="0">
              <a:lnSpc>
                <a:spcPct val="90000"/>
              </a:lnSpc>
              <a:spcBef>
                <a:spcPct val="0"/>
              </a:spcBef>
            </a:pPr>
            <a:r>
              <a:rPr lang="en-US" sz="4700" kern="1200" spc="-114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The</a:t>
            </a:r>
            <a:r>
              <a:rPr lang="en-US" sz="4700" kern="1200" spc="-175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700" kern="1200" spc="-1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Role</a:t>
            </a:r>
            <a:r>
              <a:rPr lang="en-US" sz="4700" kern="1200" spc="-165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700" kern="1200" spc="-5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of</a:t>
            </a:r>
            <a:r>
              <a:rPr lang="en-US" sz="4700" kern="1200" spc="-18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Cloud</a:t>
            </a:r>
            <a:r>
              <a:rPr lang="en-US" sz="4700" kern="1200" spc="-175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700" kern="1200" spc="-1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Governance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62148" y="3419858"/>
            <a:ext cx="8201588" cy="35412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40665" marR="645795" indent="-228600" algn="l" rtl="0">
              <a:lnSpc>
                <a:spcPct val="90000"/>
              </a:lnSpc>
              <a:spcBef>
                <a:spcPts val="100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1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Cloud</a:t>
            </a:r>
            <a:r>
              <a:rPr lang="en-US" sz="2100" kern="1200" spc="-15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35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governance</a:t>
            </a:r>
            <a:r>
              <a:rPr lang="en-US" sz="2100" kern="1200" spc="-15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ensures</a:t>
            </a:r>
            <a:r>
              <a:rPr lang="en-US" sz="2100" kern="1200" spc="-15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9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that</a:t>
            </a:r>
            <a:r>
              <a:rPr lang="en-US" sz="2100" kern="1200" spc="-15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cloud</a:t>
            </a:r>
            <a:r>
              <a:rPr lang="en-US" sz="2100" kern="1200" spc="-13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45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security</a:t>
            </a:r>
            <a:r>
              <a:rPr lang="en-US" sz="2100" kern="1200" spc="-15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policies</a:t>
            </a:r>
            <a:r>
              <a:rPr lang="en-US" sz="2100" kern="1200" spc="-14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25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are </a:t>
            </a:r>
            <a:r>
              <a:rPr lang="en-US" sz="2100" kern="1200" spc="-3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consistently</a:t>
            </a:r>
            <a:r>
              <a:rPr lang="en-US" sz="2100" kern="1200" spc="-1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enforced.</a:t>
            </a:r>
            <a:endParaRPr lang="en-US" sz="21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40665" marR="200025" indent="-228600" algn="l" rtl="0">
              <a:lnSpc>
                <a:spcPct val="90000"/>
              </a:lnSpc>
              <a:spcBef>
                <a:spcPts val="805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100" kern="1200" spc="-35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Organizations</a:t>
            </a:r>
            <a:r>
              <a:rPr lang="en-US" sz="2100" kern="1200" spc="-16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must</a:t>
            </a:r>
            <a:r>
              <a:rPr lang="en-US" sz="2100" kern="1200" spc="-15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establish</a:t>
            </a:r>
            <a:r>
              <a:rPr lang="en-US" sz="2100" kern="1200" spc="-16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5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clear</a:t>
            </a:r>
            <a:r>
              <a:rPr lang="en-US" sz="2100" kern="1200" spc="-16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35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governance</a:t>
            </a:r>
            <a:r>
              <a:rPr lang="en-US" sz="2100" kern="1200" spc="-16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55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frameworks</a:t>
            </a:r>
            <a:r>
              <a:rPr lang="en-US" sz="2100" kern="1200" spc="-16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25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</a:t>
            </a:r>
            <a:r>
              <a:rPr lang="en-US" sz="2100" kern="1200" spc="-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manage</a:t>
            </a:r>
            <a:r>
              <a:rPr lang="en-US" sz="2100" kern="1200" spc="-17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cloud</a:t>
            </a:r>
            <a:r>
              <a:rPr lang="en-US" sz="2100" kern="1200" spc="-17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security.</a:t>
            </a:r>
            <a:endParaRPr lang="en-US" sz="21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40665" marR="1189990" indent="-228600" algn="l" rtl="0">
              <a:lnSpc>
                <a:spcPct val="90000"/>
              </a:lnSpc>
              <a:spcBef>
                <a:spcPts val="800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100" kern="1200" spc="-25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Governance</a:t>
            </a:r>
            <a:r>
              <a:rPr lang="en-US" sz="2100" kern="1200" spc="-18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helps</a:t>
            </a:r>
            <a:r>
              <a:rPr lang="en-US" sz="2100" kern="1200" spc="-17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5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maintain</a:t>
            </a:r>
            <a:r>
              <a:rPr lang="en-US" sz="2100" kern="1200" spc="-17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compliance</a:t>
            </a:r>
            <a:r>
              <a:rPr lang="en-US" sz="2100" kern="1200" spc="-17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95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</a:t>
            </a:r>
            <a:r>
              <a:rPr lang="en-US" sz="2100" kern="1200" spc="-17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industry </a:t>
            </a:r>
            <a:r>
              <a:rPr lang="en-US" sz="2100" kern="1200" spc="-45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regulations</a:t>
            </a:r>
            <a:r>
              <a:rPr lang="en-US" sz="2100" kern="1200" spc="-16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sz="2100" kern="1200" spc="-15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standards.</a:t>
            </a:r>
            <a:endParaRPr lang="en-US" sz="21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40665" marR="5080" indent="-228600" algn="l" rtl="0">
              <a:lnSpc>
                <a:spcPct val="90000"/>
              </a:lnSpc>
              <a:spcBef>
                <a:spcPts val="805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100" kern="1200" spc="-45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Regular</a:t>
            </a:r>
            <a:r>
              <a:rPr lang="en-US" sz="2100" kern="1200" spc="-17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25">
                <a:solidFill>
                  <a:schemeClr val="tx1"/>
                </a:solidFill>
                <a:latin typeface="+mn-lt"/>
                <a:ea typeface="+mn-ea"/>
                <a:cs typeface="+mn-cs"/>
              </a:rPr>
              <a:t>audits</a:t>
            </a:r>
            <a:r>
              <a:rPr lang="en-US" sz="2100" kern="1200" spc="-18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sz="2100" kern="1200" spc="-18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55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reviews</a:t>
            </a:r>
            <a:r>
              <a:rPr lang="en-US" sz="2100" kern="1200" spc="-18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7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are</a:t>
            </a:r>
            <a:r>
              <a:rPr lang="en-US" sz="2100" kern="1200" spc="-18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necessary</a:t>
            </a:r>
            <a:r>
              <a:rPr lang="en-US" sz="2100" kern="1200" spc="-18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8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</a:t>
            </a:r>
            <a:r>
              <a:rPr lang="en-US" sz="2100" kern="1200" spc="-17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ensure</a:t>
            </a:r>
            <a:r>
              <a:rPr lang="en-US" sz="2100" kern="1200" spc="-19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governance policies</a:t>
            </a:r>
            <a:r>
              <a:rPr lang="en-US" sz="2100" kern="1200" spc="-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7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are</a:t>
            </a:r>
            <a:r>
              <a:rPr lang="en-US" sz="2100" kern="1200" spc="-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effective.</a:t>
            </a:r>
            <a:endParaRPr lang="en-US" sz="21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40665" marR="194945" indent="-228600" algn="l" rtl="0">
              <a:lnSpc>
                <a:spcPct val="90000"/>
              </a:lnSpc>
              <a:spcBef>
                <a:spcPts val="795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1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Cloud</a:t>
            </a:r>
            <a:r>
              <a:rPr lang="en-US" sz="2100" kern="1200" spc="-13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35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governance</a:t>
            </a:r>
            <a:r>
              <a:rPr lang="en-US" sz="2100" kern="1200" spc="-13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also</a:t>
            </a:r>
            <a:r>
              <a:rPr lang="en-US" sz="2100" kern="1200" spc="-114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addresses</a:t>
            </a:r>
            <a:r>
              <a:rPr lang="en-US" sz="2100" kern="1200" spc="-13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risks</a:t>
            </a:r>
            <a:r>
              <a:rPr lang="en-US" sz="2100" kern="1200" spc="-125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85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related</a:t>
            </a:r>
            <a:r>
              <a:rPr lang="en-US" sz="2100" kern="1200" spc="-13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8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</a:t>
            </a:r>
            <a:r>
              <a:rPr lang="en-US" sz="2100" kern="1200" spc="-114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55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</a:t>
            </a:r>
            <a:r>
              <a:rPr lang="en-US" sz="2100" kern="1200" spc="-13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privacy </a:t>
            </a:r>
            <a:r>
              <a:rPr lang="en-US" sz="21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sz="2100" kern="1200" spc="-22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1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accountability.</a:t>
            </a:r>
            <a:endParaRPr lang="en-US" sz="21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91515" y="7350021"/>
            <a:ext cx="867537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58399" cy="77716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7126" y="438520"/>
            <a:ext cx="7620277" cy="134747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12700" algn="l" rtl="0">
              <a:lnSpc>
                <a:spcPct val="90000"/>
              </a:lnSpc>
              <a:spcBef>
                <a:spcPct val="0"/>
              </a:spcBef>
            </a:pPr>
            <a:r>
              <a:rPr lang="en-US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Cloud</a:t>
            </a:r>
            <a:r>
              <a:rPr lang="en-US" sz="4400" kern="1200" spc="-145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400" kern="1200" spc="-35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Security</a:t>
            </a:r>
            <a:r>
              <a:rPr lang="en-US" sz="4400" kern="1200" spc="-13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400" kern="1200" spc="-105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Threat</a:t>
            </a:r>
            <a:r>
              <a:rPr lang="en-US" sz="4400" kern="1200" spc="-145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400" kern="1200" spc="-1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Detection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2264817"/>
            <a:ext cx="9648432" cy="88646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496822"/>
            <a:ext cx="9391273" cy="47008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bject 3"/>
          <p:cNvSpPr txBox="1"/>
          <p:nvPr/>
        </p:nvSpPr>
        <p:spPr>
          <a:xfrm>
            <a:off x="654769" y="2946110"/>
            <a:ext cx="8368526" cy="38936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40665" marR="775970" indent="-228600" algn="l" rtl="0">
              <a:lnSpc>
                <a:spcPct val="90000"/>
              </a:lnSpc>
              <a:spcBef>
                <a:spcPts val="100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300" kern="1200" spc="-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Real-</a:t>
            </a:r>
            <a:r>
              <a:rPr lang="en-US" sz="2300" kern="1200" spc="-114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time</a:t>
            </a:r>
            <a:r>
              <a:rPr lang="en-US" sz="2300" kern="1200" spc="-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threat</a:t>
            </a:r>
            <a:r>
              <a:rPr lang="en-US" sz="2300" kern="1200" spc="-4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detection</a:t>
            </a:r>
            <a:r>
              <a:rPr lang="en-US" sz="2300" kern="1200" spc="-1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en-US" sz="2300" kern="1200" spc="-1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3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essential</a:t>
            </a:r>
            <a:r>
              <a:rPr lang="en-US" sz="2300" kern="1200" spc="-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2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</a:t>
            </a:r>
            <a:r>
              <a:rPr lang="en-US" sz="2300" kern="1200" spc="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secure</a:t>
            </a:r>
            <a:r>
              <a:rPr lang="en-US" sz="2300" kern="1200" spc="-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cloud environments.</a:t>
            </a:r>
            <a:endParaRPr lang="en-US" sz="23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40665" marR="793115" indent="-228600" algn="l" rtl="0">
              <a:lnSpc>
                <a:spcPct val="90000"/>
              </a:lnSpc>
              <a:spcBef>
                <a:spcPts val="805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300" kern="1200" spc="-13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Threat</a:t>
            </a:r>
            <a:r>
              <a:rPr lang="en-US" sz="2300" kern="1200" spc="-3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detection</a:t>
            </a:r>
            <a:r>
              <a:rPr lang="en-US" sz="2300" kern="1200" spc="-9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tools</a:t>
            </a:r>
            <a:r>
              <a:rPr lang="en-US" sz="2300" kern="1200" spc="-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monitor </a:t>
            </a:r>
            <a:r>
              <a:rPr lang="en-US" sz="2300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cloud</a:t>
            </a:r>
            <a:r>
              <a:rPr lang="en-US" sz="2300" kern="1200" spc="-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infrastructure</a:t>
            </a:r>
            <a:r>
              <a:rPr lang="en-US" sz="2300" kern="1200" spc="-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</a:t>
            </a:r>
            <a:r>
              <a:rPr lang="en-US" sz="2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suspicious</a:t>
            </a:r>
            <a:r>
              <a:rPr lang="en-US" sz="2300" kern="1200" spc="204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activities.</a:t>
            </a:r>
            <a:endParaRPr lang="en-US" sz="23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40665" marR="5080" indent="-228600" algn="l" rtl="0">
              <a:lnSpc>
                <a:spcPct val="90000"/>
              </a:lnSpc>
              <a:spcBef>
                <a:spcPts val="795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300" kern="1200" spc="-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Security</a:t>
            </a:r>
            <a:r>
              <a:rPr lang="en-US" sz="2300" kern="1200" spc="-1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6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Information</a:t>
            </a:r>
            <a:r>
              <a:rPr lang="en-US" sz="2300" kern="1200" spc="-10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sz="2300" kern="1200" spc="-1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9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Event</a:t>
            </a:r>
            <a:r>
              <a:rPr lang="en-US" sz="2300" kern="1200" spc="-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Management</a:t>
            </a:r>
            <a:r>
              <a:rPr lang="en-US" sz="2300" kern="1200" spc="-10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(SIEM)</a:t>
            </a:r>
            <a:r>
              <a:rPr lang="en-US" sz="2300" kern="1200" spc="-10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systems </a:t>
            </a:r>
            <a:r>
              <a:rPr lang="en-US" sz="2300" kern="1200" spc="-114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integrate</a:t>
            </a:r>
            <a:r>
              <a:rPr lang="en-US" sz="2300" kern="1200" spc="-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4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</a:t>
            </a:r>
            <a:r>
              <a:rPr lang="en-US" sz="2300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cloud</a:t>
            </a:r>
            <a:r>
              <a:rPr lang="en-US" sz="2300" kern="1200" spc="-1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environments</a:t>
            </a:r>
            <a:r>
              <a:rPr lang="en-US" sz="2300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9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</a:t>
            </a:r>
            <a:r>
              <a:rPr lang="en-US" sz="2300" kern="1200" spc="3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provide</a:t>
            </a:r>
            <a:r>
              <a:rPr lang="en-US" sz="2300" kern="1200" spc="-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comprehensive </a:t>
            </a:r>
            <a:r>
              <a:rPr lang="en-US" sz="2300" kern="1200" spc="-10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threat</a:t>
            </a:r>
            <a:r>
              <a:rPr lang="en-US" sz="2300" kern="1200" spc="-1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detection.</a:t>
            </a:r>
            <a:endParaRPr lang="en-US" sz="23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40665" marR="144145" indent="-228600" algn="l" rtl="0">
              <a:lnSpc>
                <a:spcPct val="90000"/>
              </a:lnSpc>
              <a:spcBef>
                <a:spcPts val="780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Machine</a:t>
            </a:r>
            <a:r>
              <a:rPr lang="en-US" sz="2300" kern="1200" spc="-1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learning</a:t>
            </a:r>
            <a:r>
              <a:rPr lang="en-US" sz="2300" kern="1200" spc="-1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sz="2300" kern="1200" spc="-1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AI</a:t>
            </a:r>
            <a:r>
              <a:rPr lang="en-US" sz="2300" kern="1200" spc="-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3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technologies</a:t>
            </a:r>
            <a:r>
              <a:rPr lang="en-US" sz="2300" kern="1200" spc="-1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enhance</a:t>
            </a:r>
            <a:r>
              <a:rPr lang="en-US" sz="2300" kern="1200" spc="-114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cloud</a:t>
            </a:r>
            <a:r>
              <a:rPr lang="en-US" sz="2300" kern="1200" spc="-10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4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threat </a:t>
            </a:r>
            <a:r>
              <a:rPr lang="en-US" sz="2300" kern="1200" spc="-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detection</a:t>
            </a:r>
            <a:r>
              <a:rPr lang="en-US" sz="2300" kern="1200" spc="-1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capabilities.</a:t>
            </a:r>
            <a:endParaRPr lang="en-US" sz="23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40665" marR="348615" indent="-228600" algn="l" rtl="0">
              <a:lnSpc>
                <a:spcPct val="90000"/>
              </a:lnSpc>
              <a:spcBef>
                <a:spcPts val="810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300" kern="1200" spc="-4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Organizations</a:t>
            </a:r>
            <a:r>
              <a:rPr lang="en-US" sz="2300" kern="1200" spc="-13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must</a:t>
            </a:r>
            <a:r>
              <a:rPr lang="en-US" sz="2300" kern="1200" spc="-9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continuously</a:t>
            </a:r>
            <a:r>
              <a:rPr lang="en-US" sz="2300" kern="1200" spc="-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update</a:t>
            </a:r>
            <a:r>
              <a:rPr lang="en-US" sz="2300" kern="1200" spc="-9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3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sz="2300" kern="1200" spc="-9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14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refine</a:t>
            </a:r>
            <a:r>
              <a:rPr lang="en-US" sz="2300" kern="1200" spc="-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threat </a:t>
            </a:r>
            <a:r>
              <a:rPr lang="en-US" sz="2300" kern="1200" spc="-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detection</a:t>
            </a:r>
            <a:r>
              <a:rPr lang="en-US" sz="2300" kern="1200" spc="-19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strategies</a:t>
            </a:r>
            <a:r>
              <a:rPr lang="en-US" sz="2300" kern="1200" spc="-19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</a:t>
            </a:r>
            <a:r>
              <a:rPr lang="en-US" sz="2300" kern="1200" spc="-19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3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stay</a:t>
            </a:r>
            <a:r>
              <a:rPr lang="en-US" sz="2300" kern="1200" spc="-1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ahead</a:t>
            </a:r>
            <a:r>
              <a:rPr lang="en-US" sz="2300" kern="1200" spc="-1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</a:t>
            </a:r>
            <a:r>
              <a:rPr lang="en-US" sz="2300" kern="1200" spc="-1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attackers.</a:t>
            </a:r>
            <a:endParaRPr lang="en-US" sz="23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58399" cy="77716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7126" y="438520"/>
            <a:ext cx="7620277" cy="1347477"/>
          </a:xfrm>
          <a:prstGeom prst="rect">
            <a:avLst/>
          </a:prstGeom>
        </p:spPr>
        <p:txBody>
          <a:bodyPr vert="horz" lIns="0" tIns="12065" rIns="0" bIns="0" rtlCol="0" anchor="b">
            <a:normAutofit/>
          </a:bodyPr>
          <a:lstStyle/>
          <a:p>
            <a:pPr marL="12700">
              <a:lnSpc>
                <a:spcPct val="90000"/>
              </a:lnSpc>
              <a:spcBef>
                <a:spcPts val="95"/>
              </a:spcBef>
            </a:pPr>
            <a:r>
              <a:rPr lang="en-GB" sz="3600" dirty="0">
                <a:latin typeface="+mj-lt"/>
              </a:rPr>
              <a:t>Cloud</a:t>
            </a:r>
            <a:r>
              <a:rPr lang="en-GB" sz="3600" spc="-114" dirty="0">
                <a:latin typeface="+mj-lt"/>
              </a:rPr>
              <a:t> </a:t>
            </a:r>
            <a:r>
              <a:rPr lang="en-GB" sz="3600" spc="-35" dirty="0">
                <a:latin typeface="+mj-lt"/>
              </a:rPr>
              <a:t>Security</a:t>
            </a:r>
            <a:r>
              <a:rPr lang="en-GB" sz="3600" spc="-105" dirty="0">
                <a:latin typeface="+mj-lt"/>
              </a:rPr>
              <a:t> </a:t>
            </a:r>
            <a:r>
              <a:rPr lang="en-GB" sz="3600" dirty="0">
                <a:latin typeface="+mj-lt"/>
              </a:rPr>
              <a:t>Risks</a:t>
            </a:r>
            <a:r>
              <a:rPr lang="en-GB" sz="3600" spc="-125" dirty="0">
                <a:latin typeface="+mj-lt"/>
              </a:rPr>
              <a:t> </a:t>
            </a:r>
            <a:r>
              <a:rPr lang="en-GB" sz="3600" dirty="0">
                <a:latin typeface="+mj-lt"/>
              </a:rPr>
              <a:t>Associated</a:t>
            </a:r>
            <a:r>
              <a:rPr lang="en-GB" sz="3600" spc="-114" dirty="0">
                <a:latin typeface="+mj-lt"/>
              </a:rPr>
              <a:t> </a:t>
            </a:r>
            <a:r>
              <a:rPr lang="en-GB" sz="3600" spc="-80" dirty="0">
                <a:latin typeface="+mj-lt"/>
              </a:rPr>
              <a:t>with</a:t>
            </a:r>
            <a:r>
              <a:rPr lang="en-GB" sz="3600" spc="-100" dirty="0">
                <a:latin typeface="+mj-lt"/>
              </a:rPr>
              <a:t> </a:t>
            </a:r>
            <a:r>
              <a:rPr lang="en-GB" sz="3600" spc="-105" dirty="0">
                <a:latin typeface="+mj-lt"/>
              </a:rPr>
              <a:t>Third-</a:t>
            </a:r>
            <a:r>
              <a:rPr lang="en-GB" sz="3600" spc="-70" dirty="0">
                <a:latin typeface="+mj-lt"/>
              </a:rPr>
              <a:t>Party</a:t>
            </a:r>
            <a:r>
              <a:rPr lang="en-GB" sz="3600" spc="-105" dirty="0">
                <a:latin typeface="+mj-lt"/>
              </a:rPr>
              <a:t> </a:t>
            </a:r>
            <a:r>
              <a:rPr lang="en-GB" sz="3600" spc="-10" dirty="0">
                <a:latin typeface="+mj-lt"/>
              </a:rPr>
              <a:t>Providers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2264817"/>
            <a:ext cx="9648432" cy="88646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496822"/>
            <a:ext cx="9391273" cy="47008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654769" y="2946110"/>
            <a:ext cx="8368526" cy="3893602"/>
          </a:xfrm>
          <a:prstGeom prst="rect">
            <a:avLst/>
          </a:prstGeom>
        </p:spPr>
        <p:txBody>
          <a:bodyPr vert="horz" lIns="0" tIns="12700" rIns="0" bIns="0" rtlCol="0" anchor="ctr">
            <a:normAutofit/>
          </a:bodyPr>
          <a:lstStyle/>
          <a:p>
            <a:pPr marL="240665" marR="312420" indent="-228600">
              <a:lnSpc>
                <a:spcPct val="90000"/>
              </a:lnSpc>
              <a:spcBef>
                <a:spcPts val="100"/>
              </a:spcBef>
              <a:buSzPct val="45454"/>
              <a:buFont typeface="Symbol"/>
              <a:buChar char=""/>
              <a:tabLst>
                <a:tab pos="240665" algn="l"/>
              </a:tabLst>
            </a:pPr>
            <a:r>
              <a:rPr lang="en-GB" sz="2300" spc="-35" dirty="0">
                <a:latin typeface="+mj-lt"/>
              </a:rPr>
              <a:t>Organizations</a:t>
            </a:r>
            <a:r>
              <a:rPr lang="en-GB" sz="2300" spc="-160" dirty="0">
                <a:latin typeface="+mj-lt"/>
              </a:rPr>
              <a:t> </a:t>
            </a:r>
            <a:r>
              <a:rPr lang="en-GB" sz="2300" spc="-80" dirty="0">
                <a:latin typeface="+mj-lt"/>
              </a:rPr>
              <a:t>often</a:t>
            </a:r>
            <a:r>
              <a:rPr lang="en-GB" sz="2300" spc="-155" dirty="0">
                <a:latin typeface="+mj-lt"/>
              </a:rPr>
              <a:t> </a:t>
            </a:r>
            <a:r>
              <a:rPr lang="en-GB" sz="2300" dirty="0">
                <a:latin typeface="+mj-lt"/>
              </a:rPr>
              <a:t>use</a:t>
            </a:r>
            <a:r>
              <a:rPr lang="en-GB" sz="2300" spc="-155" dirty="0">
                <a:latin typeface="+mj-lt"/>
              </a:rPr>
              <a:t> </a:t>
            </a:r>
            <a:r>
              <a:rPr lang="en-GB" sz="2300" spc="-85" dirty="0">
                <a:latin typeface="+mj-lt"/>
              </a:rPr>
              <a:t>third-</a:t>
            </a:r>
            <a:r>
              <a:rPr lang="en-GB" sz="2300" spc="-90" dirty="0">
                <a:latin typeface="+mj-lt"/>
              </a:rPr>
              <a:t>party</a:t>
            </a:r>
            <a:r>
              <a:rPr lang="en-GB" sz="2300" spc="-160" dirty="0">
                <a:latin typeface="+mj-lt"/>
              </a:rPr>
              <a:t> </a:t>
            </a:r>
            <a:r>
              <a:rPr lang="en-GB" sz="2300" dirty="0">
                <a:latin typeface="+mj-lt"/>
              </a:rPr>
              <a:t>cloud</a:t>
            </a:r>
            <a:r>
              <a:rPr lang="en-GB" sz="2300" spc="-155" dirty="0">
                <a:latin typeface="+mj-lt"/>
              </a:rPr>
              <a:t> </a:t>
            </a:r>
            <a:r>
              <a:rPr lang="en-GB" sz="2300" spc="-50" dirty="0">
                <a:latin typeface="+mj-lt"/>
              </a:rPr>
              <a:t>providers</a:t>
            </a:r>
            <a:r>
              <a:rPr lang="en-GB" sz="2300" spc="-155" dirty="0">
                <a:latin typeface="+mj-lt"/>
              </a:rPr>
              <a:t> </a:t>
            </a:r>
            <a:r>
              <a:rPr lang="en-GB" sz="2300" spc="-85" dirty="0">
                <a:latin typeface="+mj-lt"/>
              </a:rPr>
              <a:t>to</a:t>
            </a:r>
            <a:r>
              <a:rPr lang="en-GB" sz="2300" spc="-155" dirty="0">
                <a:latin typeface="+mj-lt"/>
              </a:rPr>
              <a:t> </a:t>
            </a:r>
            <a:r>
              <a:rPr lang="en-GB" sz="2300" spc="-10" dirty="0">
                <a:latin typeface="+mj-lt"/>
              </a:rPr>
              <a:t>manage </a:t>
            </a:r>
            <a:r>
              <a:rPr lang="en-GB" sz="2300" spc="-65" dirty="0">
                <a:latin typeface="+mj-lt"/>
              </a:rPr>
              <a:t>infrastructure</a:t>
            </a:r>
            <a:r>
              <a:rPr lang="en-GB" sz="2300" spc="-190" dirty="0">
                <a:latin typeface="+mj-lt"/>
              </a:rPr>
              <a:t> </a:t>
            </a:r>
            <a:r>
              <a:rPr lang="en-GB" sz="2300" dirty="0">
                <a:latin typeface="+mj-lt"/>
              </a:rPr>
              <a:t>and</a:t>
            </a:r>
            <a:r>
              <a:rPr lang="en-GB" sz="2300" spc="-185" dirty="0">
                <a:latin typeface="+mj-lt"/>
              </a:rPr>
              <a:t> </a:t>
            </a:r>
            <a:r>
              <a:rPr lang="en-GB" sz="2300" spc="-10" dirty="0">
                <a:latin typeface="+mj-lt"/>
              </a:rPr>
              <a:t>services.</a:t>
            </a:r>
          </a:p>
          <a:p>
            <a:pPr marL="240665" marR="5080" indent="-228600">
              <a:lnSpc>
                <a:spcPct val="90000"/>
              </a:lnSpc>
              <a:spcBef>
                <a:spcPts val="805"/>
              </a:spcBef>
              <a:buSzPct val="45454"/>
              <a:buFont typeface="Symbol"/>
              <a:buChar char=""/>
              <a:tabLst>
                <a:tab pos="240665" algn="l"/>
              </a:tabLst>
            </a:pPr>
            <a:r>
              <a:rPr lang="en-GB" sz="2300" spc="-100" dirty="0">
                <a:latin typeface="+mj-lt"/>
              </a:rPr>
              <a:t>Third-</a:t>
            </a:r>
            <a:r>
              <a:rPr lang="en-GB" sz="2300" spc="-90" dirty="0">
                <a:latin typeface="+mj-lt"/>
              </a:rPr>
              <a:t>party</a:t>
            </a:r>
            <a:r>
              <a:rPr lang="en-GB" sz="2300" spc="-175" dirty="0">
                <a:latin typeface="+mj-lt"/>
              </a:rPr>
              <a:t> </a:t>
            </a:r>
            <a:r>
              <a:rPr lang="en-GB" sz="2300" spc="-45" dirty="0">
                <a:latin typeface="+mj-lt"/>
              </a:rPr>
              <a:t>providers</a:t>
            </a:r>
            <a:r>
              <a:rPr lang="en-GB" sz="2300" spc="-170" dirty="0">
                <a:latin typeface="+mj-lt"/>
              </a:rPr>
              <a:t> </a:t>
            </a:r>
            <a:r>
              <a:rPr lang="en-GB" sz="2300" dirty="0">
                <a:latin typeface="+mj-lt"/>
              </a:rPr>
              <a:t>can</a:t>
            </a:r>
            <a:r>
              <a:rPr lang="en-GB" sz="2300" spc="-165" dirty="0">
                <a:latin typeface="+mj-lt"/>
              </a:rPr>
              <a:t> </a:t>
            </a:r>
            <a:r>
              <a:rPr lang="en-GB" sz="2300" spc="-50" dirty="0">
                <a:latin typeface="+mj-lt"/>
              </a:rPr>
              <a:t>introduce</a:t>
            </a:r>
            <a:r>
              <a:rPr lang="en-GB" sz="2300" spc="-185" dirty="0">
                <a:latin typeface="+mj-lt"/>
              </a:rPr>
              <a:t> </a:t>
            </a:r>
            <a:r>
              <a:rPr lang="en-GB" sz="2300" spc="-45" dirty="0">
                <a:latin typeface="+mj-lt"/>
              </a:rPr>
              <a:t>security</a:t>
            </a:r>
            <a:r>
              <a:rPr lang="en-GB" sz="2300" spc="-170" dirty="0">
                <a:latin typeface="+mj-lt"/>
              </a:rPr>
              <a:t> </a:t>
            </a:r>
            <a:r>
              <a:rPr lang="en-GB" sz="2300" dirty="0">
                <a:latin typeface="+mj-lt"/>
              </a:rPr>
              <a:t>risks</a:t>
            </a:r>
            <a:r>
              <a:rPr lang="en-GB" sz="2300" spc="-170" dirty="0">
                <a:latin typeface="+mj-lt"/>
              </a:rPr>
              <a:t> </a:t>
            </a:r>
            <a:r>
              <a:rPr lang="en-GB" sz="2300" spc="-140" dirty="0">
                <a:latin typeface="+mj-lt"/>
              </a:rPr>
              <a:t>if</a:t>
            </a:r>
            <a:r>
              <a:rPr lang="en-GB" sz="2300" spc="-160" dirty="0">
                <a:latin typeface="+mj-lt"/>
              </a:rPr>
              <a:t> </a:t>
            </a:r>
            <a:r>
              <a:rPr lang="en-GB" sz="2300" spc="-95" dirty="0">
                <a:latin typeface="+mj-lt"/>
              </a:rPr>
              <a:t>their</a:t>
            </a:r>
            <a:r>
              <a:rPr lang="en-GB" sz="2300" spc="-165" dirty="0">
                <a:latin typeface="+mj-lt"/>
              </a:rPr>
              <a:t> </a:t>
            </a:r>
            <a:r>
              <a:rPr lang="en-GB" sz="2300" spc="-10" dirty="0">
                <a:latin typeface="+mj-lt"/>
              </a:rPr>
              <a:t>systems </a:t>
            </a:r>
            <a:r>
              <a:rPr lang="en-GB" sz="2300" spc="-70" dirty="0">
                <a:latin typeface="+mj-lt"/>
              </a:rPr>
              <a:t>are</a:t>
            </a:r>
            <a:r>
              <a:rPr lang="en-GB" sz="2300" spc="-190" dirty="0">
                <a:latin typeface="+mj-lt"/>
              </a:rPr>
              <a:t> </a:t>
            </a:r>
            <a:r>
              <a:rPr lang="en-GB" sz="2300" spc="-50" dirty="0">
                <a:latin typeface="+mj-lt"/>
              </a:rPr>
              <a:t>not</a:t>
            </a:r>
            <a:r>
              <a:rPr lang="en-GB" sz="2300" spc="-180" dirty="0">
                <a:latin typeface="+mj-lt"/>
              </a:rPr>
              <a:t> </a:t>
            </a:r>
            <a:r>
              <a:rPr lang="en-GB" sz="2300" spc="-70" dirty="0">
                <a:latin typeface="+mj-lt"/>
              </a:rPr>
              <a:t>properly</a:t>
            </a:r>
            <a:r>
              <a:rPr lang="en-GB" sz="2300" spc="-175" dirty="0">
                <a:latin typeface="+mj-lt"/>
              </a:rPr>
              <a:t> </a:t>
            </a:r>
            <a:r>
              <a:rPr lang="en-GB" sz="2300" spc="-10" dirty="0">
                <a:latin typeface="+mj-lt"/>
              </a:rPr>
              <a:t>secured.</a:t>
            </a:r>
          </a:p>
          <a:p>
            <a:pPr marL="240665" marR="894080" indent="-228600">
              <a:lnSpc>
                <a:spcPct val="90000"/>
              </a:lnSpc>
              <a:spcBef>
                <a:spcPts val="800"/>
              </a:spcBef>
              <a:buSzPct val="45454"/>
              <a:buFont typeface="Symbol"/>
              <a:buChar char=""/>
              <a:tabLst>
                <a:tab pos="240665" algn="l"/>
              </a:tabLst>
            </a:pPr>
            <a:r>
              <a:rPr lang="en-GB" sz="2300" spc="-110" dirty="0">
                <a:latin typeface="+mj-lt"/>
              </a:rPr>
              <a:t>It’s</a:t>
            </a:r>
            <a:r>
              <a:rPr lang="en-GB" sz="2300" spc="-175" dirty="0">
                <a:latin typeface="+mj-lt"/>
              </a:rPr>
              <a:t> </a:t>
            </a:r>
            <a:r>
              <a:rPr lang="en-GB" sz="2300" spc="-60" dirty="0">
                <a:latin typeface="+mj-lt"/>
              </a:rPr>
              <a:t>important</a:t>
            </a:r>
            <a:r>
              <a:rPr lang="en-GB" sz="2300" spc="-175" dirty="0">
                <a:latin typeface="+mj-lt"/>
              </a:rPr>
              <a:t> </a:t>
            </a:r>
            <a:r>
              <a:rPr lang="en-GB" sz="2300" spc="-85" dirty="0">
                <a:latin typeface="+mj-lt"/>
              </a:rPr>
              <a:t>to</a:t>
            </a:r>
            <a:r>
              <a:rPr lang="en-GB" sz="2300" spc="-170" dirty="0">
                <a:latin typeface="+mj-lt"/>
              </a:rPr>
              <a:t> </a:t>
            </a:r>
            <a:r>
              <a:rPr lang="en-GB" sz="2300" spc="-120" dirty="0">
                <a:latin typeface="+mj-lt"/>
              </a:rPr>
              <a:t>vet</a:t>
            </a:r>
            <a:r>
              <a:rPr lang="en-GB" sz="2300" spc="-175" dirty="0">
                <a:latin typeface="+mj-lt"/>
              </a:rPr>
              <a:t> </a:t>
            </a:r>
            <a:r>
              <a:rPr lang="en-GB" sz="2300" spc="-85" dirty="0">
                <a:latin typeface="+mj-lt"/>
              </a:rPr>
              <a:t>third-</a:t>
            </a:r>
            <a:r>
              <a:rPr lang="en-GB" sz="2300" spc="-90" dirty="0">
                <a:latin typeface="+mj-lt"/>
              </a:rPr>
              <a:t>party</a:t>
            </a:r>
            <a:r>
              <a:rPr lang="en-GB" sz="2300" spc="-175" dirty="0">
                <a:latin typeface="+mj-lt"/>
              </a:rPr>
              <a:t> </a:t>
            </a:r>
            <a:r>
              <a:rPr lang="en-GB" sz="2300" spc="-50" dirty="0">
                <a:latin typeface="+mj-lt"/>
              </a:rPr>
              <a:t>providers</a:t>
            </a:r>
            <a:r>
              <a:rPr lang="en-GB" sz="2300" spc="-170" dirty="0">
                <a:latin typeface="+mj-lt"/>
              </a:rPr>
              <a:t> </a:t>
            </a:r>
            <a:r>
              <a:rPr lang="en-GB" sz="2300" spc="-95" dirty="0">
                <a:latin typeface="+mj-lt"/>
              </a:rPr>
              <a:t>for</a:t>
            </a:r>
            <a:r>
              <a:rPr lang="en-GB" sz="2300" spc="-175" dirty="0">
                <a:latin typeface="+mj-lt"/>
              </a:rPr>
              <a:t> </a:t>
            </a:r>
            <a:r>
              <a:rPr lang="en-GB" sz="2300" spc="-95" dirty="0">
                <a:latin typeface="+mj-lt"/>
              </a:rPr>
              <a:t>their</a:t>
            </a:r>
            <a:r>
              <a:rPr lang="en-GB" sz="2300" spc="-175" dirty="0">
                <a:latin typeface="+mj-lt"/>
              </a:rPr>
              <a:t> </a:t>
            </a:r>
            <a:r>
              <a:rPr lang="en-GB" sz="2300" spc="-10" dirty="0">
                <a:latin typeface="+mj-lt"/>
              </a:rPr>
              <a:t>security </a:t>
            </a:r>
            <a:r>
              <a:rPr lang="en-GB" sz="2300" spc="-30" dirty="0">
                <a:latin typeface="+mj-lt"/>
              </a:rPr>
              <a:t>practices</a:t>
            </a:r>
            <a:r>
              <a:rPr lang="en-GB" sz="2300" spc="-175" dirty="0">
                <a:latin typeface="+mj-lt"/>
              </a:rPr>
              <a:t> </a:t>
            </a:r>
            <a:r>
              <a:rPr lang="en-GB" sz="2300" dirty="0">
                <a:latin typeface="+mj-lt"/>
              </a:rPr>
              <a:t>and</a:t>
            </a:r>
            <a:r>
              <a:rPr lang="en-GB" sz="2300" spc="-175" dirty="0">
                <a:latin typeface="+mj-lt"/>
              </a:rPr>
              <a:t> </a:t>
            </a:r>
            <a:r>
              <a:rPr lang="en-GB" sz="2300" spc="-10" dirty="0">
                <a:latin typeface="+mj-lt"/>
              </a:rPr>
              <a:t>certifications.</a:t>
            </a:r>
          </a:p>
          <a:p>
            <a:pPr marL="240665" marR="360680" indent="-228600">
              <a:lnSpc>
                <a:spcPct val="90000"/>
              </a:lnSpc>
              <a:spcBef>
                <a:spcPts val="805"/>
              </a:spcBef>
              <a:buSzPct val="45454"/>
              <a:buFont typeface="Symbol"/>
              <a:buChar char=""/>
              <a:tabLst>
                <a:tab pos="240665" algn="l"/>
              </a:tabLst>
            </a:pPr>
            <a:r>
              <a:rPr lang="en-GB" sz="2300" spc="-35" dirty="0">
                <a:latin typeface="+mj-lt"/>
              </a:rPr>
              <a:t>Organizations</a:t>
            </a:r>
            <a:r>
              <a:rPr lang="en-GB" sz="2300" spc="-165" dirty="0">
                <a:latin typeface="+mj-lt"/>
              </a:rPr>
              <a:t> </a:t>
            </a:r>
            <a:r>
              <a:rPr lang="en-GB" sz="2300" dirty="0">
                <a:latin typeface="+mj-lt"/>
              </a:rPr>
              <a:t>should</a:t>
            </a:r>
            <a:r>
              <a:rPr lang="en-GB" sz="2300" spc="-160" dirty="0">
                <a:latin typeface="+mj-lt"/>
              </a:rPr>
              <a:t> </a:t>
            </a:r>
            <a:r>
              <a:rPr lang="en-GB" sz="2300" spc="-10" dirty="0">
                <a:latin typeface="+mj-lt"/>
              </a:rPr>
              <a:t>establish</a:t>
            </a:r>
            <a:r>
              <a:rPr lang="en-GB" sz="2300" spc="-160" dirty="0">
                <a:latin typeface="+mj-lt"/>
              </a:rPr>
              <a:t> </a:t>
            </a:r>
            <a:r>
              <a:rPr lang="en-GB" sz="2300" spc="-30" dirty="0">
                <a:latin typeface="+mj-lt"/>
              </a:rPr>
              <a:t>contracts</a:t>
            </a:r>
            <a:r>
              <a:rPr lang="en-GB" sz="2300" spc="-150" dirty="0">
                <a:latin typeface="+mj-lt"/>
              </a:rPr>
              <a:t> </a:t>
            </a:r>
            <a:r>
              <a:rPr lang="en-GB" sz="2300" spc="-95" dirty="0">
                <a:latin typeface="+mj-lt"/>
              </a:rPr>
              <a:t>that</a:t>
            </a:r>
            <a:r>
              <a:rPr lang="en-GB" sz="2300" spc="-160" dirty="0">
                <a:latin typeface="+mj-lt"/>
              </a:rPr>
              <a:t> </a:t>
            </a:r>
            <a:r>
              <a:rPr lang="en-GB" sz="2300" spc="-60" dirty="0">
                <a:latin typeface="+mj-lt"/>
              </a:rPr>
              <a:t>outline</a:t>
            </a:r>
            <a:r>
              <a:rPr lang="en-GB" sz="2300" spc="-160" dirty="0">
                <a:latin typeface="+mj-lt"/>
              </a:rPr>
              <a:t> </a:t>
            </a:r>
            <a:r>
              <a:rPr lang="en-GB" sz="2300" spc="-10" dirty="0">
                <a:latin typeface="+mj-lt"/>
              </a:rPr>
              <a:t>security </a:t>
            </a:r>
            <a:r>
              <a:rPr lang="en-GB" sz="2300" spc="-30" dirty="0">
                <a:latin typeface="+mj-lt"/>
              </a:rPr>
              <a:t>responsibilities</a:t>
            </a:r>
            <a:r>
              <a:rPr lang="en-GB" sz="2300" spc="-175" dirty="0">
                <a:latin typeface="+mj-lt"/>
              </a:rPr>
              <a:t> </a:t>
            </a:r>
            <a:r>
              <a:rPr lang="en-GB" sz="2300" spc="-100" dirty="0">
                <a:latin typeface="+mj-lt"/>
              </a:rPr>
              <a:t>for</a:t>
            </a:r>
            <a:r>
              <a:rPr lang="en-GB" sz="2300" spc="-175" dirty="0">
                <a:latin typeface="+mj-lt"/>
              </a:rPr>
              <a:t> </a:t>
            </a:r>
            <a:r>
              <a:rPr lang="en-GB" sz="2300" spc="-45" dirty="0">
                <a:latin typeface="+mj-lt"/>
              </a:rPr>
              <a:t>both</a:t>
            </a:r>
            <a:r>
              <a:rPr lang="en-GB" sz="2300" spc="-170" dirty="0">
                <a:latin typeface="+mj-lt"/>
              </a:rPr>
              <a:t> </a:t>
            </a:r>
            <a:r>
              <a:rPr lang="en-GB" sz="2300" spc="-10" dirty="0">
                <a:latin typeface="+mj-lt"/>
              </a:rPr>
              <a:t>parties.</a:t>
            </a:r>
          </a:p>
          <a:p>
            <a:pPr marL="240665" marR="488315" indent="-228600">
              <a:lnSpc>
                <a:spcPct val="90000"/>
              </a:lnSpc>
              <a:spcBef>
                <a:spcPts val="795"/>
              </a:spcBef>
              <a:buSzPct val="45454"/>
              <a:buFont typeface="Symbol"/>
              <a:buChar char=""/>
              <a:tabLst>
                <a:tab pos="240665" algn="l"/>
              </a:tabLst>
            </a:pPr>
            <a:r>
              <a:rPr lang="en-GB" sz="2300" spc="-45" dirty="0">
                <a:latin typeface="+mj-lt"/>
              </a:rPr>
              <a:t>Regular</a:t>
            </a:r>
            <a:r>
              <a:rPr lang="en-GB" sz="2300" spc="-150" dirty="0">
                <a:latin typeface="+mj-lt"/>
              </a:rPr>
              <a:t> </a:t>
            </a:r>
            <a:r>
              <a:rPr lang="en-GB" sz="2300" spc="-25" dirty="0">
                <a:latin typeface="+mj-lt"/>
              </a:rPr>
              <a:t>audits</a:t>
            </a:r>
            <a:r>
              <a:rPr lang="en-GB" sz="2300" spc="-160" dirty="0">
                <a:latin typeface="+mj-lt"/>
              </a:rPr>
              <a:t> </a:t>
            </a:r>
            <a:r>
              <a:rPr lang="en-GB" sz="2300" spc="-70" dirty="0">
                <a:latin typeface="+mj-lt"/>
              </a:rPr>
              <a:t>of</a:t>
            </a:r>
            <a:r>
              <a:rPr lang="en-GB" sz="2300" spc="-150" dirty="0">
                <a:latin typeface="+mj-lt"/>
              </a:rPr>
              <a:t> </a:t>
            </a:r>
            <a:r>
              <a:rPr lang="en-GB" sz="2300" spc="-90" dirty="0">
                <a:latin typeface="+mj-lt"/>
              </a:rPr>
              <a:t>third-</a:t>
            </a:r>
            <a:r>
              <a:rPr lang="en-GB" sz="2300" spc="-85" dirty="0">
                <a:latin typeface="+mj-lt"/>
              </a:rPr>
              <a:t>party</a:t>
            </a:r>
            <a:r>
              <a:rPr lang="en-GB" sz="2300" spc="-160" dirty="0">
                <a:latin typeface="+mj-lt"/>
              </a:rPr>
              <a:t> </a:t>
            </a:r>
            <a:r>
              <a:rPr lang="en-GB" sz="2300" spc="-50" dirty="0">
                <a:latin typeface="+mj-lt"/>
              </a:rPr>
              <a:t>security</a:t>
            </a:r>
            <a:r>
              <a:rPr lang="en-GB" sz="2300" spc="-145" dirty="0">
                <a:latin typeface="+mj-lt"/>
              </a:rPr>
              <a:t> </a:t>
            </a:r>
            <a:r>
              <a:rPr lang="en-GB" sz="2300" dirty="0">
                <a:latin typeface="+mj-lt"/>
              </a:rPr>
              <a:t>measures</a:t>
            </a:r>
            <a:r>
              <a:rPr lang="en-GB" sz="2300" spc="-160" dirty="0">
                <a:latin typeface="+mj-lt"/>
              </a:rPr>
              <a:t> </a:t>
            </a:r>
            <a:r>
              <a:rPr lang="en-GB" sz="2300" spc="-40" dirty="0">
                <a:latin typeface="+mj-lt"/>
              </a:rPr>
              <a:t>help</a:t>
            </a:r>
            <a:r>
              <a:rPr lang="en-GB" sz="2300" spc="-160" dirty="0">
                <a:latin typeface="+mj-lt"/>
              </a:rPr>
              <a:t> </a:t>
            </a:r>
            <a:r>
              <a:rPr lang="en-GB" sz="2300" spc="-30" dirty="0">
                <a:latin typeface="+mj-lt"/>
              </a:rPr>
              <a:t>mitigate </a:t>
            </a:r>
            <a:r>
              <a:rPr lang="en-GB" sz="2300" spc="-70" dirty="0">
                <a:latin typeface="+mj-lt"/>
              </a:rPr>
              <a:t>potential</a:t>
            </a:r>
            <a:r>
              <a:rPr lang="en-GB" sz="2300" spc="-165" dirty="0">
                <a:latin typeface="+mj-lt"/>
              </a:rPr>
              <a:t> </a:t>
            </a:r>
            <a:r>
              <a:rPr lang="en-GB" sz="2300" spc="-10" dirty="0">
                <a:latin typeface="+mj-lt"/>
              </a:rPr>
              <a:t>risks.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519F34-AEE5-83A3-93EC-7131E7D6B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8F760EE-F34C-D0A0-702C-F6EEC38123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58399" cy="77716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81875E5C-9A05-52E8-21B7-2D36B45E00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67126" y="438520"/>
            <a:ext cx="7620277" cy="134747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12700" algn="l" rtl="0">
              <a:lnSpc>
                <a:spcPct val="90000"/>
              </a:lnSpc>
              <a:spcBef>
                <a:spcPct val="0"/>
              </a:spcBef>
            </a:pPr>
            <a:r>
              <a:rPr lang="en-US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Cloud-</a:t>
            </a:r>
            <a:r>
              <a:rPr lang="en-US" sz="4400" kern="1200" spc="-4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Native</a:t>
            </a:r>
            <a:r>
              <a:rPr lang="en-US" sz="4400" kern="1200" spc="-145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400" kern="1200" spc="-35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Security</a:t>
            </a:r>
            <a:r>
              <a:rPr lang="en-US" sz="4400" kern="1200" spc="-145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400" kern="1200" spc="-1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Solutions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6738C62-0C7A-9560-DA4A-2780A893CD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2264817"/>
            <a:ext cx="9648432" cy="88646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5CCEDDC-3B2B-B974-89AB-EBC058F65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E4C859E-0D61-356A-D0A8-6F602573AF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1814068A-3FCD-E029-371E-F22BE82672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496822"/>
            <a:ext cx="9391273" cy="47008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3CACB980-E728-5FC1-99F8-160E662868C9}"/>
              </a:ext>
            </a:extLst>
          </p:cNvPr>
          <p:cNvSpPr txBox="1"/>
          <p:nvPr/>
        </p:nvSpPr>
        <p:spPr>
          <a:xfrm>
            <a:off x="654769" y="2946110"/>
            <a:ext cx="8368526" cy="38936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40665" marR="621665" lvl="0" indent="-228600" algn="l" defTabSz="914400" rtl="0" eaLnBrk="1" fontAlgn="auto" latinLnBrk="0" hangingPunct="1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Tx/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  <a:defRPr/>
            </a:pPr>
            <a:r>
              <a:rPr kumimoji="0" lang="en-US" sz="2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Cloud-</a:t>
            </a:r>
            <a:r>
              <a:rPr kumimoji="0" lang="en-US" sz="2300" b="0" i="0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native</a:t>
            </a:r>
            <a:r>
              <a:rPr kumimoji="0" lang="en-US" sz="2300" b="0" i="0" u="none" strike="noStrike" kern="1200" cap="none" spc="-1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3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security</a:t>
            </a:r>
            <a:r>
              <a:rPr kumimoji="0" lang="en-US" sz="2300" b="0" i="0" u="none" strike="noStrike" kern="1200" cap="none" spc="-1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solutions</a:t>
            </a:r>
            <a:r>
              <a:rPr kumimoji="0" lang="en-US" sz="2300" b="0" i="0" u="none" strike="noStrike" kern="1200" cap="none" spc="-1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300" b="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are</a:t>
            </a:r>
            <a:r>
              <a:rPr kumimoji="0" lang="en-US" sz="2300" b="0" i="0" u="none" strike="noStrike" kern="1200" cap="none" spc="-1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3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designed</a:t>
            </a:r>
            <a:r>
              <a:rPr kumimoji="0" lang="en-US" sz="2300" b="0" i="0" u="none" strike="noStrike" kern="1200" cap="none" spc="-1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3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specifically</a:t>
            </a:r>
            <a:r>
              <a:rPr kumimoji="0" lang="en-US" sz="2300" b="0" i="0" u="none" strike="noStrike" kern="1200" cap="none" spc="-1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3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for </a:t>
            </a:r>
            <a:r>
              <a:rPr kumimoji="0" lang="en-US" sz="23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cloud</a:t>
            </a:r>
            <a:r>
              <a:rPr kumimoji="0" lang="en-US" sz="2300" b="0" i="0" u="none" strike="noStrike" kern="1200" cap="none" spc="-1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3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environments.</a:t>
            </a:r>
            <a:endParaRPr kumimoji="0" lang="en-US" sz="2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40665" marR="1009015" lvl="0" indent="-228600" algn="l" defTabSz="914400" rtl="0" eaLnBrk="1" fontAlgn="auto" latinLnBrk="0" hangingPunct="1">
              <a:lnSpc>
                <a:spcPct val="90000"/>
              </a:lnSpc>
              <a:spcBef>
                <a:spcPts val="805"/>
              </a:spcBef>
              <a:spcAft>
                <a:spcPts val="0"/>
              </a:spcAft>
              <a:buClrTx/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  <a:defRPr/>
            </a:pPr>
            <a:r>
              <a:rPr kumimoji="0" lang="en-US" sz="23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These</a:t>
            </a:r>
            <a:r>
              <a:rPr kumimoji="0" lang="en-US" sz="2300" b="0" i="0" u="none" strike="noStrike" kern="1200" cap="none" spc="-1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solutions</a:t>
            </a:r>
            <a:r>
              <a:rPr kumimoji="0" lang="en-US" sz="2300" b="0" i="0" u="none" strike="noStrike" kern="1200" cap="none" spc="-1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300" b="0" i="0" u="none" strike="noStrike" kern="1200" cap="none" spc="-9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offer</a:t>
            </a:r>
            <a:r>
              <a:rPr kumimoji="0" lang="en-US" sz="2300" b="0" i="0" u="none" strike="noStrike" kern="1200" cap="none" spc="-1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3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better</a:t>
            </a:r>
            <a:r>
              <a:rPr kumimoji="0" lang="en-US" sz="2300" b="0" i="0" u="none" strike="noStrike" kern="1200" cap="none" spc="-1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300" b="0" i="0" u="none" strike="noStrike" kern="120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integration,</a:t>
            </a:r>
            <a:r>
              <a:rPr kumimoji="0" lang="en-US" sz="2300" b="0" i="0" u="none" strike="noStrike" kern="1200" cap="none" spc="-1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3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automation,</a:t>
            </a:r>
            <a:r>
              <a:rPr kumimoji="0" lang="en-US" sz="2300" b="0" i="0" u="none" strike="noStrike" kern="1200" cap="none" spc="-1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3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and </a:t>
            </a:r>
            <a:r>
              <a:rPr kumimoji="0" lang="en-US" sz="23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scalability</a:t>
            </a:r>
            <a:r>
              <a:rPr kumimoji="0" lang="en-US" sz="2300" b="0" i="0" u="none" strike="noStrike" kern="1200" cap="none" spc="-1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3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than</a:t>
            </a:r>
            <a:r>
              <a:rPr kumimoji="0" lang="en-US" sz="2300" b="0" i="0" u="none" strike="noStrike" kern="1200" cap="none" spc="-1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300" b="0" i="0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traditional</a:t>
            </a:r>
            <a:r>
              <a:rPr kumimoji="0" lang="en-US" sz="2300" b="0" i="0" u="none" strike="noStrike" kern="1200" cap="none" spc="-1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3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tools.</a:t>
            </a:r>
            <a:endParaRPr kumimoji="0" lang="en-US" sz="2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40665" marR="236854" lvl="0" indent="-228600" algn="l" defTabSz="914400" rtl="0" eaLnBrk="1" fontAlgn="auto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  <a:defRPr/>
            </a:pPr>
            <a:r>
              <a:rPr kumimoji="0" lang="en-US" sz="2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Cloud-</a:t>
            </a:r>
            <a:r>
              <a:rPr kumimoji="0" lang="en-US" sz="2300" b="0" i="0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native</a:t>
            </a:r>
            <a:r>
              <a:rPr kumimoji="0" lang="en-US" sz="2300" b="0" i="0" u="none" strike="noStrike" kern="1200" cap="none" spc="-1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3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platforms</a:t>
            </a:r>
            <a:r>
              <a:rPr kumimoji="0" lang="en-US" sz="2300" b="0" i="0" u="none" strike="noStrike" kern="1200" cap="none" spc="-1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3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provide</a:t>
            </a:r>
            <a:r>
              <a:rPr kumimoji="0" lang="en-US" sz="2300" b="0" i="0" u="none" strike="noStrike" kern="1200" cap="none" spc="-1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300" b="0" i="0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real-</a:t>
            </a:r>
            <a:r>
              <a:rPr kumimoji="0" lang="en-US" sz="2300" b="0" i="0" u="none" strike="noStrike" kern="120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time</a:t>
            </a:r>
            <a:r>
              <a:rPr kumimoji="0" lang="en-US" sz="2300" b="0" i="0" u="none" strike="noStrike" kern="1200" cap="none" spc="-1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3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monitoring</a:t>
            </a:r>
            <a:r>
              <a:rPr kumimoji="0" lang="en-US" sz="2300" b="0" i="0" u="none" strike="noStrike" kern="1200" cap="none" spc="-1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and</a:t>
            </a:r>
            <a:r>
              <a:rPr kumimoji="0" lang="en-US" sz="2300" b="0" i="0" u="none" strike="noStrike" kern="1200" cap="none" spc="-1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3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threat </a:t>
            </a:r>
            <a:r>
              <a:rPr kumimoji="0" lang="en-US" sz="23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detection.</a:t>
            </a:r>
            <a:endParaRPr kumimoji="0" lang="en-US" sz="2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40665" marR="5080" lvl="0" indent="-228600" algn="l" defTabSz="914400" rtl="0" eaLnBrk="1" fontAlgn="auto" latinLnBrk="0" hangingPunct="1">
              <a:lnSpc>
                <a:spcPct val="90000"/>
              </a:lnSpc>
              <a:spcBef>
                <a:spcPts val="805"/>
              </a:spcBef>
              <a:spcAft>
                <a:spcPts val="0"/>
              </a:spcAft>
              <a:buClrTx/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  <a:defRPr/>
            </a:pPr>
            <a:r>
              <a:rPr kumimoji="0" lang="en-US" sz="23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Organizations</a:t>
            </a:r>
            <a:r>
              <a:rPr kumimoji="0" lang="en-US" sz="2300" b="0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300" b="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are</a:t>
            </a:r>
            <a:r>
              <a:rPr kumimoji="0" lang="en-US" sz="2300" b="0" i="0" u="none" strike="noStrike" kern="1200" cap="none" spc="-1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3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increasingly</a:t>
            </a:r>
            <a:r>
              <a:rPr kumimoji="0" lang="en-US" sz="2300" b="0" i="0" u="none" strike="noStrike" kern="1200" cap="none" spc="-1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3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adopting</a:t>
            </a:r>
            <a:r>
              <a:rPr kumimoji="0" lang="en-US" sz="2300" b="0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3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cloud-</a:t>
            </a:r>
            <a:r>
              <a:rPr kumimoji="0" lang="en-US" sz="2300" b="0" i="0" u="none" strike="noStrike" kern="1200" cap="none" spc="-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native</a:t>
            </a:r>
            <a:r>
              <a:rPr kumimoji="0" lang="en-US" sz="2300" b="0" i="0" u="none" strike="noStrike" kern="1200" cap="none" spc="-1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solutions</a:t>
            </a:r>
            <a:r>
              <a:rPr kumimoji="0" lang="en-US" sz="2300" b="0" i="0" u="none" strike="noStrike" kern="1200" cap="none" spc="-1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3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to </a:t>
            </a:r>
            <a:r>
              <a:rPr kumimoji="0" lang="en-US" sz="23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secure</a:t>
            </a:r>
            <a:r>
              <a:rPr kumimoji="0" lang="en-US" sz="2300" b="0" i="0" u="none" strike="noStrike" kern="1200" cap="none" spc="-19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300" b="0" i="0" u="none" strike="noStrike" kern="1200" cap="none" spc="-9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their</a:t>
            </a:r>
            <a:r>
              <a:rPr kumimoji="0" lang="en-US" sz="2300" b="0" i="0" u="none" strike="noStrike" kern="1200" cap="none" spc="-1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3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environments.</a:t>
            </a:r>
            <a:endParaRPr kumimoji="0" lang="en-US" sz="2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40665" marR="242570" lvl="0" indent="-228600" algn="l" defTabSz="914400" rtl="0" eaLnBrk="1" fontAlgn="auto" latinLnBrk="0" hangingPunct="1">
              <a:lnSpc>
                <a:spcPct val="90000"/>
              </a:lnSpc>
              <a:spcBef>
                <a:spcPts val="795"/>
              </a:spcBef>
              <a:spcAft>
                <a:spcPts val="0"/>
              </a:spcAft>
              <a:buClrTx/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  <a:defRPr/>
            </a:pPr>
            <a:r>
              <a:rPr kumimoji="0" lang="en-US" sz="2300" b="0" i="0" u="none" strike="noStrike" kern="1200" cap="none" spc="-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Key</a:t>
            </a:r>
            <a:r>
              <a:rPr kumimoji="0" lang="en-US" sz="2300" b="0" i="0" u="none" strike="noStrike" kern="1200" cap="none" spc="-1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300" b="0" i="0" u="none" strike="noStrike" kern="120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features</a:t>
            </a:r>
            <a:r>
              <a:rPr kumimoji="0" lang="en-US" sz="2300" b="0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3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include</a:t>
            </a:r>
            <a:r>
              <a:rPr kumimoji="0" lang="en-US" sz="2300" b="0" i="0" u="none" strike="noStrike" kern="1200" cap="none" spc="-1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3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encryption,</a:t>
            </a:r>
            <a:r>
              <a:rPr kumimoji="0" lang="en-US" sz="2300" b="0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3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automated</a:t>
            </a:r>
            <a:r>
              <a:rPr kumimoji="0" lang="en-US" sz="2300" b="0" i="0" u="none" strike="noStrike" kern="1200" cap="none" spc="-1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3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incident</a:t>
            </a:r>
            <a:r>
              <a:rPr kumimoji="0" lang="en-US" sz="2300" b="0" i="0" u="none" strike="noStrike" kern="1200" cap="none" spc="-1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3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response, </a:t>
            </a:r>
            <a:r>
              <a:rPr kumimoji="0" lang="en-US" sz="2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and</a:t>
            </a:r>
            <a:r>
              <a:rPr kumimoji="0" lang="en-US" sz="2300" b="0" i="0" u="none" strike="noStrike" kern="1200" cap="none" spc="-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3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compliance</a:t>
            </a:r>
            <a:r>
              <a:rPr kumimoji="0" lang="en-US" sz="2300" b="0" i="0" u="none" strike="noStrike" kern="1200" cap="none" spc="-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3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management.</a:t>
            </a:r>
            <a:endParaRPr kumimoji="0" lang="en-US" sz="2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7621025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58399" cy="77716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1378809"/>
            <a:ext cx="603502" cy="763255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8065" y="695814"/>
            <a:ext cx="8998676" cy="214666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60995" y="917884"/>
            <a:ext cx="8202741" cy="17617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12700" algn="l" rtl="0">
              <a:lnSpc>
                <a:spcPct val="90000"/>
              </a:lnSpc>
              <a:spcBef>
                <a:spcPct val="0"/>
              </a:spcBef>
            </a:pPr>
            <a:r>
              <a:rPr lang="en-US" sz="4700" kern="1200" spc="-3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Benefits</a:t>
            </a:r>
            <a:r>
              <a:rPr lang="en-US" sz="4700" kern="1200" spc="-165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700" kern="1200" spc="-5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of</a:t>
            </a:r>
            <a:r>
              <a:rPr lang="en-US" sz="4700" kern="1200" spc="-165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Cloud-</a:t>
            </a:r>
            <a:r>
              <a:rPr lang="en-US" sz="4700" kern="1200" spc="-35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Native</a:t>
            </a:r>
            <a:r>
              <a:rPr lang="en-US" sz="4700" kern="1200" spc="-17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700" kern="1200" spc="-3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Security</a:t>
            </a:r>
            <a:r>
              <a:rPr lang="en-US" sz="4700" kern="1200" spc="-17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700" kern="1200" spc="-1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Architectures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62148" y="3419858"/>
            <a:ext cx="8201588" cy="35412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40665" marR="5080" indent="-228600" algn="l" rtl="0">
              <a:lnSpc>
                <a:spcPct val="90000"/>
              </a:lnSpc>
              <a:spcBef>
                <a:spcPts val="100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Cloud-</a:t>
            </a:r>
            <a:r>
              <a:rPr lang="en-US" sz="2100" kern="1200" spc="-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native</a:t>
            </a:r>
            <a:r>
              <a:rPr lang="en-US" sz="2100" kern="1200" spc="-16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security</a:t>
            </a:r>
            <a:r>
              <a:rPr lang="en-US" sz="2100" kern="1200" spc="-16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architectures</a:t>
            </a:r>
            <a:r>
              <a:rPr lang="en-US" sz="2100" kern="1200" spc="-1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are</a:t>
            </a:r>
            <a:r>
              <a:rPr lang="en-US" sz="2100" kern="1200" spc="-1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designed</a:t>
            </a:r>
            <a:r>
              <a:rPr lang="en-US" sz="2100" kern="1200" spc="-16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</a:t>
            </a:r>
            <a:r>
              <a:rPr lang="en-US" sz="2100" kern="1200" spc="-1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leverage</a:t>
            </a:r>
            <a:r>
              <a:rPr lang="en-US" sz="2100" kern="1200" spc="-1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</a:t>
            </a:r>
            <a:r>
              <a:rPr lang="en-US" sz="2100" kern="1200" spc="-1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flexibility</a:t>
            </a:r>
            <a:r>
              <a:rPr lang="en-US" sz="2100" kern="1200" spc="-1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sz="2100" kern="1200" spc="-1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scalability</a:t>
            </a:r>
            <a:r>
              <a:rPr lang="en-US" sz="2100" kern="1200" spc="-1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</a:t>
            </a:r>
            <a:r>
              <a:rPr lang="en-US" sz="2100" kern="1200" spc="-1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en-US" sz="2100" kern="1200" spc="-1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cloud.</a:t>
            </a:r>
            <a:endParaRPr lang="en-US" sz="21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40665" marR="882015" indent="-228600" algn="l" rtl="0">
              <a:lnSpc>
                <a:spcPct val="90000"/>
              </a:lnSpc>
              <a:spcBef>
                <a:spcPts val="805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100" kern="1200" spc="-4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These</a:t>
            </a:r>
            <a:r>
              <a:rPr lang="en-US" sz="2100" kern="1200" spc="-1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architectures</a:t>
            </a:r>
            <a:r>
              <a:rPr lang="en-US" sz="2100" kern="1200" spc="-1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provide</a:t>
            </a:r>
            <a:r>
              <a:rPr lang="en-US" sz="2100" kern="1200" spc="-1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10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better</a:t>
            </a:r>
            <a:r>
              <a:rPr lang="en-US" sz="2100" kern="1200" spc="-1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integration</a:t>
            </a:r>
            <a:r>
              <a:rPr lang="en-US" sz="2100" kern="1200" spc="-1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1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</a:t>
            </a:r>
            <a:r>
              <a:rPr lang="en-US" sz="2100" kern="1200" spc="-1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cloud </a:t>
            </a: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services</a:t>
            </a:r>
            <a:r>
              <a:rPr lang="en-US" sz="2100" kern="1200" spc="-1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than</a:t>
            </a:r>
            <a:r>
              <a:rPr lang="en-US" sz="2100" kern="1200" spc="-1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traditional</a:t>
            </a:r>
            <a:r>
              <a:rPr lang="en-US" sz="2100" kern="1200" spc="-1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security</a:t>
            </a:r>
            <a:r>
              <a:rPr lang="en-US" sz="2100" kern="1200" spc="-1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models.</a:t>
            </a:r>
            <a:endParaRPr lang="en-US" sz="21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40665" marR="387985" indent="-228600" algn="l" rtl="0">
              <a:lnSpc>
                <a:spcPct val="90000"/>
              </a:lnSpc>
              <a:spcBef>
                <a:spcPts val="800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Cloud-</a:t>
            </a:r>
            <a:r>
              <a:rPr lang="en-US" sz="2100" kern="1200" spc="-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native</a:t>
            </a:r>
            <a:r>
              <a:rPr lang="en-US" sz="2100" kern="1200" spc="-14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architectures</a:t>
            </a:r>
            <a:r>
              <a:rPr lang="en-US" sz="2100" kern="1200" spc="-1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often</a:t>
            </a:r>
            <a:r>
              <a:rPr lang="en-US" sz="2100" kern="1200" spc="-1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include</a:t>
            </a:r>
            <a:r>
              <a:rPr lang="en-US" sz="2100" kern="1200" spc="-1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automated</a:t>
            </a:r>
            <a:r>
              <a:rPr lang="en-US" sz="2100" kern="1200" spc="-13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security </a:t>
            </a:r>
            <a:r>
              <a:rPr lang="en-US" sz="2100" kern="1200" spc="-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controls,</a:t>
            </a:r>
            <a:r>
              <a:rPr lang="en-US" sz="2100" kern="1200" spc="-1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6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such</a:t>
            </a:r>
            <a:r>
              <a:rPr lang="en-US" sz="2100" kern="1200" spc="-1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9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</a:t>
            </a:r>
            <a:r>
              <a:rPr lang="en-US" sz="2100" kern="1200" spc="-1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4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policy</a:t>
            </a:r>
            <a:r>
              <a:rPr lang="en-US" sz="2100" kern="1200" spc="-1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enforcement</a:t>
            </a:r>
            <a:r>
              <a:rPr lang="en-US" sz="2100" kern="1200" spc="-1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sz="2100" kern="1200" spc="-1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1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threat</a:t>
            </a:r>
            <a:r>
              <a:rPr lang="en-US" sz="2100" kern="1200" spc="-1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detection.</a:t>
            </a:r>
            <a:endParaRPr lang="en-US" sz="21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40665" marR="272415" indent="-228600" algn="l" rtl="0">
              <a:lnSpc>
                <a:spcPct val="90000"/>
              </a:lnSpc>
              <a:spcBef>
                <a:spcPts val="805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100" kern="1200" spc="-3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Organizations</a:t>
            </a:r>
            <a:r>
              <a:rPr lang="en-US" sz="2100" kern="1200" spc="-1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benefit</a:t>
            </a:r>
            <a:r>
              <a:rPr lang="en-US" sz="2100" kern="1200" spc="-1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from</a:t>
            </a:r>
            <a:r>
              <a:rPr lang="en-US" sz="2100" kern="1200" spc="-1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faster</a:t>
            </a:r>
            <a:r>
              <a:rPr lang="en-US" sz="2100" kern="1200" spc="-1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deployment</a:t>
            </a:r>
            <a:r>
              <a:rPr lang="en-US" sz="2100" kern="1200" spc="-1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3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times</a:t>
            </a:r>
            <a:r>
              <a:rPr lang="en-US" sz="2100" kern="1200" spc="-1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sz="2100" kern="1200" spc="-1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more </a:t>
            </a:r>
            <a:r>
              <a:rPr lang="en-US" sz="2100" kern="1200" spc="-9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efficient</a:t>
            </a:r>
            <a:r>
              <a:rPr lang="en-US" sz="2100" kern="1200" spc="-16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resource</a:t>
            </a:r>
            <a:r>
              <a:rPr lang="en-US" sz="2100" kern="1200" spc="-1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use.</a:t>
            </a:r>
            <a:endParaRPr lang="en-US" sz="21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40665" marR="811530" indent="-228600" algn="l" rtl="0">
              <a:lnSpc>
                <a:spcPct val="90000"/>
              </a:lnSpc>
              <a:spcBef>
                <a:spcPts val="795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Cloud-</a:t>
            </a:r>
            <a:r>
              <a:rPr lang="en-US" sz="2100" kern="1200" spc="-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native</a:t>
            </a:r>
            <a:r>
              <a:rPr lang="en-US" sz="2100" kern="1200" spc="-1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architectures</a:t>
            </a:r>
            <a:r>
              <a:rPr lang="en-US" sz="2100" kern="1200" spc="-1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are</a:t>
            </a:r>
            <a:r>
              <a:rPr lang="en-US" sz="2100" kern="1200" spc="-1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10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better</a:t>
            </a:r>
            <a:r>
              <a:rPr lang="en-US" sz="2100" kern="1200" spc="-14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3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equipped</a:t>
            </a:r>
            <a:r>
              <a:rPr lang="en-US" sz="2100" kern="1200" spc="-1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</a:t>
            </a:r>
            <a:r>
              <a:rPr lang="en-US" sz="2100" kern="1200" spc="-13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handle </a:t>
            </a:r>
            <a:r>
              <a:rPr lang="en-US" sz="2100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modern</a:t>
            </a:r>
            <a:r>
              <a:rPr lang="en-US" sz="2100" kern="1200" spc="-1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cyber</a:t>
            </a:r>
            <a:r>
              <a:rPr lang="en-US" sz="2100" kern="1200" spc="-1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1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threats.</a:t>
            </a:r>
            <a:endParaRPr lang="en-US" sz="21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91515" y="7350021"/>
            <a:ext cx="867537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58399" cy="77716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7126" y="438520"/>
            <a:ext cx="7620277" cy="134747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12700" algn="l" rtl="0">
              <a:lnSpc>
                <a:spcPct val="90000"/>
              </a:lnSpc>
              <a:spcBef>
                <a:spcPct val="0"/>
              </a:spcBef>
            </a:pPr>
            <a:r>
              <a:rPr lang="en-US" sz="4400" kern="1200" spc="-17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400" kern="1200" spc="-114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The</a:t>
            </a:r>
            <a:r>
              <a:rPr lang="en-US" sz="4400" kern="1200" spc="-155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400" kern="1200" spc="-95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Future</a:t>
            </a:r>
            <a:r>
              <a:rPr lang="en-US" sz="4400" kern="1200" spc="-165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400" kern="1200" spc="-5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of</a:t>
            </a:r>
            <a:r>
              <a:rPr lang="en-US" sz="4400" kern="1200" spc="-155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Cloud</a:t>
            </a:r>
            <a:r>
              <a:rPr lang="en-US" sz="4400" kern="1200" spc="-165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400" kern="1200" spc="-1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Security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2264817"/>
            <a:ext cx="9648432" cy="88646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496822"/>
            <a:ext cx="9391273" cy="47008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bject 3"/>
          <p:cNvSpPr txBox="1"/>
          <p:nvPr/>
        </p:nvSpPr>
        <p:spPr>
          <a:xfrm>
            <a:off x="654769" y="2946110"/>
            <a:ext cx="8368526" cy="38936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40665" marR="5080" indent="-228600" algn="l" rtl="0">
              <a:lnSpc>
                <a:spcPct val="90000"/>
              </a:lnSpc>
              <a:spcBef>
                <a:spcPts val="100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300" kern="1200" spc="9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</a:t>
            </a:r>
            <a:r>
              <a:rPr lang="en-US" sz="2300" kern="1200" spc="-1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cloud</a:t>
            </a:r>
            <a:r>
              <a:rPr lang="en-US" sz="2300" kern="1200" spc="-1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3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adoption</a:t>
            </a:r>
            <a:r>
              <a:rPr lang="en-US" sz="2300" kern="1200" spc="-1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continues</a:t>
            </a:r>
            <a:r>
              <a:rPr lang="en-US" sz="2300" kern="1200" spc="-1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</a:t>
            </a:r>
            <a:r>
              <a:rPr lang="en-US" sz="2300" kern="1200" spc="-1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grow,</a:t>
            </a:r>
            <a:r>
              <a:rPr lang="en-US" sz="2300" kern="1200" spc="-1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organizations</a:t>
            </a:r>
            <a:r>
              <a:rPr lang="en-US" sz="2300" kern="1200" spc="-1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must</a:t>
            </a:r>
            <a:r>
              <a:rPr lang="en-US" sz="2300" kern="1200" spc="-1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focus </a:t>
            </a:r>
            <a:r>
              <a:rPr lang="en-US" sz="2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</a:t>
            </a:r>
            <a:r>
              <a:rPr lang="en-US" sz="2300" kern="1200" spc="-1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improving</a:t>
            </a:r>
            <a:r>
              <a:rPr lang="en-US" sz="2300" kern="1200" spc="-1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9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their</a:t>
            </a:r>
            <a:r>
              <a:rPr lang="en-US" sz="2300" kern="1200" spc="-1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cloud</a:t>
            </a:r>
            <a:r>
              <a:rPr lang="en-US" sz="2300" kern="1200" spc="-1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security</a:t>
            </a:r>
            <a:r>
              <a:rPr lang="en-US" sz="2300" kern="1200" spc="-1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strategies.</a:t>
            </a:r>
            <a:endParaRPr lang="en-US" sz="23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40665" marR="218440" indent="-228600" algn="l" rtl="0">
              <a:lnSpc>
                <a:spcPct val="90000"/>
              </a:lnSpc>
              <a:spcBef>
                <a:spcPts val="805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300" kern="1200" spc="-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Emerging</a:t>
            </a:r>
            <a:r>
              <a:rPr lang="en-US" sz="2300" kern="1200" spc="-1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technologies,</a:t>
            </a:r>
            <a:r>
              <a:rPr lang="en-US" sz="2300" kern="1200" spc="-1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6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such</a:t>
            </a:r>
            <a:r>
              <a:rPr lang="en-US" sz="2300" kern="1200" spc="-1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9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</a:t>
            </a:r>
            <a:r>
              <a:rPr lang="en-US" sz="2300" kern="1200" spc="-1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4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AI</a:t>
            </a:r>
            <a:r>
              <a:rPr lang="en-US" sz="2300" kern="1200" spc="-1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sz="2300" kern="1200" spc="-1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machine</a:t>
            </a:r>
            <a:r>
              <a:rPr lang="en-US" sz="2300" kern="1200" spc="-1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learning,</a:t>
            </a:r>
            <a:r>
              <a:rPr lang="en-US" sz="2300" kern="1200" spc="-1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will </a:t>
            </a:r>
            <a:r>
              <a:rPr lang="en-US" sz="2300" kern="1200" spc="-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play</a:t>
            </a:r>
            <a:r>
              <a:rPr lang="en-US" sz="2300" kern="1200" spc="-19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</a:t>
            </a:r>
            <a:r>
              <a:rPr lang="en-US" sz="2300" kern="1200" spc="-19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9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key</a:t>
            </a:r>
            <a:r>
              <a:rPr lang="en-US" sz="2300" kern="1200" spc="-19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role</a:t>
            </a:r>
            <a:r>
              <a:rPr lang="en-US" sz="2300" kern="1200" spc="-19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</a:t>
            </a:r>
            <a:r>
              <a:rPr lang="en-US" sz="2300" kern="1200" spc="-1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enhancing</a:t>
            </a:r>
            <a:r>
              <a:rPr lang="en-US" sz="2300" kern="1200" spc="-19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cloud</a:t>
            </a:r>
            <a:r>
              <a:rPr lang="en-US" sz="2300" kern="1200" spc="-19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security.</a:t>
            </a:r>
            <a:endParaRPr lang="en-US" sz="23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40665" marR="100330" indent="-228600" algn="l" rtl="0">
              <a:lnSpc>
                <a:spcPct val="90000"/>
              </a:lnSpc>
              <a:spcBef>
                <a:spcPts val="800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300" kern="1200" spc="-9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en-US" sz="2300" kern="1200" spc="-1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3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rise</a:t>
            </a:r>
            <a:r>
              <a:rPr lang="en-US" sz="2300" kern="1200" spc="-1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</a:t>
            </a:r>
            <a:r>
              <a:rPr lang="en-US" sz="2300" kern="1200" spc="-1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6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hybrid</a:t>
            </a:r>
            <a:r>
              <a:rPr lang="en-US" sz="2300" kern="1200" spc="-1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sz="2300" kern="1200" spc="-1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multi-</a:t>
            </a:r>
            <a:r>
              <a:rPr lang="en-US" sz="23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cloud</a:t>
            </a:r>
            <a:r>
              <a:rPr lang="en-US" sz="2300" kern="1200" spc="-1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4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environments</a:t>
            </a:r>
            <a:r>
              <a:rPr lang="en-US" sz="2300" kern="1200" spc="-16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will</a:t>
            </a:r>
            <a:r>
              <a:rPr lang="en-US" sz="2300" kern="1200" spc="-1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introduce </a:t>
            </a:r>
            <a:r>
              <a:rPr lang="en-US" sz="2300" kern="1200" spc="-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</a:t>
            </a:r>
            <a:r>
              <a:rPr lang="en-US" sz="2300" kern="1200" spc="-1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security</a:t>
            </a:r>
            <a:r>
              <a:rPr lang="en-US" sz="2300" kern="1200" spc="-16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challenges.</a:t>
            </a:r>
            <a:endParaRPr lang="en-US" sz="23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40665" marR="76200" indent="-228600" algn="l" rtl="0">
              <a:lnSpc>
                <a:spcPct val="90000"/>
              </a:lnSpc>
              <a:spcBef>
                <a:spcPts val="805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300" kern="1200" spc="-3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Organizations</a:t>
            </a:r>
            <a:r>
              <a:rPr lang="en-US" sz="2300" kern="1200" spc="-16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must</a:t>
            </a:r>
            <a:r>
              <a:rPr lang="en-US" sz="2300" kern="1200" spc="-1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invest</a:t>
            </a:r>
            <a:r>
              <a:rPr lang="en-US" sz="2300" kern="1200" spc="-16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5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</a:t>
            </a:r>
            <a:r>
              <a:rPr lang="en-US" sz="2300" kern="1200" spc="-16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2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cloud-</a:t>
            </a:r>
            <a:r>
              <a:rPr lang="en-US" sz="2300" kern="1200" spc="-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native</a:t>
            </a:r>
            <a:r>
              <a:rPr lang="en-US" sz="2300" kern="1200" spc="-1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security</a:t>
            </a:r>
            <a:r>
              <a:rPr lang="en-US" sz="2300" kern="1200" spc="-1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solutions</a:t>
            </a:r>
            <a:r>
              <a:rPr lang="en-US" sz="2300" kern="1200" spc="-16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</a:t>
            </a:r>
            <a:r>
              <a:rPr lang="en-US" sz="2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address</a:t>
            </a:r>
            <a:r>
              <a:rPr lang="en-US" sz="2300" kern="1200" spc="-1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3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these</a:t>
            </a:r>
            <a:r>
              <a:rPr lang="en-US" sz="2300" kern="1200" spc="-1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evolving</a:t>
            </a:r>
            <a:r>
              <a:rPr lang="en-US" sz="2300" kern="1200" spc="-13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threats.</a:t>
            </a:r>
            <a:endParaRPr lang="en-US" sz="23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40665" marR="391160" indent="-228600" algn="l" rtl="0">
              <a:lnSpc>
                <a:spcPct val="90000"/>
              </a:lnSpc>
              <a:spcBef>
                <a:spcPts val="795"/>
              </a:spcBef>
              <a:buSzPct val="45454"/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Continuous</a:t>
            </a:r>
            <a:r>
              <a:rPr lang="en-US" sz="2300" kern="1200" spc="-14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training</a:t>
            </a:r>
            <a:r>
              <a:rPr lang="en-US" sz="2300" kern="1200" spc="-16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en-US" sz="2300" kern="1200" spc="-14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3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education</a:t>
            </a:r>
            <a:r>
              <a:rPr lang="en-US" sz="2300" kern="1200" spc="-1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are</a:t>
            </a:r>
            <a:r>
              <a:rPr lang="en-US" sz="2300" kern="1200" spc="-1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2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essential</a:t>
            </a:r>
            <a:r>
              <a:rPr lang="en-US" sz="2300" kern="1200" spc="-16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9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</a:t>
            </a:r>
            <a:r>
              <a:rPr lang="en-US" sz="2300" kern="1200" spc="-16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keeping </a:t>
            </a:r>
            <a:r>
              <a:rPr lang="en-US" sz="2300" kern="1200" spc="-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security</a:t>
            </a:r>
            <a:r>
              <a:rPr lang="en-US" sz="2300" kern="1200" spc="-1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teams</a:t>
            </a:r>
            <a:r>
              <a:rPr lang="en-US" sz="2300" kern="1200" spc="-1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4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updated</a:t>
            </a:r>
            <a:r>
              <a:rPr lang="en-US" sz="2300" kern="1200" spc="-16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</a:t>
            </a:r>
            <a:r>
              <a:rPr lang="en-US" sz="2300" kern="1200" spc="-1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8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en-US" sz="2300" kern="1200" spc="-17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6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latest</a:t>
            </a:r>
            <a:r>
              <a:rPr lang="en-US" sz="2300" kern="1200" spc="-1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cloud</a:t>
            </a:r>
            <a:r>
              <a:rPr lang="en-US" sz="2300" kern="1200" spc="-175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5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security</a:t>
            </a:r>
            <a:r>
              <a:rPr lang="en-US" sz="2300" kern="1200" spc="-18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300" kern="1200" spc="-1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trends.</a:t>
            </a:r>
            <a:endParaRPr lang="en-US" sz="23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100</TotalTime>
  <Words>2419</Words>
  <Application>Microsoft Office PowerPoint</Application>
  <PresentationFormat>Custom</PresentationFormat>
  <Paragraphs>236</Paragraphs>
  <Slides>37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4" baseType="lpstr">
      <vt:lpstr>Aptos</vt:lpstr>
      <vt:lpstr>Arial</vt:lpstr>
      <vt:lpstr>Calibri</vt:lpstr>
      <vt:lpstr>Google Sans</vt:lpstr>
      <vt:lpstr>Symbol</vt:lpstr>
      <vt:lpstr>Trebuchet MS</vt:lpstr>
      <vt:lpstr>Office Theme</vt:lpstr>
      <vt:lpstr>Chapter 10</vt:lpstr>
      <vt:lpstr>Introduction</vt:lpstr>
      <vt:lpstr>Key Cloud Security Challenges</vt:lpstr>
      <vt:lpstr>Cloud Security Confidence Levels</vt:lpstr>
      <vt:lpstr>Top Cloud Security Threats</vt:lpstr>
      <vt:lpstr>Barriers to Cloud Security Adoption</vt:lpstr>
      <vt:lpstr>Day-to-Day Cloud Security Headaches</vt:lpstr>
      <vt:lpstr>Cloud Security Incidents</vt:lpstr>
      <vt:lpstr>Benefits of Cloud-Based Security Solutions</vt:lpstr>
      <vt:lpstr>Cloud-Based Security Adoption Drivers (Advantages)</vt:lpstr>
      <vt:lpstr>Barriers to Cloud-Based Security Adoption (Disadvantages)</vt:lpstr>
      <vt:lpstr>Cloud Security Tools and Solutions</vt:lpstr>
      <vt:lpstr>Misconfigurations in Cloud Platforms</vt:lpstr>
      <vt:lpstr>Data Exfiltration Threats</vt:lpstr>
      <vt:lpstr>Insecure APIs and Interfaces</vt:lpstr>
      <vt:lpstr>Cloud Security Monitoring Challenges</vt:lpstr>
      <vt:lpstr>Cloud Cryptojacking and Ransomware</vt:lpstr>
      <vt:lpstr>Cloud Incident Response Concerns</vt:lpstr>
      <vt:lpstr>Data Loss Prevention (DLP) in Cloud Environments</vt:lpstr>
      <vt:lpstr>Encryption in Cloud Security</vt:lpstr>
      <vt:lpstr>Identity and Access Management (IAM) in Cloud Security</vt:lpstr>
      <vt:lpstr>Multi-Cloud Security Challenges</vt:lpstr>
      <vt:lpstr>Cloud Security Skills Gap</vt:lpstr>
      <vt:lpstr>Security Automation in Cloud Environments</vt:lpstr>
      <vt:lpstr>Regulatory Compliance in Cloud Security</vt:lpstr>
      <vt:lpstr>Cloud Service Provider Security</vt:lpstr>
      <vt:lpstr>Threat Intelligence and Cloud Security</vt:lpstr>
      <vt:lpstr>Visibility and Control in Cloud Security</vt:lpstr>
      <vt:lpstr>Cloud Security and Incident Response</vt:lpstr>
      <vt:lpstr>Cloud Access Controls</vt:lpstr>
      <vt:lpstr>Cloud Data Encryption</vt:lpstr>
      <vt:lpstr>The Role of Cloud Governance</vt:lpstr>
      <vt:lpstr>Cloud Security Threat Detection</vt:lpstr>
      <vt:lpstr>Cloud Security Risks Associated with Third-Party Providers</vt:lpstr>
      <vt:lpstr>Cloud-Native Security Solutions</vt:lpstr>
      <vt:lpstr>Benefits of Cloud-Native Security Architectures</vt:lpstr>
      <vt:lpstr> The Future of Cloud Security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amir hosein razavi</dc:creator>
  <cp:lastModifiedBy>amir hosein razavi</cp:lastModifiedBy>
  <cp:revision>9</cp:revision>
  <dcterms:created xsi:type="dcterms:W3CDTF">2024-10-02T23:30:25Z</dcterms:created>
  <dcterms:modified xsi:type="dcterms:W3CDTF">2024-10-24T00:06:22Z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2024-10-02T00:00:00Z</vt:filetime>
  </property>
  <property fmtid="{D5CDD505-2E9C-101B-9397-08002B2CF9AE}" pid="3" name="Creator">
    <vt:lpwstr>Microsoft® Word for Microsoft 365</vt:lpwstr>
  </property>
  <property fmtid="{D5CDD505-2E9C-101B-9397-08002B2CF9AE}" pid="4" name="LastSaved">
    <vt:filetime>2024-10-02T00:00:00Z</vt:filetime>
  </property>
  <property fmtid="{D5CDD505-2E9C-101B-9397-08002B2CF9AE}" pid="5" name="Producer">
    <vt:lpwstr>Microsoft® Word for Microsoft 365</vt:lpwstr>
  </property>
</Properties>
</file>